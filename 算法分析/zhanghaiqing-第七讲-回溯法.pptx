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gif" ContentType="image/gif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5"/>
  </p:notesMasterIdLst>
  <p:sldIdLst>
    <p:sldId id="263" r:id="rId2"/>
    <p:sldId id="264" r:id="rId3"/>
    <p:sldId id="365" r:id="rId4"/>
    <p:sldId id="376" r:id="rId5"/>
    <p:sldId id="410" r:id="rId6"/>
    <p:sldId id="377" r:id="rId7"/>
    <p:sldId id="379" r:id="rId8"/>
    <p:sldId id="266" r:id="rId9"/>
    <p:sldId id="381" r:id="rId10"/>
    <p:sldId id="383" r:id="rId11"/>
    <p:sldId id="384" r:id="rId12"/>
    <p:sldId id="269" r:id="rId13"/>
    <p:sldId id="270" r:id="rId14"/>
    <p:sldId id="271" r:id="rId15"/>
    <p:sldId id="411" r:id="rId16"/>
    <p:sldId id="275" r:id="rId17"/>
    <p:sldId id="276" r:id="rId18"/>
    <p:sldId id="277" r:id="rId19"/>
    <p:sldId id="278" r:id="rId20"/>
    <p:sldId id="279" r:id="rId21"/>
    <p:sldId id="280" r:id="rId22"/>
    <p:sldId id="281" r:id="rId23"/>
    <p:sldId id="287" r:id="rId24"/>
    <p:sldId id="288" r:id="rId25"/>
    <p:sldId id="413" r:id="rId26"/>
    <p:sldId id="414" r:id="rId27"/>
    <p:sldId id="290" r:id="rId28"/>
    <p:sldId id="289" r:id="rId29"/>
    <p:sldId id="412" r:id="rId30"/>
    <p:sldId id="293" r:id="rId31"/>
    <p:sldId id="366" r:id="rId32"/>
    <p:sldId id="367" r:id="rId33"/>
    <p:sldId id="370" r:id="rId34"/>
    <p:sldId id="416" r:id="rId35"/>
    <p:sldId id="417" r:id="rId36"/>
    <p:sldId id="418" r:id="rId37"/>
    <p:sldId id="415" r:id="rId38"/>
    <p:sldId id="420" r:id="rId39"/>
    <p:sldId id="423" r:id="rId40"/>
    <p:sldId id="424" r:id="rId41"/>
    <p:sldId id="419" r:id="rId42"/>
    <p:sldId id="421" r:id="rId43"/>
    <p:sldId id="389" r:id="rId44"/>
    <p:sldId id="390" r:id="rId45"/>
    <p:sldId id="391" r:id="rId46"/>
    <p:sldId id="392" r:id="rId47"/>
    <p:sldId id="393" r:id="rId48"/>
    <p:sldId id="396" r:id="rId49"/>
    <p:sldId id="395" r:id="rId50"/>
    <p:sldId id="404" r:id="rId51"/>
    <p:sldId id="403" r:id="rId52"/>
    <p:sldId id="399" r:id="rId53"/>
    <p:sldId id="400" r:id="rId54"/>
    <p:sldId id="401" r:id="rId55"/>
    <p:sldId id="402" r:id="rId56"/>
    <p:sldId id="294" r:id="rId57"/>
    <p:sldId id="295" r:id="rId58"/>
    <p:sldId id="296" r:id="rId59"/>
    <p:sldId id="297" r:id="rId60"/>
    <p:sldId id="298" r:id="rId61"/>
    <p:sldId id="299" r:id="rId62"/>
    <p:sldId id="300" r:id="rId63"/>
    <p:sldId id="426" r:id="rId64"/>
    <p:sldId id="301" r:id="rId65"/>
    <p:sldId id="302" r:id="rId66"/>
    <p:sldId id="303" r:id="rId67"/>
    <p:sldId id="304" r:id="rId68"/>
    <p:sldId id="305" r:id="rId69"/>
    <p:sldId id="306" r:id="rId70"/>
    <p:sldId id="307" r:id="rId71"/>
    <p:sldId id="427" r:id="rId72"/>
    <p:sldId id="428" r:id="rId73"/>
    <p:sldId id="429" r:id="rId74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-1554" y="-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e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image" Target="../media/image10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5B40EE-D363-4EEE-880C-1F4577936EEA}" type="datetimeFigureOut">
              <a:rPr lang="zh-CN" altLang="en-US" smtClean="0"/>
              <a:pPr/>
              <a:t>2019/12/16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C119B0-3537-4126-B943-0AFAEAFA955C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17883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3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4994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zh-CN" altLang="en-US" smtClean="0"/>
          </a:p>
        </p:txBody>
      </p:sp>
      <p:sp>
        <p:nvSpPr>
          <p:cNvPr id="84995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C2843B8C-B0BE-4391-9BA8-C84E468BB380}" type="slidenum">
              <a:rPr lang="en-US" altLang="zh-CN">
                <a:latin typeface="Arial" charset="0"/>
                <a:ea typeface="华文行楷"/>
                <a:cs typeface="华文行楷"/>
              </a:rPr>
              <a:pPr/>
              <a:t>49</a:t>
            </a:fld>
            <a:endParaRPr lang="en-US" altLang="zh-CN">
              <a:latin typeface="Arial" charset="0"/>
              <a:ea typeface="华文行楷"/>
              <a:cs typeface="华文行楷"/>
            </a:endParaRPr>
          </a:p>
        </p:txBody>
      </p:sp>
    </p:spTree>
    <p:extLst>
      <p:ext uri="{BB962C8B-B14F-4D97-AF65-F5344CB8AC3E}">
        <p14:creationId xmlns:p14="http://schemas.microsoft.com/office/powerpoint/2010/main" val="24714993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xmlns="" id="{97C36EAE-C225-43B6-864A-3C9B44ED06B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70" r="16470" b="9466"/>
          <a:stretch/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xmlns="" id="{D3E34A9D-1EA4-43B3-8937-A13B9764A951}"/>
              </a:ext>
            </a:extLst>
          </p:cNvPr>
          <p:cNvSpPr txBox="1"/>
          <p:nvPr userDrawn="1"/>
        </p:nvSpPr>
        <p:spPr>
          <a:xfrm>
            <a:off x="386953" y="1734906"/>
            <a:ext cx="5805488" cy="48782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 dirty="0">
                <a:solidFill>
                  <a:schemeClr val="accent1">
                    <a:lumMod val="50000"/>
                  </a:schemeClr>
                </a:solidFill>
                <a:latin typeface="+mn-ea"/>
                <a:ea typeface="+mn-ea"/>
              </a:rPr>
              <a:t>武汉理工大学</a:t>
            </a:r>
            <a:endParaRPr lang="en-US" altLang="zh-CN" sz="3200" b="1" dirty="0">
              <a:solidFill>
                <a:schemeClr val="accent1">
                  <a:lumMod val="50000"/>
                </a:schemeClr>
              </a:solidFill>
              <a:latin typeface="+mn-ea"/>
              <a:ea typeface="+mn-ea"/>
            </a:endParaRPr>
          </a:p>
          <a:p>
            <a:pPr algn="ctr">
              <a:spcBef>
                <a:spcPts val="1800"/>
              </a:spcBef>
              <a:spcAft>
                <a:spcPts val="0"/>
              </a:spcAft>
            </a:pPr>
            <a:r>
              <a:rPr lang="zh-CN" altLang="en-US" sz="8000" b="1" dirty="0">
                <a:solidFill>
                  <a:schemeClr val="accent1">
                    <a:lumMod val="50000"/>
                  </a:schemeClr>
                </a:solidFill>
                <a:latin typeface="+mn-ea"/>
                <a:ea typeface="+mn-ea"/>
              </a:rPr>
              <a:t>算法设计与分析</a:t>
            </a:r>
            <a:endParaRPr lang="en-US" altLang="zh-CN" sz="8000" b="1" dirty="0">
              <a:solidFill>
                <a:schemeClr val="accent1">
                  <a:lumMod val="50000"/>
                </a:schemeClr>
              </a:solidFill>
              <a:latin typeface="+mn-ea"/>
              <a:ea typeface="+mn-ea"/>
            </a:endParaRPr>
          </a:p>
          <a:p>
            <a:pPr algn="ctr">
              <a:spcBef>
                <a:spcPts val="0"/>
              </a:spcBef>
              <a:spcAft>
                <a:spcPts val="2400"/>
              </a:spcAft>
            </a:pPr>
            <a:r>
              <a:rPr lang="en-US" altLang="zh-CN" sz="2400" b="1" dirty="0">
                <a:solidFill>
                  <a:schemeClr val="accent1">
                    <a:lumMod val="50000"/>
                  </a:schemeClr>
                </a:solidFill>
                <a:latin typeface="+mn-ea"/>
                <a:ea typeface="+mn-ea"/>
              </a:rPr>
              <a:t>Design and Analysis of Computer Algorithms </a:t>
            </a:r>
          </a:p>
          <a:p>
            <a:pPr algn="ctr"/>
            <a:r>
              <a:rPr lang="zh-CN" altLang="en-US" sz="3600" b="1" dirty="0">
                <a:solidFill>
                  <a:schemeClr val="accent1">
                    <a:lumMod val="50000"/>
                  </a:schemeClr>
                </a:solidFill>
                <a:latin typeface="+mn-ea"/>
                <a:ea typeface="+mn-ea"/>
              </a:rPr>
              <a:t>计算机科学与技术学院</a:t>
            </a:r>
          </a:p>
        </p:txBody>
      </p:sp>
      <p:pic>
        <p:nvPicPr>
          <p:cNvPr id="1026" name="Picture 2" descr="https://timgsa.baidu.com/timg?image&amp;quality=80&amp;size=b9999_10000&amp;sec=1544802657462&amp;di=d90068cd898642c1763153e0ce8f64e6&amp;imgtype=0&amp;src=http%3A%2F%2Fpic23.photophoto.cn%2F20120616%2F0007019875414028_b.jpg">
            <a:extLst>
              <a:ext uri="{FF2B5EF4-FFF2-40B4-BE49-F238E27FC236}">
                <a16:creationId xmlns:a16="http://schemas.microsoft.com/office/drawing/2014/main" xmlns="" id="{F5CA024F-7F8D-4D35-91A4-BA963CD00B09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889"/>
          <a:stretch/>
        </p:blipFill>
        <p:spPr bwMode="auto">
          <a:xfrm>
            <a:off x="2624915" y="438906"/>
            <a:ext cx="1329565" cy="129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91591266"/>
      </p:ext>
    </p:extLst>
  </p:cSld>
  <p:clrMapOvr>
    <a:masterClrMapping/>
  </p:clrMapOvr>
  <p:transition spd="med">
    <p:random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xmlns="" id="{342896D6-0AA3-4B3B-AF7D-8B33ECBF94DD}"/>
              </a:ext>
            </a:extLst>
          </p:cNvPr>
          <p:cNvSpPr/>
          <p:nvPr userDrawn="1"/>
        </p:nvSpPr>
        <p:spPr>
          <a:xfrm>
            <a:off x="386953" y="6545178"/>
            <a:ext cx="8757047" cy="72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占位符 10">
            <a:extLst>
              <a:ext uri="{FF2B5EF4-FFF2-40B4-BE49-F238E27FC236}">
                <a16:creationId xmlns:a16="http://schemas.microsoft.com/office/drawing/2014/main" xmlns="" id="{D5406333-780F-4814-AB1B-3EE4DF9C89F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-498107" y="261275"/>
            <a:ext cx="7262260" cy="864000"/>
          </a:xfrm>
          <a:prstGeom prst="roundRect">
            <a:avLst>
              <a:gd name="adj" fmla="val 50000"/>
            </a:avLst>
          </a:prstGeom>
          <a:solidFill>
            <a:schemeClr val="accent5">
              <a:lumMod val="40000"/>
              <a:lumOff val="60000"/>
            </a:schemeClr>
          </a:solidFill>
        </p:spPr>
        <p:txBody>
          <a:bodyPr lIns="108000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2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标题（无格式粘贴，无标题则删除本框）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xmlns="" id="{5D31BC75-5F18-406F-ABE5-373C58D89D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398616"/>
            <a:ext cx="386954" cy="365125"/>
          </a:xfrm>
        </p:spPr>
        <p:txBody>
          <a:bodyPr/>
          <a:lstStyle/>
          <a:p>
            <a:fld id="{2BF52340-23E5-4DE8-AD85-AB3A652D4927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4428831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自然, 天空, 户外, 雨&#10;&#10;描述已自动生成">
            <a:extLst>
              <a:ext uri="{FF2B5EF4-FFF2-40B4-BE49-F238E27FC236}">
                <a16:creationId xmlns:a16="http://schemas.microsoft.com/office/drawing/2014/main" xmlns="" id="{F06F4947-B098-474E-996D-044502D4376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xmlns="" id="{9032F00F-EE56-4529-AA49-55237B4BBFE4}"/>
              </a:ext>
            </a:extLst>
          </p:cNvPr>
          <p:cNvSpPr txBox="1"/>
          <p:nvPr userDrawn="1"/>
        </p:nvSpPr>
        <p:spPr>
          <a:xfrm>
            <a:off x="2257877" y="1736229"/>
            <a:ext cx="1815980" cy="3293209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8000" b="1" dirty="0" smtClean="0">
                <a:solidFill>
                  <a:schemeClr val="accent1">
                    <a:lumMod val="50000"/>
                  </a:schemeClr>
                </a:solidFill>
                <a:effectLst/>
              </a:rPr>
              <a:t>谢谢！</a:t>
            </a:r>
            <a:endParaRPr lang="en-US" altLang="zh-CN" sz="8000" b="1" dirty="0" smtClean="0">
              <a:solidFill>
                <a:schemeClr val="accent1">
                  <a:lumMod val="50000"/>
                </a:schemeClr>
              </a:solidFill>
              <a:effectLst/>
            </a:endParaRPr>
          </a:p>
          <a:p>
            <a:pPr algn="r"/>
            <a:r>
              <a:rPr lang="en-US" altLang="zh-CN" sz="2400" b="1" dirty="0" smtClean="0">
                <a:solidFill>
                  <a:schemeClr val="accent1">
                    <a:lumMod val="50000"/>
                  </a:schemeClr>
                </a:solidFill>
                <a:effectLst/>
              </a:rPr>
              <a:t>  THANK YOU !</a:t>
            </a:r>
            <a:endParaRPr lang="zh-CN" altLang="en-US" sz="2400" b="1" dirty="0">
              <a:solidFill>
                <a:schemeClr val="accent1">
                  <a:lumMod val="50000"/>
                </a:schemeClr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681023508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55085B-22E9-459C-A1FA-4823B3B76DA8}" type="datetimeFigureOut">
              <a:rPr lang="zh-CN" altLang="en-US"/>
              <a:pPr>
                <a:defRPr/>
              </a:pPr>
              <a:t>2019/12/16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0B09E1E-7400-4BC6-A82D-D6CF60CEF1B9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26A1D90-8BDA-40BD-81CD-2FD541851E2B}" type="datetimeFigureOut">
              <a:rPr lang="zh-CN" altLang="en-US"/>
              <a:pPr>
                <a:defRPr/>
              </a:pPr>
              <a:t>2019/12/16</a:t>
            </a:fld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7923246-0B9A-47B6-B128-46D20D59C705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43000" y="76200"/>
            <a:ext cx="8001000" cy="9144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43000" y="76200"/>
            <a:ext cx="8001000" cy="9144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43000" y="76200"/>
            <a:ext cx="8001000" cy="9144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xmlns="" id="{26423B97-5A9E-41A6-A2D8-031392E5C3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xmlns="" id="{1E10EF77-EB84-49D4-AAFC-8E4095A69C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xmlns="" id="{64902338-C205-417B-95A1-02F40712167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DD4069-A07F-41AB-9065-ED863E2EC3CE}" type="datetime1">
              <a:rPr lang="zh-CN" altLang="en-US" smtClean="0"/>
              <a:pPr/>
              <a:t>2019/12/16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xmlns="" id="{28BD372E-6178-41A5-B07C-5F9F3C00B9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xmlns="" id="{7570B35A-3188-4D8A-9801-4BB38BC899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F52340-23E5-4DE8-AD85-AB3A652D4927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83687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4" r:id="rId4"/>
    <p:sldLayoutId id="2147483655" r:id="rId5"/>
    <p:sldLayoutId id="2147483656" r:id="rId6"/>
    <p:sldLayoutId id="2147483657" r:id="rId7"/>
    <p:sldLayoutId id="2147483658" r:id="rId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 xmlns="">
        <p15:guide id="1" pos="5201" userDrawn="1">
          <p15:clr>
            <a:srgbClr val="F26B43"/>
          </p15:clr>
        </p15:guide>
        <p15:guide id="2" pos="325" userDrawn="1">
          <p15:clr>
            <a:srgbClr val="F26B43"/>
          </p15:clr>
        </p15:guide>
        <p15:guide id="3" orient="horz" pos="346" userDrawn="1">
          <p15:clr>
            <a:srgbClr val="F26B43"/>
          </p15:clr>
        </p15:guide>
        <p15:guide id="4" orient="horz" pos="397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33.xml"/><Relationship Id="rId2" Type="http://schemas.openxmlformats.org/officeDocument/2006/relationships/slide" Target="slide19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9.emf"/><Relationship Id="rId4" Type="http://schemas.openxmlformats.org/officeDocument/2006/relationships/oleObject" Target="../embeddings/oleObject1.bin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10.emf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1.e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10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250576" y="1949411"/>
            <a:ext cx="4599718" cy="523220"/>
          </a:xfrm>
          <a:prstGeom prst="rect">
            <a:avLst/>
          </a:prstGeom>
          <a:solidFill>
            <a:srgbClr val="00B0F0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wrap="square" rtlCol="0">
            <a:spAutoFit/>
          </a:bodyPr>
          <a:lstStyle/>
          <a:p>
            <a:pPr algn="l"/>
            <a:r>
              <a:rPr lang="zh-CN" altLang="zh-CN" sz="2800" b="1" dirty="0" smtClean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回溯法概述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50576" y="2786470"/>
            <a:ext cx="4599718" cy="523220"/>
          </a:xfrm>
          <a:prstGeom prst="rect">
            <a:avLst/>
          </a:prstGeom>
          <a:solidFill>
            <a:srgbClr val="00B0F0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wrap="square" rtlCol="0">
            <a:spAutoFit/>
          </a:bodyPr>
          <a:lstStyle/>
          <a:p>
            <a:r>
              <a:rPr lang="zh-CN" altLang="zh-CN" sz="2800" b="1" dirty="0" smtClean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求解图的</a:t>
            </a:r>
            <a:r>
              <a:rPr lang="pt-BR" altLang="zh-CN" sz="2800" b="1" i="1" dirty="0" smtClean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m</a:t>
            </a:r>
            <a:r>
              <a:rPr lang="zh-CN" altLang="zh-CN" sz="2800" b="1" dirty="0" smtClean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着色问题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50576" y="3647235"/>
            <a:ext cx="4599718" cy="523220"/>
          </a:xfrm>
          <a:prstGeom prst="rect">
            <a:avLst/>
          </a:prstGeom>
          <a:solidFill>
            <a:srgbClr val="00B0F0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wrap="square" rtlCol="0">
            <a:spAutoFit/>
          </a:bodyPr>
          <a:lstStyle/>
          <a:p>
            <a:r>
              <a:rPr lang="zh-CN" altLang="zh-CN" sz="2800" b="1" dirty="0" smtClean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求解</a:t>
            </a:r>
            <a:r>
              <a:rPr lang="en-US" altLang="zh-CN" sz="2800" b="1" i="1" dirty="0" smtClean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n</a:t>
            </a:r>
            <a:r>
              <a:rPr lang="zh-CN" altLang="zh-CN" sz="2800" b="1" dirty="0" smtClean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皇后问题</a:t>
            </a:r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sz="3600" dirty="0" smtClean="0">
                <a:sym typeface="+mn-ea"/>
              </a:rPr>
              <a:t>回溯法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5025" y="4518092"/>
            <a:ext cx="4599718" cy="523220"/>
          </a:xfrm>
          <a:prstGeom prst="rect">
            <a:avLst/>
          </a:prstGeom>
          <a:solidFill>
            <a:srgbClr val="00B0F0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wrap="square" rtlCol="0">
            <a:spAutoFit/>
          </a:bodyPr>
          <a:lstStyle/>
          <a:p>
            <a:r>
              <a:rPr lang="zh-CN" altLang="zh-CN" sz="2800" b="1" dirty="0" smtClean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求解</a:t>
            </a:r>
            <a:r>
              <a:rPr lang="en-US" altLang="zh-CN" sz="2800" b="1" i="1" dirty="0" smtClean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0-1</a:t>
            </a:r>
            <a:r>
              <a:rPr lang="zh-CN" altLang="en-US" sz="2800" b="1" i="1" dirty="0" smtClean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背包</a:t>
            </a:r>
            <a:r>
              <a:rPr lang="zh-CN" altLang="zh-CN" sz="2800" b="1" dirty="0" smtClean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问题</a:t>
            </a: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Text Box 6"/>
          <p:cNvSpPr txBox="1">
            <a:spLocks noChangeArrowheads="1"/>
          </p:cNvSpPr>
          <p:nvPr/>
        </p:nvSpPr>
        <p:spPr bwMode="auto">
          <a:xfrm>
            <a:off x="571472" y="1643050"/>
            <a:ext cx="7848600" cy="215071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zh-CN" altLang="en-US" sz="2000" b="1" dirty="0">
                <a:solidFill>
                  <a:srgbClr val="0000FF"/>
                </a:solidFill>
                <a:latin typeface="+mn-ea"/>
              </a:rPr>
              <a:t>　　回溯法实际上一个类似穷举的搜索尝试过</a:t>
            </a:r>
            <a:r>
              <a:rPr lang="zh-CN" altLang="en-US" sz="2000" b="1" dirty="0" smtClean="0">
                <a:solidFill>
                  <a:srgbClr val="0000FF"/>
                </a:solidFill>
                <a:latin typeface="+mn-ea"/>
              </a:rPr>
              <a:t>程，主</a:t>
            </a:r>
            <a:r>
              <a:rPr lang="zh-CN" altLang="en-US" sz="2000" b="1" dirty="0">
                <a:solidFill>
                  <a:srgbClr val="0000FF"/>
                </a:solidFill>
                <a:latin typeface="+mn-ea"/>
              </a:rPr>
              <a:t>要是在搜索尝试过程中寻找问题的</a:t>
            </a:r>
            <a:r>
              <a:rPr lang="zh-CN" altLang="en-US" sz="2000" b="1" dirty="0" smtClean="0">
                <a:solidFill>
                  <a:srgbClr val="0000FF"/>
                </a:solidFill>
                <a:latin typeface="+mn-ea"/>
              </a:rPr>
              <a:t>解，当</a:t>
            </a:r>
            <a:r>
              <a:rPr lang="zh-CN" altLang="en-US" sz="2000" b="1" dirty="0">
                <a:solidFill>
                  <a:srgbClr val="0000FF"/>
                </a:solidFill>
                <a:latin typeface="+mn-ea"/>
              </a:rPr>
              <a:t>发现已不满足求解条件</a:t>
            </a:r>
            <a:r>
              <a:rPr lang="zh-CN" altLang="en-US" sz="2000" b="1" dirty="0" smtClean="0">
                <a:solidFill>
                  <a:srgbClr val="0000FF"/>
                </a:solidFill>
                <a:latin typeface="+mn-ea"/>
              </a:rPr>
              <a:t>时，就</a:t>
            </a:r>
            <a:r>
              <a:rPr lang="zh-CN" altLang="en-US" sz="2000" b="1" dirty="0">
                <a:solidFill>
                  <a:srgbClr val="0000FF"/>
                </a:solidFill>
                <a:latin typeface="+mn-ea"/>
              </a:rPr>
              <a:t>“回溯”（即回退</a:t>
            </a:r>
            <a:r>
              <a:rPr lang="zh-CN" altLang="en-US" sz="2000" b="1" dirty="0" smtClean="0">
                <a:solidFill>
                  <a:srgbClr val="0000FF"/>
                </a:solidFill>
                <a:latin typeface="+mn-ea"/>
              </a:rPr>
              <a:t>），尝</a:t>
            </a:r>
            <a:r>
              <a:rPr lang="zh-CN" altLang="en-US" sz="2000" b="1" dirty="0">
                <a:solidFill>
                  <a:srgbClr val="0000FF"/>
                </a:solidFill>
                <a:latin typeface="+mn-ea"/>
              </a:rPr>
              <a:t>试别的路径。 </a:t>
            </a:r>
            <a:r>
              <a:rPr lang="zh-CN" altLang="en-US" sz="2000" b="1" dirty="0" smtClean="0">
                <a:solidFill>
                  <a:srgbClr val="0000FF"/>
                </a:solidFill>
                <a:latin typeface="+mn-ea"/>
              </a:rPr>
              <a:t>回溯法有“</a:t>
            </a:r>
            <a:r>
              <a:rPr lang="zh-CN" altLang="en-US" sz="2000" b="1" dirty="0" smtClean="0">
                <a:solidFill>
                  <a:srgbClr val="FF0000"/>
                </a:solidFill>
                <a:latin typeface="+mn-ea"/>
              </a:rPr>
              <a:t>通用解题法</a:t>
            </a:r>
            <a:r>
              <a:rPr lang="zh-CN" altLang="en-US" sz="2000" b="1" dirty="0" smtClean="0">
                <a:solidFill>
                  <a:srgbClr val="0000FF"/>
                </a:solidFill>
                <a:latin typeface="+mn-ea"/>
              </a:rPr>
              <a:t>”之称。</a:t>
            </a:r>
            <a:endParaRPr lang="en-US" altLang="zh-CN" sz="2000" b="1" dirty="0" smtClean="0">
              <a:solidFill>
                <a:srgbClr val="0000FF"/>
              </a:solidFill>
              <a:latin typeface="+mn-ea"/>
            </a:endParaRPr>
          </a:p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en-US" altLang="zh-CN" sz="2000" b="1" dirty="0" smtClean="0">
                <a:solidFill>
                  <a:srgbClr val="0000FF"/>
                </a:solidFill>
                <a:latin typeface="+mn-ea"/>
                <a:sym typeface="+mn-ea"/>
              </a:rPr>
              <a:t>      </a:t>
            </a:r>
            <a:r>
              <a:rPr lang="zh-CN" altLang="en-US" sz="2000" b="1" dirty="0" smtClean="0">
                <a:solidFill>
                  <a:srgbClr val="0000FF"/>
                </a:solidFill>
                <a:latin typeface="+mn-ea"/>
                <a:sym typeface="+mn-ea"/>
              </a:rPr>
              <a:t>它适合于解一些组合数较大的最优化问题。</a:t>
            </a:r>
            <a:endParaRPr lang="zh-CN" altLang="en-US" sz="2000" b="1" dirty="0">
              <a:solidFill>
                <a:srgbClr val="0000FF"/>
              </a:solidFill>
              <a:latin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zh-CN" sz="3600" dirty="0" smtClean="0">
                <a:sym typeface="+mn-ea"/>
              </a:rPr>
              <a:t>回溯法概述</a:t>
            </a: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ext Box 5">
            <a:hlinkClick r:id="" action="ppaction://hlinkshowjump?jump=nextslide"/>
          </p:cNvPr>
          <p:cNvSpPr txBox="1">
            <a:spLocks noChangeArrowheads="1"/>
          </p:cNvSpPr>
          <p:nvPr/>
        </p:nvSpPr>
        <p:spPr bwMode="auto">
          <a:xfrm>
            <a:off x="1415255" y="1667211"/>
            <a:ext cx="57912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 smtClean="0">
                <a:solidFill>
                  <a:srgbClr val="0000FF"/>
                </a:solidFill>
                <a:latin typeface="+mn-ea"/>
              </a:rPr>
              <a:t>问题</a:t>
            </a:r>
            <a:r>
              <a:rPr kumimoji="1" lang="zh-CN" altLang="en-US" sz="2400" b="1" dirty="0">
                <a:solidFill>
                  <a:srgbClr val="0000FF"/>
                </a:solidFill>
                <a:latin typeface="+mn-ea"/>
              </a:rPr>
              <a:t>的解空间</a:t>
            </a:r>
          </a:p>
        </p:txBody>
      </p:sp>
      <p:sp>
        <p:nvSpPr>
          <p:cNvPr id="17411" name="Text Box 7">
            <a:hlinkClick r:id="rId2" action="ppaction://hlinksldjump"/>
          </p:cNvPr>
          <p:cNvSpPr txBox="1">
            <a:spLocks noChangeArrowheads="1"/>
          </p:cNvSpPr>
          <p:nvPr/>
        </p:nvSpPr>
        <p:spPr bwMode="auto">
          <a:xfrm>
            <a:off x="1415255" y="2384761"/>
            <a:ext cx="60960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 smtClean="0">
                <a:solidFill>
                  <a:srgbClr val="0000FF"/>
                </a:solidFill>
                <a:latin typeface="+mn-ea"/>
              </a:rPr>
              <a:t>回溯</a:t>
            </a:r>
            <a:r>
              <a:rPr kumimoji="1" lang="zh-CN" altLang="en-US" sz="2400" b="1" dirty="0">
                <a:solidFill>
                  <a:srgbClr val="0000FF"/>
                </a:solidFill>
                <a:latin typeface="+mn-ea"/>
              </a:rPr>
              <a:t>法的设计思想</a:t>
            </a:r>
          </a:p>
        </p:txBody>
      </p:sp>
      <p:sp>
        <p:nvSpPr>
          <p:cNvPr id="17412" name="Text Box 8">
            <a:hlinkClick r:id="rId3" action="ppaction://hlinksldjump"/>
          </p:cNvPr>
          <p:cNvSpPr txBox="1">
            <a:spLocks noChangeArrowheads="1"/>
          </p:cNvSpPr>
          <p:nvPr/>
        </p:nvSpPr>
        <p:spPr bwMode="auto">
          <a:xfrm>
            <a:off x="1415255" y="3146761"/>
            <a:ext cx="51054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 smtClean="0">
                <a:solidFill>
                  <a:srgbClr val="0000FF"/>
                </a:solidFill>
                <a:latin typeface="+mn-ea"/>
              </a:rPr>
              <a:t>回溯</a:t>
            </a:r>
            <a:r>
              <a:rPr kumimoji="1" lang="zh-CN" altLang="en-US" sz="2400" b="1" dirty="0">
                <a:solidFill>
                  <a:srgbClr val="0000FF"/>
                </a:solidFill>
                <a:latin typeface="+mn-ea"/>
              </a:rPr>
              <a:t>法</a:t>
            </a:r>
            <a:r>
              <a:rPr kumimoji="1" lang="zh-CN" altLang="en-US" sz="2400" b="1" dirty="0" smtClean="0">
                <a:solidFill>
                  <a:srgbClr val="0000FF"/>
                </a:solidFill>
                <a:latin typeface="+mn-ea"/>
              </a:rPr>
              <a:t>的算法框架</a:t>
            </a:r>
            <a:endParaRPr kumimoji="1" lang="zh-CN" altLang="en-US" sz="2400" b="1" dirty="0">
              <a:solidFill>
                <a:srgbClr val="0000FF"/>
              </a:solidFill>
              <a:latin typeface="+mn-ea"/>
            </a:endParaRPr>
          </a:p>
        </p:txBody>
      </p:sp>
      <p:sp>
        <p:nvSpPr>
          <p:cNvPr id="17414" name="Text Box 2"/>
          <p:cNvSpPr txBox="1">
            <a:spLocks noChangeArrowheads="1"/>
          </p:cNvSpPr>
          <p:nvPr/>
        </p:nvSpPr>
        <p:spPr bwMode="auto">
          <a:xfrm>
            <a:off x="1415255" y="3969086"/>
            <a:ext cx="62484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 smtClean="0">
                <a:solidFill>
                  <a:srgbClr val="0000FF"/>
                </a:solidFill>
                <a:latin typeface="+mn-ea"/>
              </a:rPr>
              <a:t>回溯</a:t>
            </a:r>
            <a:r>
              <a:rPr kumimoji="1" lang="zh-CN" altLang="en-US" sz="2400" b="1" dirty="0">
                <a:solidFill>
                  <a:srgbClr val="0000FF"/>
                </a:solidFill>
                <a:latin typeface="+mn-ea"/>
              </a:rPr>
              <a:t>法</a:t>
            </a:r>
            <a:r>
              <a:rPr kumimoji="1" lang="zh-CN" altLang="en-US" sz="2400" b="1" dirty="0" smtClean="0">
                <a:solidFill>
                  <a:srgbClr val="0000FF"/>
                </a:solidFill>
                <a:latin typeface="+mn-ea"/>
              </a:rPr>
              <a:t>的时空性能 </a:t>
            </a:r>
            <a:endParaRPr kumimoji="1" lang="zh-CN" altLang="en-US" sz="2400" b="1" dirty="0">
              <a:solidFill>
                <a:srgbClr val="0000FF"/>
              </a:solidFill>
              <a:latin typeface="+mn-ea"/>
            </a:endParaRPr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 smtClean="0"/>
              <a:t>回溯法概述</a:t>
            </a:r>
            <a:endParaRPr lang="zh-CN" altLang="en-US" dirty="0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Text Box 4"/>
          <p:cNvSpPr txBox="1">
            <a:spLocks noChangeArrowheads="1"/>
          </p:cNvSpPr>
          <p:nvPr/>
        </p:nvSpPr>
        <p:spPr bwMode="auto">
          <a:xfrm>
            <a:off x="269487" y="1682491"/>
            <a:ext cx="8286684" cy="47089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    一个复杂问题的解决方案是由若干个小的决策步骤组成的决策序列，所以一个问题的解可以表示为满足某个约束条件的</a:t>
            </a:r>
            <a:r>
              <a:rPr lang="zh-CN" altLang="en-US" sz="2000" b="1" dirty="0" smtClean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解向量</a:t>
            </a:r>
            <a:r>
              <a:rPr lang="en-US" altLang="zh-CN" sz="2000" b="1" i="1" dirty="0" smtClean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X</a:t>
            </a:r>
            <a:r>
              <a:rPr lang="en-US" altLang="zh-CN" sz="2000" b="1" dirty="0" smtClean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={</a:t>
            </a:r>
            <a:r>
              <a:rPr lang="en-US" altLang="zh-CN" sz="2000" b="1" i="1" dirty="0" smtClean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x</a:t>
            </a:r>
            <a:r>
              <a:rPr lang="en-US" altLang="zh-CN" sz="2000" b="1" baseline="-25000" dirty="0" smtClean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1</a:t>
            </a:r>
            <a:r>
              <a:rPr lang="zh-CN" altLang="en-US" sz="2000" b="1" dirty="0" smtClean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，</a:t>
            </a:r>
            <a:r>
              <a:rPr lang="en-US" altLang="zh-CN" sz="2000" b="1" i="1" dirty="0" smtClean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x</a:t>
            </a:r>
            <a:r>
              <a:rPr lang="en-US" altLang="zh-CN" sz="2000" b="1" baseline="-25000" dirty="0" smtClean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2</a:t>
            </a:r>
            <a:r>
              <a:rPr lang="zh-CN" altLang="en-US" sz="2000" b="1" dirty="0" smtClean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，</a:t>
            </a:r>
            <a:r>
              <a:rPr lang="en-US" altLang="zh-CN" sz="2000" b="1" dirty="0" smtClean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…</a:t>
            </a:r>
            <a:r>
              <a:rPr lang="zh-CN" altLang="en-US" sz="2000" b="1" dirty="0" smtClean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，</a:t>
            </a:r>
            <a:r>
              <a:rPr lang="en-US" altLang="zh-CN" sz="2000" b="1" i="1" dirty="0" smtClean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x</a:t>
            </a:r>
            <a:r>
              <a:rPr lang="en-US" altLang="zh-CN" sz="2000" b="1" i="1" baseline="-25000" dirty="0" smtClean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n</a:t>
            </a:r>
            <a:r>
              <a:rPr lang="en-US" altLang="zh-CN" sz="2000" b="1" dirty="0" smtClean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}</a:t>
            </a:r>
            <a:r>
              <a:rPr lang="zh-CN" altLang="en-US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，其中分量</a:t>
            </a:r>
            <a:r>
              <a:rPr lang="en-US" altLang="zh-CN" sz="2000" b="1" i="1" dirty="0" smtClean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x</a:t>
            </a:r>
            <a:r>
              <a:rPr lang="en-US" altLang="zh-CN" sz="2000" b="1" i="1" baseline="-25000" dirty="0" smtClean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i</a:t>
            </a:r>
            <a:r>
              <a:rPr lang="zh-CN" altLang="en-US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表示第</a:t>
            </a:r>
            <a:r>
              <a:rPr lang="en-US" altLang="zh-CN" sz="2000" b="1" i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i</a:t>
            </a:r>
            <a:r>
              <a:rPr lang="zh-CN" altLang="en-US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步的选择，通常可以有两个或者多个取值，表示为</a:t>
            </a:r>
            <a:r>
              <a:rPr lang="en-US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x</a:t>
            </a:r>
            <a:r>
              <a:rPr lang="en-US" altLang="zh-CN" sz="2000" b="1" i="1" baseline="-25000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i</a:t>
            </a:r>
            <a:r>
              <a:rPr lang="zh-CN" altLang="en-US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∈</a:t>
            </a:r>
            <a:r>
              <a:rPr lang="en-US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S</a:t>
            </a:r>
            <a:r>
              <a:rPr lang="en-US" altLang="zh-CN" sz="2000" b="1" i="1" baseline="-25000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i</a:t>
            </a:r>
            <a:r>
              <a:rPr lang="en-US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,S</a:t>
            </a:r>
            <a:r>
              <a:rPr lang="en-US" altLang="zh-CN" sz="2000" b="1" i="1" baseline="-25000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i</a:t>
            </a:r>
            <a:r>
              <a:rPr lang="zh-CN" altLang="en-US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为</a:t>
            </a:r>
            <a:r>
              <a:rPr lang="en-US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x</a:t>
            </a:r>
            <a:r>
              <a:rPr lang="en-US" altLang="zh-CN" sz="2000" b="1" i="1" baseline="-25000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i</a:t>
            </a:r>
            <a:r>
              <a:rPr lang="zh-CN" altLang="en-US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的取值候选集。</a:t>
            </a:r>
            <a:endParaRPr lang="en-US" altLang="zh-CN" sz="2000" b="1" dirty="0" smtClean="0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    X</a:t>
            </a:r>
            <a:r>
              <a:rPr lang="zh-CN" altLang="en-US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中各个分量</a:t>
            </a:r>
            <a:r>
              <a:rPr lang="en-US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x</a:t>
            </a:r>
            <a:r>
              <a:rPr lang="en-US" altLang="zh-CN" sz="2000" b="1" i="1" baseline="-25000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i</a:t>
            </a:r>
            <a:r>
              <a:rPr lang="zh-CN" altLang="en-US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所有取值的组合构成问题的解向量空间，简称</a:t>
            </a:r>
            <a:r>
              <a:rPr lang="zh-CN" altLang="en-US" sz="2000" b="1" dirty="0" smtClean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解空间</a:t>
            </a:r>
            <a:r>
              <a:rPr lang="zh-CN" altLang="en-US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。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sz="2000" b="1" dirty="0" smtClean="0">
                <a:solidFill>
                  <a:srgbClr val="0000FF"/>
                </a:solidFill>
                <a:latin typeface="+mn-ea"/>
              </a:rPr>
              <a:t>      解空间中满足约束条件的解向量称为</a:t>
            </a:r>
            <a:r>
              <a:rPr lang="zh-CN" altLang="en-US" sz="2000" b="1" dirty="0" smtClean="0">
                <a:solidFill>
                  <a:srgbClr val="FF0000"/>
                </a:solidFill>
                <a:latin typeface="+mn-ea"/>
              </a:rPr>
              <a:t>可行解</a:t>
            </a:r>
            <a:r>
              <a:rPr lang="zh-CN" altLang="en-US" sz="2000" b="1" dirty="0" smtClean="0">
                <a:solidFill>
                  <a:srgbClr val="0000FF"/>
                </a:solidFill>
                <a:latin typeface="+mn-ea"/>
              </a:rPr>
              <a:t>。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sz="2000" b="1" dirty="0" smtClean="0">
                <a:solidFill>
                  <a:srgbClr val="0000FF"/>
                </a:solidFill>
                <a:latin typeface="+mn-ea"/>
              </a:rPr>
              <a:t>　　一般来说，解任何问题都有一个目标，在约束条件下使目标函数取得最优的可行解称为该问题的</a:t>
            </a:r>
            <a:r>
              <a:rPr lang="zh-CN" altLang="en-US" sz="2000" b="1" dirty="0" smtClean="0">
                <a:solidFill>
                  <a:srgbClr val="FF0000"/>
                </a:solidFill>
                <a:latin typeface="+mn-ea"/>
              </a:rPr>
              <a:t>最优解</a:t>
            </a:r>
            <a:r>
              <a:rPr lang="zh-CN" altLang="en-US" sz="2000" b="1" dirty="0" smtClean="0">
                <a:solidFill>
                  <a:srgbClr val="0000FF"/>
                </a:solidFill>
                <a:latin typeface="+mn-ea"/>
              </a:rPr>
              <a:t>。</a:t>
            </a:r>
            <a:endParaRPr lang="en-US" altLang="zh-CN" sz="2000" b="1" dirty="0" smtClean="0">
              <a:solidFill>
                <a:srgbClr val="0000FF"/>
              </a:solidFill>
              <a:latin typeface="+mn-ea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altLang="zh-CN" sz="2000" b="1" dirty="0" smtClean="0">
                <a:solidFill>
                  <a:srgbClr val="0000FF"/>
                </a:solidFill>
                <a:latin typeface="+mn-ea"/>
              </a:rPr>
              <a:t>       </a:t>
            </a:r>
            <a:r>
              <a:rPr lang="zh-CN" altLang="en-US" sz="2000" b="1" dirty="0" smtClean="0">
                <a:solidFill>
                  <a:srgbClr val="0000FF"/>
                </a:solidFill>
                <a:latin typeface="+mn-ea"/>
              </a:rPr>
              <a:t>用回溯法求解的问题通常分两类：</a:t>
            </a:r>
            <a:endParaRPr lang="en-US" altLang="zh-CN" sz="2000" b="1" dirty="0" smtClean="0">
              <a:solidFill>
                <a:srgbClr val="0000FF"/>
              </a:solidFill>
              <a:latin typeface="+mn-ea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altLang="zh-CN" sz="2000" b="1" dirty="0" smtClean="0">
                <a:solidFill>
                  <a:srgbClr val="0000FF"/>
                </a:solidFill>
                <a:latin typeface="+mn-ea"/>
              </a:rPr>
              <a:t>       </a:t>
            </a:r>
            <a:r>
              <a:rPr lang="zh-CN" altLang="en-US" sz="2000" b="1" dirty="0" smtClean="0">
                <a:solidFill>
                  <a:srgbClr val="0000FF"/>
                </a:solidFill>
                <a:latin typeface="+mn-ea"/>
              </a:rPr>
              <a:t>一类是求一个（或全部）可行解，另一类是求最优解。</a:t>
            </a:r>
            <a:endParaRPr kumimoji="1" lang="zh-CN" altLang="en-US" sz="2000" b="1" dirty="0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 smtClean="0">
                <a:sym typeface="+mn-ea"/>
              </a:rPr>
              <a:t>问题的解空间</a:t>
            </a:r>
          </a:p>
        </p:txBody>
      </p:sp>
      <p:sp>
        <p:nvSpPr>
          <p:cNvPr id="5" name="矩形 2"/>
          <p:cNvSpPr>
            <a:spLocks noChangeArrowheads="1"/>
          </p:cNvSpPr>
          <p:nvPr/>
        </p:nvSpPr>
        <p:spPr bwMode="auto">
          <a:xfrm>
            <a:off x="217589" y="1177064"/>
            <a:ext cx="5195653" cy="5355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just">
              <a:lnSpc>
                <a:spcPct val="120000"/>
              </a:lnSpc>
              <a:spcBef>
                <a:spcPct val="30000"/>
              </a:spcBef>
            </a:pPr>
            <a:r>
              <a:rPr kumimoji="1" lang="en-US" altLang="zh-CN" sz="2400" b="1" dirty="0" smtClean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1</a:t>
            </a:r>
            <a:r>
              <a:rPr kumimoji="1" lang="zh-CN" altLang="en-US" sz="2400" b="1" dirty="0" smtClean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、解空间概念（</a:t>
            </a:r>
            <a:r>
              <a:rPr kumimoji="1" lang="en-US" altLang="zh-CN" sz="2400" b="1" dirty="0" smtClean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solution space</a:t>
            </a:r>
            <a:r>
              <a:rPr kumimoji="1" lang="zh-CN" altLang="en-US" sz="2400" b="1" dirty="0" smtClean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）</a:t>
            </a:r>
            <a:endParaRPr kumimoji="1" lang="zh-CN" altLang="en-US" sz="2400" b="1" dirty="0">
              <a:solidFill>
                <a:srgbClr val="FF0000"/>
              </a:solidFill>
              <a:latin typeface="Consolas" pitchFamily="49" charset="0"/>
              <a:cs typeface="Consolas" pitchFamily="49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04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204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2048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2048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2048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2048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Text Box 4"/>
          <p:cNvSpPr txBox="1">
            <a:spLocks noChangeArrowheads="1"/>
          </p:cNvSpPr>
          <p:nvPr/>
        </p:nvSpPr>
        <p:spPr bwMode="auto">
          <a:xfrm>
            <a:off x="269486" y="1850442"/>
            <a:ext cx="8569325" cy="8104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ts val="2800"/>
              </a:lnSpc>
            </a:pPr>
            <a:r>
              <a:rPr kumimoji="1" lang="zh-CN" altLang="en-US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    对</a:t>
            </a:r>
            <a:r>
              <a:rPr kumimoji="1" lang="zh-CN" altLang="en-US" sz="20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于任何一个问题，可能解的表示方式和它相应的解释隐含了解空间及其大小</a:t>
            </a:r>
            <a:r>
              <a:rPr kumimoji="1" lang="zh-CN" altLang="en-US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。</a:t>
            </a:r>
            <a:endParaRPr kumimoji="1" lang="zh-CN" altLang="en-US" sz="2000" b="1" dirty="0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 smtClean="0">
                <a:sym typeface="+mn-ea"/>
              </a:rPr>
              <a:t>问题的解空间</a:t>
            </a:r>
          </a:p>
        </p:txBody>
      </p:sp>
      <p:sp>
        <p:nvSpPr>
          <p:cNvPr id="5" name="矩形 2"/>
          <p:cNvSpPr>
            <a:spLocks noChangeArrowheads="1"/>
          </p:cNvSpPr>
          <p:nvPr/>
        </p:nvSpPr>
        <p:spPr bwMode="auto">
          <a:xfrm>
            <a:off x="217589" y="1177064"/>
            <a:ext cx="5195653" cy="5355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just">
              <a:lnSpc>
                <a:spcPct val="120000"/>
              </a:lnSpc>
              <a:spcBef>
                <a:spcPct val="30000"/>
              </a:spcBef>
            </a:pPr>
            <a:r>
              <a:rPr kumimoji="1" lang="en-US" altLang="zh-CN" sz="2400" b="1" dirty="0" smtClean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1</a:t>
            </a:r>
            <a:r>
              <a:rPr kumimoji="1" lang="zh-CN" altLang="en-US" sz="2400" b="1" dirty="0" smtClean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、解空间概念（</a:t>
            </a:r>
            <a:r>
              <a:rPr kumimoji="1" lang="en-US" altLang="zh-CN" sz="2400" b="1" dirty="0" smtClean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solution space</a:t>
            </a:r>
            <a:r>
              <a:rPr kumimoji="1" lang="zh-CN" altLang="en-US" sz="2400" b="1" dirty="0" smtClean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）</a:t>
            </a:r>
            <a:endParaRPr kumimoji="1" lang="zh-CN" altLang="en-US" sz="2400" b="1" dirty="0">
              <a:solidFill>
                <a:srgbClr val="FF0000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325471" y="2876813"/>
            <a:ext cx="8146726" cy="2351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   例</a:t>
            </a:r>
            <a:r>
              <a:rPr kumimoji="1" lang="zh-CN" altLang="en-US" sz="20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如，对于有</a:t>
            </a:r>
            <a:r>
              <a:rPr kumimoji="1" lang="en-US" altLang="zh-CN" sz="2000" b="1" i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n</a:t>
            </a:r>
            <a:r>
              <a:rPr kumimoji="1" lang="zh-CN" altLang="en-US" sz="20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个物品的</a:t>
            </a:r>
            <a:r>
              <a:rPr kumimoji="1" lang="en-US" altLang="zh-CN" sz="20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0/1</a:t>
            </a:r>
            <a:r>
              <a:rPr kumimoji="1" lang="zh-CN" altLang="en-US" sz="20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背包问题，其可能解的表</a:t>
            </a:r>
            <a:r>
              <a:rPr kumimoji="1" lang="zh-CN" altLang="en-US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示为一个</a:t>
            </a:r>
            <a:r>
              <a:rPr kumimoji="1" lang="zh-CN" altLang="en-US" sz="2000" b="1" dirty="0" smtClean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向</a:t>
            </a:r>
            <a:r>
              <a:rPr kumimoji="1" lang="zh-CN" altLang="en-US" sz="2000" b="1" dirty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量</a:t>
            </a:r>
            <a:r>
              <a:rPr kumimoji="1" lang="en-US" altLang="zh-CN" sz="20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{</a:t>
            </a:r>
            <a:r>
              <a:rPr kumimoji="1" lang="en-US" altLang="zh-CN" sz="2000" b="1" i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x</a:t>
            </a:r>
            <a:r>
              <a:rPr kumimoji="1" lang="en-US" altLang="zh-CN" sz="2000" b="1" baseline="-25000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1</a:t>
            </a:r>
            <a:r>
              <a:rPr kumimoji="1" lang="en-US" altLang="zh-CN" sz="20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, </a:t>
            </a:r>
            <a:r>
              <a:rPr kumimoji="1" lang="en-US" altLang="zh-CN" sz="2000" b="1" i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x</a:t>
            </a:r>
            <a:r>
              <a:rPr kumimoji="1" lang="en-US" altLang="zh-CN" sz="2000" b="1" baseline="-25000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2</a:t>
            </a:r>
            <a:r>
              <a:rPr kumimoji="1" lang="en-US" altLang="zh-CN" sz="20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, …, </a:t>
            </a:r>
            <a:r>
              <a:rPr kumimoji="1" lang="en-US" altLang="zh-CN" sz="2000" b="1" i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x</a:t>
            </a:r>
            <a:r>
              <a:rPr kumimoji="1" lang="en-US" altLang="zh-CN" sz="2000" b="1" i="1" baseline="-25000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n</a:t>
            </a:r>
            <a:r>
              <a:rPr kumimoji="1" lang="en-US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}</a:t>
            </a:r>
            <a:r>
              <a:rPr kumimoji="1" lang="zh-CN" altLang="en-US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，</a:t>
            </a:r>
            <a:r>
              <a:rPr kumimoji="1" lang="zh-CN" altLang="en-US" sz="20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其中</a:t>
            </a:r>
            <a:r>
              <a:rPr kumimoji="1" lang="en-US" altLang="zh-CN" sz="2000" b="1" i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x</a:t>
            </a:r>
            <a:r>
              <a:rPr kumimoji="1" lang="en-US" altLang="zh-CN" sz="2000" b="1" i="1" baseline="-25000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i</a:t>
            </a:r>
            <a:r>
              <a:rPr kumimoji="1" lang="en-US" altLang="zh-CN" sz="20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=1(1≤</a:t>
            </a:r>
            <a:r>
              <a:rPr kumimoji="1" lang="en-US" altLang="zh-CN" sz="2000" b="1" i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i</a:t>
            </a:r>
            <a:r>
              <a:rPr kumimoji="1" lang="en-US" altLang="zh-CN" sz="20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≤</a:t>
            </a:r>
            <a:r>
              <a:rPr kumimoji="1" lang="en-US" altLang="zh-CN" sz="2000" b="1" i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n</a:t>
            </a:r>
            <a:r>
              <a:rPr kumimoji="1" lang="en-US" altLang="zh-CN" sz="20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)</a:t>
            </a:r>
            <a:r>
              <a:rPr kumimoji="1" lang="zh-CN" altLang="en-US" sz="20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表示物品</a:t>
            </a:r>
            <a:r>
              <a:rPr kumimoji="1" lang="en-US" altLang="zh-CN" sz="2000" b="1" i="1" dirty="0" err="1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i</a:t>
            </a:r>
            <a:r>
              <a:rPr kumimoji="1" lang="zh-CN" altLang="en-US" sz="20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装入背包，</a:t>
            </a:r>
            <a:r>
              <a:rPr kumimoji="1" lang="en-US" altLang="zh-CN" sz="2000" b="1" i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x</a:t>
            </a:r>
            <a:r>
              <a:rPr kumimoji="1" lang="en-US" altLang="zh-CN" sz="2000" b="1" i="1" baseline="-25000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i</a:t>
            </a:r>
            <a:r>
              <a:rPr kumimoji="1" lang="en-US" altLang="zh-CN" sz="20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=0</a:t>
            </a:r>
            <a:r>
              <a:rPr kumimoji="1" lang="zh-CN" altLang="en-US" sz="20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表示物品</a:t>
            </a:r>
            <a:r>
              <a:rPr kumimoji="1" lang="en-US" altLang="zh-CN" sz="2000" b="1" i="1" dirty="0" err="1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i</a:t>
            </a:r>
            <a:r>
              <a:rPr kumimoji="1" lang="zh-CN" altLang="en-US" sz="20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没有装入背包，当</a:t>
            </a:r>
            <a:r>
              <a:rPr kumimoji="1" lang="en-US" altLang="zh-CN" sz="2000" b="1" i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n</a:t>
            </a:r>
            <a:r>
              <a:rPr kumimoji="1" lang="en-US" altLang="zh-CN" sz="20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=3</a:t>
            </a:r>
            <a:r>
              <a:rPr kumimoji="1" lang="zh-CN" altLang="en-US" sz="20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时，其解空间是</a:t>
            </a:r>
            <a:r>
              <a:rPr kumimoji="1" lang="zh-CN" altLang="en-US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：</a:t>
            </a:r>
            <a:endParaRPr kumimoji="1" lang="en-US" altLang="zh-CN" sz="2000" b="1" dirty="0" smtClean="0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  <a:p>
            <a:pPr>
              <a:lnSpc>
                <a:spcPct val="150000"/>
              </a:lnSpc>
            </a:pPr>
            <a:r>
              <a:rPr kumimoji="1" lang="en-US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{ (</a:t>
            </a:r>
            <a:r>
              <a:rPr kumimoji="1" lang="en-US" altLang="zh-CN" sz="20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0, 0, 0), (0, 0, 1), (0, 1, 0), (1, 0, 0), </a:t>
            </a:r>
            <a:endParaRPr kumimoji="1" lang="en-US" altLang="zh-CN" sz="2000" b="1" dirty="0" smtClean="0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  <a:p>
            <a:pPr>
              <a:lnSpc>
                <a:spcPct val="150000"/>
              </a:lnSpc>
            </a:pPr>
            <a:r>
              <a:rPr kumimoji="1" lang="en-US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  (</a:t>
            </a:r>
            <a:r>
              <a:rPr kumimoji="1" lang="en-US" altLang="zh-CN" sz="20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0, 1, 1), </a:t>
            </a:r>
            <a:r>
              <a:rPr kumimoji="1" lang="en-US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(</a:t>
            </a:r>
            <a:r>
              <a:rPr kumimoji="1" lang="en-US" altLang="zh-CN" sz="20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1, 0, 1), (1, 1, 0), (1, 1, 1) }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04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8" name="矩形 2"/>
          <p:cNvSpPr>
            <a:spLocks noChangeArrowheads="1"/>
          </p:cNvSpPr>
          <p:nvPr/>
        </p:nvSpPr>
        <p:spPr bwMode="auto">
          <a:xfrm>
            <a:off x="497081" y="1195730"/>
            <a:ext cx="1893467" cy="5355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just">
              <a:lnSpc>
                <a:spcPct val="120000"/>
              </a:lnSpc>
              <a:spcBef>
                <a:spcPct val="30000"/>
              </a:spcBef>
            </a:pPr>
            <a:r>
              <a:rPr kumimoji="1" lang="en-US" altLang="zh-CN" sz="2400" b="1" dirty="0" smtClean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2</a:t>
            </a:r>
            <a:r>
              <a:rPr kumimoji="1" lang="zh-CN" altLang="en-US" sz="2400" b="1" dirty="0" smtClean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、约束条件</a:t>
            </a:r>
            <a:endParaRPr kumimoji="1" lang="zh-CN" altLang="en-US" sz="2400" b="1" dirty="0">
              <a:solidFill>
                <a:srgbClr val="FF0000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21509" name="Text Box 3"/>
          <p:cNvSpPr txBox="1">
            <a:spLocks noChangeArrowheads="1"/>
          </p:cNvSpPr>
          <p:nvPr/>
        </p:nvSpPr>
        <p:spPr bwMode="auto">
          <a:xfrm>
            <a:off x="474436" y="1689616"/>
            <a:ext cx="7829809" cy="3323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20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   用回溯法求解，它的解一般要求满足一</a:t>
            </a:r>
            <a:r>
              <a:rPr kumimoji="1" lang="zh-CN" altLang="en-US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组约</a:t>
            </a:r>
            <a:r>
              <a:rPr kumimoji="1" lang="zh-CN" altLang="en-US" sz="20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束条件，这些约束条件分为以下两类：</a:t>
            </a:r>
          </a:p>
          <a:p>
            <a:pPr>
              <a:lnSpc>
                <a:spcPct val="150000"/>
              </a:lnSpc>
              <a:buFont typeface="Wingdings" pitchFamily="2" charset="2"/>
              <a:buChar char="u"/>
            </a:pPr>
            <a:r>
              <a:rPr kumimoji="1" lang="zh-CN" altLang="en-US" sz="2000" b="1" dirty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kumimoji="1" lang="zh-CN" altLang="en-US" sz="2000" b="1" dirty="0" smtClean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显</a:t>
            </a:r>
            <a:r>
              <a:rPr kumimoji="1" lang="zh-CN" altLang="en-US" sz="2000" b="1" dirty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式约束</a:t>
            </a:r>
            <a:r>
              <a:rPr kumimoji="1" lang="zh-CN" altLang="en-US" sz="20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：限定每个</a:t>
            </a:r>
            <a:r>
              <a:rPr kumimoji="1" lang="en-US" altLang="zh-CN" sz="20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x</a:t>
            </a:r>
            <a:r>
              <a:rPr kumimoji="1" lang="en-US" altLang="zh-CN" sz="2000" b="1" baseline="-25000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i</a:t>
            </a:r>
            <a:r>
              <a:rPr kumimoji="1" lang="zh-CN" altLang="en-US" sz="20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只从一个给定的集合</a:t>
            </a:r>
            <a:r>
              <a:rPr kumimoji="1" lang="en-US" altLang="zh-CN" sz="20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S</a:t>
            </a:r>
            <a:r>
              <a:rPr kumimoji="1" lang="en-US" altLang="zh-CN" sz="2000" b="1" baseline="-25000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i</a:t>
            </a:r>
            <a:r>
              <a:rPr kumimoji="1" lang="zh-CN" altLang="en-US" sz="20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上取值</a:t>
            </a:r>
            <a:r>
              <a:rPr kumimoji="1" lang="zh-CN" altLang="en-US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。</a:t>
            </a:r>
            <a:endParaRPr kumimoji="1" lang="en-US" altLang="zh-CN" sz="2000" b="1" dirty="0" smtClean="0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           假设集合</a:t>
            </a:r>
            <a:r>
              <a:rPr lang="en-US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S</a:t>
            </a:r>
            <a:r>
              <a:rPr lang="en-US" altLang="zh-CN" sz="2000" b="1" baseline="-25000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i</a:t>
            </a:r>
            <a:r>
              <a:rPr lang="zh-CN" altLang="en-US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的大小是</a:t>
            </a:r>
            <a:r>
              <a:rPr lang="en-US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m</a:t>
            </a:r>
            <a:r>
              <a:rPr lang="en-US" altLang="zh-CN" sz="2000" b="1" baseline="-25000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i </a:t>
            </a:r>
            <a:r>
              <a:rPr lang="zh-CN" altLang="en-US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，解空间的大小为</a:t>
            </a:r>
            <a:r>
              <a:rPr lang="en-US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m=m</a:t>
            </a:r>
            <a:r>
              <a:rPr lang="en-US" altLang="zh-CN" sz="2000" b="1" baseline="-25000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1</a:t>
            </a:r>
            <a:r>
              <a:rPr lang="en-US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m</a:t>
            </a:r>
            <a:r>
              <a:rPr lang="en-US" altLang="zh-CN" sz="2000" b="1" baseline="-25000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2</a:t>
            </a:r>
            <a:r>
              <a:rPr lang="en-US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…m</a:t>
            </a:r>
            <a:r>
              <a:rPr lang="en-US" altLang="zh-CN" sz="2000" b="1" baseline="-25000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n</a:t>
            </a:r>
            <a:r>
              <a:rPr kumimoji="1" lang="zh-CN" altLang="en-US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。</a:t>
            </a:r>
            <a:endParaRPr kumimoji="1" lang="en-US" altLang="zh-CN" sz="2000" b="1" dirty="0" smtClean="0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  <a:p>
            <a:pPr>
              <a:lnSpc>
                <a:spcPct val="150000"/>
              </a:lnSpc>
              <a:buFont typeface="Wingdings" pitchFamily="2" charset="2"/>
              <a:buChar char="u"/>
            </a:pPr>
            <a:r>
              <a:rPr kumimoji="1" lang="zh-CN" altLang="en-US" sz="2000" b="1" dirty="0" smtClean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 隐式约束</a:t>
            </a:r>
            <a:r>
              <a:rPr kumimoji="1" lang="zh-CN" altLang="en-US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：描述了</a:t>
            </a:r>
            <a:r>
              <a:rPr kumimoji="1" lang="en-US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x</a:t>
            </a:r>
            <a:r>
              <a:rPr kumimoji="1" lang="en-US" altLang="zh-CN" sz="2000" b="1" baseline="-25000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i</a:t>
            </a:r>
            <a:r>
              <a:rPr kumimoji="1" lang="zh-CN" altLang="en-US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必须满足的目标约束。</a:t>
            </a:r>
          </a:p>
          <a:p>
            <a:pPr>
              <a:lnSpc>
                <a:spcPct val="150000"/>
              </a:lnSpc>
            </a:pPr>
            <a:endParaRPr kumimoji="1" lang="zh-CN" altLang="en-US" sz="2000" b="1" dirty="0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20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  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 smtClean="0">
                <a:sym typeface="+mn-ea"/>
              </a:rPr>
              <a:t>问题的解空间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6"/>
          <p:cNvSpPr txBox="1">
            <a:spLocks noChangeArrowheads="1"/>
          </p:cNvSpPr>
          <p:nvPr/>
        </p:nvSpPr>
        <p:spPr bwMode="auto">
          <a:xfrm>
            <a:off x="252413" y="1209513"/>
            <a:ext cx="3240087" cy="64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just" eaLnBrk="0" hangingPunct="0">
              <a:lnSpc>
                <a:spcPct val="140000"/>
              </a:lnSpc>
            </a:pPr>
            <a:r>
              <a:rPr lang="en-US" altLang="zh-CN" sz="2000" b="1" dirty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US" altLang="zh-CN" sz="2000" b="1" dirty="0" smtClean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【</a:t>
            </a:r>
            <a:r>
              <a:rPr lang="zh-CN" altLang="en-US" sz="2000" b="1" dirty="0" smtClean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例</a:t>
            </a:r>
            <a:r>
              <a:rPr lang="en-US" altLang="zh-CN" sz="2000" b="1" dirty="0" smtClean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1】  </a:t>
            </a:r>
            <a:r>
              <a:rPr lang="zh-CN" altLang="en-US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八皇</a:t>
            </a:r>
            <a:r>
              <a:rPr lang="zh-CN" altLang="en-US" sz="20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后问</a:t>
            </a:r>
            <a:r>
              <a:rPr lang="zh-CN" altLang="en-US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题</a:t>
            </a:r>
            <a:endParaRPr lang="zh-CN" altLang="en-US" sz="2000" b="1" dirty="0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</p:txBody>
      </p:sp>
      <p:graphicFrame>
        <p:nvGraphicFramePr>
          <p:cNvPr id="4" name="Group 2138"/>
          <p:cNvGraphicFramePr>
            <a:graphicFrameLocks noGrp="1"/>
          </p:cNvGraphicFramePr>
          <p:nvPr/>
        </p:nvGraphicFramePr>
        <p:xfrm>
          <a:off x="4932363" y="1196975"/>
          <a:ext cx="3960812" cy="4160838"/>
        </p:xfrm>
        <a:graphic>
          <a:graphicData uri="http://schemas.openxmlformats.org/drawingml/2006/table">
            <a:tbl>
              <a:tblPr/>
              <a:tblGrid>
                <a:gridCol w="395287"/>
                <a:gridCol w="446088"/>
                <a:gridCol w="446087"/>
                <a:gridCol w="446088"/>
                <a:gridCol w="442912"/>
                <a:gridCol w="447675"/>
                <a:gridCol w="444500"/>
                <a:gridCol w="447675"/>
                <a:gridCol w="444500"/>
              </a:tblGrid>
              <a:tr h="5032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zh-CN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Garamond"/>
                        <a:ea typeface="华文行楷"/>
                        <a:cs typeface="华文行楷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-122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2</a:t>
                      </a:r>
                      <a:endParaRPr kumimoji="0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-122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3</a:t>
                      </a:r>
                      <a:endParaRPr kumimoji="0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-122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4</a:t>
                      </a:r>
                      <a:endParaRPr kumimoji="0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-122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5</a:t>
                      </a:r>
                      <a:endParaRPr kumimoji="0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-122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6</a:t>
                      </a:r>
                      <a:endParaRPr kumimoji="0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-122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7</a:t>
                      </a:r>
                      <a:endParaRPr kumimoji="0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-122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8</a:t>
                      </a:r>
                      <a:endParaRPr kumimoji="0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-122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46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-122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zh-CN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Garamond"/>
                        <a:ea typeface="华文行楷"/>
                        <a:cs typeface="华文行楷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zh-CN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Garamond"/>
                        <a:ea typeface="华文行楷"/>
                        <a:cs typeface="华文行楷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zh-CN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Garamond"/>
                        <a:ea typeface="华文行楷"/>
                        <a:cs typeface="华文行楷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Q</a:t>
                      </a:r>
                      <a:endParaRPr kumimoji="0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-122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zh-CN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Garamond"/>
                        <a:ea typeface="华文行楷"/>
                        <a:cs typeface="华文行楷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zh-CN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Garamond"/>
                        <a:ea typeface="华文行楷"/>
                        <a:cs typeface="华文行楷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zh-CN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Garamond"/>
                        <a:ea typeface="华文行楷"/>
                        <a:cs typeface="华文行楷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zh-CN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Garamond"/>
                        <a:ea typeface="华文行楷"/>
                        <a:cs typeface="华文行楷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46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2</a:t>
                      </a:r>
                      <a:endParaRPr kumimoji="0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-122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zh-CN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Garamond"/>
                        <a:ea typeface="华文行楷"/>
                        <a:cs typeface="华文行楷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zh-CN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Garamond"/>
                        <a:ea typeface="华文行楷"/>
                        <a:cs typeface="华文行楷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zh-CN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Garamond"/>
                        <a:ea typeface="华文行楷"/>
                        <a:cs typeface="华文行楷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zh-CN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Garamond"/>
                        <a:ea typeface="华文行楷"/>
                        <a:cs typeface="华文行楷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zh-CN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Garamond"/>
                        <a:ea typeface="华文行楷"/>
                        <a:cs typeface="华文行楷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Q</a:t>
                      </a:r>
                      <a:endParaRPr kumimoji="0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-122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zh-CN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Garamond"/>
                        <a:ea typeface="华文行楷"/>
                        <a:cs typeface="华文行楷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zh-CN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Garamond"/>
                        <a:ea typeface="华文行楷"/>
                        <a:cs typeface="华文行楷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46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3</a:t>
                      </a:r>
                      <a:endParaRPr kumimoji="0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-122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zh-CN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Garamond"/>
                        <a:ea typeface="华文行楷"/>
                        <a:cs typeface="华文行楷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zh-CN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Garamond"/>
                        <a:ea typeface="华文行楷"/>
                        <a:cs typeface="华文行楷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zh-CN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Garamond"/>
                        <a:ea typeface="华文行楷"/>
                        <a:cs typeface="华文行楷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zh-CN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Garamond"/>
                        <a:ea typeface="华文行楷"/>
                        <a:cs typeface="华文行楷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zh-CN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Garamond"/>
                        <a:ea typeface="华文行楷"/>
                        <a:cs typeface="华文行楷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zh-CN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Garamond"/>
                        <a:ea typeface="华文行楷"/>
                        <a:cs typeface="华文行楷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zh-CN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Garamond"/>
                        <a:ea typeface="华文行楷"/>
                        <a:cs typeface="华文行楷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Q</a:t>
                      </a:r>
                      <a:endParaRPr kumimoji="0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-122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46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4</a:t>
                      </a:r>
                      <a:endParaRPr kumimoji="0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-122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zh-CN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Garamond"/>
                        <a:ea typeface="华文行楷"/>
                        <a:cs typeface="华文行楷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Q</a:t>
                      </a:r>
                      <a:endParaRPr kumimoji="0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-122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zh-CN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Garamond"/>
                        <a:ea typeface="华文行楷"/>
                        <a:cs typeface="华文行楷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zh-CN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Garamond"/>
                        <a:ea typeface="华文行楷"/>
                        <a:cs typeface="华文行楷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zh-CN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Garamond"/>
                        <a:ea typeface="华文行楷"/>
                        <a:cs typeface="华文行楷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zh-CN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Garamond"/>
                        <a:ea typeface="华文行楷"/>
                        <a:cs typeface="华文行楷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zh-CN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Garamond"/>
                        <a:ea typeface="华文行楷"/>
                        <a:cs typeface="华文行楷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zh-CN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Garamond"/>
                        <a:ea typeface="华文行楷"/>
                        <a:cs typeface="华文行楷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46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5</a:t>
                      </a:r>
                      <a:endParaRPr kumimoji="0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-122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zh-CN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Garamond"/>
                        <a:ea typeface="华文行楷"/>
                        <a:cs typeface="华文行楷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zh-CN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Garamond"/>
                        <a:ea typeface="华文行楷"/>
                        <a:cs typeface="华文行楷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zh-CN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Garamond"/>
                        <a:ea typeface="华文行楷"/>
                        <a:cs typeface="华文行楷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zh-CN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Garamond"/>
                        <a:ea typeface="华文行楷"/>
                        <a:cs typeface="华文行楷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zh-CN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Garamond"/>
                        <a:ea typeface="华文行楷"/>
                        <a:cs typeface="华文行楷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zh-CN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Garamond"/>
                        <a:ea typeface="华文行楷"/>
                        <a:cs typeface="华文行楷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Q</a:t>
                      </a:r>
                      <a:endParaRPr kumimoji="0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-122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zh-CN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Garamond"/>
                        <a:ea typeface="华文行楷"/>
                        <a:cs typeface="华文行楷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46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6</a:t>
                      </a:r>
                      <a:endParaRPr kumimoji="0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-122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Q</a:t>
                      </a:r>
                      <a:endParaRPr kumimoji="0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-122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zh-CN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Garamond"/>
                        <a:ea typeface="华文行楷"/>
                        <a:cs typeface="华文行楷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zh-CN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Garamond"/>
                        <a:ea typeface="华文行楷"/>
                        <a:cs typeface="华文行楷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zh-CN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Garamond"/>
                        <a:ea typeface="华文行楷"/>
                        <a:cs typeface="华文行楷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zh-CN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Garamond"/>
                        <a:ea typeface="华文行楷"/>
                        <a:cs typeface="华文行楷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zh-CN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Garamond"/>
                        <a:ea typeface="华文行楷"/>
                        <a:cs typeface="华文行楷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zh-CN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Garamond"/>
                        <a:ea typeface="华文行楷"/>
                        <a:cs typeface="华文行楷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zh-CN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Garamond"/>
                        <a:ea typeface="华文行楷"/>
                        <a:cs typeface="华文行楷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46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7</a:t>
                      </a:r>
                      <a:endParaRPr kumimoji="0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-122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zh-CN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Garamond"/>
                        <a:ea typeface="华文行楷"/>
                        <a:cs typeface="华文行楷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zh-CN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Garamond"/>
                        <a:ea typeface="华文行楷"/>
                        <a:cs typeface="华文行楷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Q</a:t>
                      </a:r>
                      <a:endParaRPr kumimoji="0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-122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zh-CN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Garamond"/>
                        <a:ea typeface="华文行楷"/>
                        <a:cs typeface="华文行楷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zh-CN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Garamond"/>
                        <a:ea typeface="华文行楷"/>
                        <a:cs typeface="华文行楷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zh-CN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Garamond"/>
                        <a:ea typeface="华文行楷"/>
                        <a:cs typeface="华文行楷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zh-CN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Garamond"/>
                        <a:ea typeface="华文行楷"/>
                        <a:cs typeface="华文行楷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zh-CN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Garamond"/>
                        <a:ea typeface="华文行楷"/>
                        <a:cs typeface="华文行楷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46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8</a:t>
                      </a:r>
                      <a:endParaRPr kumimoji="0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-122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zh-CN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Garamond"/>
                        <a:ea typeface="华文行楷"/>
                        <a:cs typeface="华文行楷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zh-CN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Garamond"/>
                        <a:ea typeface="华文行楷"/>
                        <a:cs typeface="华文行楷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zh-CN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Garamond"/>
                        <a:ea typeface="华文行楷"/>
                        <a:cs typeface="华文行楷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zh-CN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Garamond"/>
                        <a:ea typeface="华文行楷"/>
                        <a:cs typeface="华文行楷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Q</a:t>
                      </a:r>
                      <a:endParaRPr kumimoji="0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-122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zh-CN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Garamond"/>
                        <a:ea typeface="华文行楷"/>
                        <a:cs typeface="华文行楷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zh-CN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Garamond"/>
                        <a:ea typeface="华文行楷"/>
                        <a:cs typeface="华文行楷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zh-CN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Garamond"/>
                        <a:ea typeface="华文行楷"/>
                        <a:cs typeface="华文行楷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5" name="Rectangle 1106"/>
          <p:cNvSpPr>
            <a:spLocks noChangeArrowheads="1"/>
          </p:cNvSpPr>
          <p:nvPr/>
        </p:nvSpPr>
        <p:spPr bwMode="auto">
          <a:xfrm>
            <a:off x="396875" y="2091988"/>
            <a:ext cx="3302507" cy="430887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wrap="none" anchor="ctr">
            <a:spAutoFit/>
          </a:bodyPr>
          <a:lstStyle/>
          <a:p>
            <a:pPr>
              <a:lnSpc>
                <a:spcPct val="110000"/>
              </a:lnSpc>
              <a:defRPr/>
            </a:pPr>
            <a:r>
              <a:rPr lang="zh-CN" altLang="en-US" sz="2000" b="1" dirty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解的表示</a:t>
            </a:r>
            <a:r>
              <a:rPr lang="zh-CN" altLang="en-US" sz="20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：</a:t>
            </a:r>
            <a:r>
              <a:rPr lang="en-US" altLang="zh-CN" sz="20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X=(x</a:t>
            </a:r>
            <a:r>
              <a:rPr lang="en-US" altLang="zh-CN" sz="2000" b="1" baseline="-30000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1</a:t>
            </a:r>
            <a:r>
              <a:rPr lang="en-US" altLang="zh-CN" sz="20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,x</a:t>
            </a:r>
            <a:r>
              <a:rPr lang="en-US" altLang="zh-CN" sz="2000" b="1" baseline="-30000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2</a:t>
            </a:r>
            <a:r>
              <a:rPr lang="en-US" altLang="zh-CN" sz="20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,…,x</a:t>
            </a:r>
            <a:r>
              <a:rPr lang="en-US" altLang="zh-CN" sz="2000" b="1" baseline="-30000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8</a:t>
            </a:r>
            <a:r>
              <a:rPr lang="en-US" altLang="zh-CN" sz="20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)</a:t>
            </a:r>
          </a:p>
        </p:txBody>
      </p:sp>
      <p:sp>
        <p:nvSpPr>
          <p:cNvPr id="6" name="Rectangle 1234"/>
          <p:cNvSpPr>
            <a:spLocks noChangeArrowheads="1"/>
          </p:cNvSpPr>
          <p:nvPr/>
        </p:nvSpPr>
        <p:spPr bwMode="auto">
          <a:xfrm>
            <a:off x="395288" y="2971711"/>
            <a:ext cx="3523722" cy="1200329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wrap="none" anchor="ctr">
            <a:spAutoFit/>
          </a:bodyPr>
          <a:lstStyle/>
          <a:p>
            <a:pPr eaLnBrk="0" hangingPunct="0">
              <a:defRPr/>
            </a:pPr>
            <a:r>
              <a:rPr lang="zh-CN" altLang="en-US" sz="2000" b="1" dirty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显式约束</a:t>
            </a:r>
            <a:r>
              <a:rPr lang="en-US" altLang="zh-CN" sz="20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: </a:t>
            </a:r>
          </a:p>
          <a:p>
            <a:pPr eaLnBrk="0" hangingPunct="0">
              <a:lnSpc>
                <a:spcPct val="130000"/>
              </a:lnSpc>
              <a:defRPr/>
            </a:pPr>
            <a:r>
              <a:rPr lang="en-US" altLang="zh-CN" sz="20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    </a:t>
            </a:r>
            <a:r>
              <a:rPr lang="en-US" altLang="zh-CN" sz="2000" b="1" dirty="0" err="1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x</a:t>
            </a:r>
            <a:r>
              <a:rPr lang="en-US" altLang="zh-CN" sz="2000" b="1" baseline="-30000" dirty="0" err="1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i</a:t>
            </a:r>
            <a:r>
              <a:rPr lang="en-US" altLang="zh-CN" sz="2000" b="1" dirty="0" err="1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∈S</a:t>
            </a:r>
            <a:r>
              <a:rPr lang="en-US" altLang="zh-CN" sz="2000" b="1" baseline="-30000" dirty="0" err="1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i</a:t>
            </a:r>
            <a:r>
              <a:rPr lang="en-US" altLang="zh-CN" sz="2000" b="1" baseline="-30000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zh-CN" altLang="en-US" sz="20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，</a:t>
            </a:r>
            <a:r>
              <a:rPr lang="en-US" altLang="zh-CN" sz="20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1≤i≤8</a:t>
            </a:r>
            <a:r>
              <a:rPr lang="zh-CN" altLang="en-US" sz="20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，</a:t>
            </a:r>
            <a:endParaRPr lang="zh-CN" altLang="en-US" sz="2000" b="1" baseline="-30000" dirty="0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  <a:p>
            <a:pPr eaLnBrk="0" hangingPunct="0">
              <a:lnSpc>
                <a:spcPct val="130000"/>
              </a:lnSpc>
              <a:defRPr/>
            </a:pPr>
            <a:r>
              <a:rPr lang="zh-CN" altLang="en-US" sz="20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    </a:t>
            </a:r>
            <a:r>
              <a:rPr lang="en-US" altLang="zh-CN" sz="20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S</a:t>
            </a:r>
            <a:r>
              <a:rPr lang="en-US" altLang="zh-CN" sz="2000" b="1" baseline="-30000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i</a:t>
            </a:r>
            <a:r>
              <a:rPr lang="en-US" altLang="zh-CN" sz="20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={1,2,3,4,5,6,7,8</a:t>
            </a:r>
            <a:r>
              <a:rPr lang="en-US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}</a:t>
            </a:r>
            <a:endParaRPr lang="en-US" altLang="zh-CN" sz="2000" b="1" dirty="0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7" name="Rectangle 1235"/>
          <p:cNvSpPr>
            <a:spLocks noChangeArrowheads="1"/>
          </p:cNvSpPr>
          <p:nvPr/>
        </p:nvSpPr>
        <p:spPr bwMode="auto">
          <a:xfrm>
            <a:off x="425450" y="4405124"/>
            <a:ext cx="3826689" cy="892552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wrap="none" anchor="ctr">
            <a:spAutoFit/>
          </a:bodyPr>
          <a:lstStyle/>
          <a:p>
            <a:pPr eaLnBrk="0" hangingPunct="0">
              <a:lnSpc>
                <a:spcPct val="130000"/>
              </a:lnSpc>
              <a:defRPr/>
            </a:pPr>
            <a:r>
              <a:rPr lang="zh-CN" altLang="en-US" sz="2000" b="1" dirty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隐式约束</a:t>
            </a:r>
            <a:r>
              <a:rPr lang="zh-CN" altLang="en-US" sz="20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：</a:t>
            </a:r>
          </a:p>
          <a:p>
            <a:pPr eaLnBrk="0" hangingPunct="0">
              <a:lnSpc>
                <a:spcPct val="130000"/>
              </a:lnSpc>
              <a:defRPr/>
            </a:pPr>
            <a:r>
              <a:rPr lang="zh-CN" altLang="en-US" sz="20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    任何两个皇后不能相互攻击</a:t>
            </a:r>
          </a:p>
        </p:txBody>
      </p:sp>
      <p:sp>
        <p:nvSpPr>
          <p:cNvPr id="8" name="Rectangle 1236"/>
          <p:cNvSpPr>
            <a:spLocks noChangeArrowheads="1"/>
          </p:cNvSpPr>
          <p:nvPr/>
        </p:nvSpPr>
        <p:spPr bwMode="auto">
          <a:xfrm>
            <a:off x="411163" y="5572582"/>
            <a:ext cx="5903912" cy="430887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anchor="ctr">
            <a:spAutoFit/>
          </a:bodyPr>
          <a:lstStyle/>
          <a:p>
            <a:pPr eaLnBrk="0" hangingPunct="0">
              <a:lnSpc>
                <a:spcPct val="110000"/>
              </a:lnSpc>
            </a:pPr>
            <a:r>
              <a:rPr lang="zh-CN" altLang="en-US" sz="2000" b="1" dirty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解空间大小</a:t>
            </a:r>
            <a:r>
              <a:rPr lang="zh-CN" altLang="en-US" sz="20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：  </a:t>
            </a:r>
            <a:r>
              <a:rPr lang="en-US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n</a:t>
            </a:r>
            <a:r>
              <a:rPr lang="en-US" altLang="zh-CN" sz="2000" b="1" baseline="30000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n</a:t>
            </a:r>
            <a:r>
              <a:rPr lang="zh-CN" altLang="en-US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（蛮力法）</a:t>
            </a:r>
            <a:r>
              <a:rPr lang="en-US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 </a:t>
            </a:r>
            <a:r>
              <a:rPr lang="en-US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n!</a:t>
            </a:r>
            <a:r>
              <a:rPr lang="zh-CN" altLang="en-US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 （回溯法）</a:t>
            </a:r>
            <a:r>
              <a:rPr lang="en-US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 </a:t>
            </a:r>
            <a:endParaRPr lang="en-US" altLang="zh-CN" sz="2000" b="1" dirty="0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24684" name="Text Box 5"/>
          <p:cNvSpPr txBox="1">
            <a:spLocks noChangeArrowheads="1"/>
          </p:cNvSpPr>
          <p:nvPr/>
        </p:nvSpPr>
        <p:spPr bwMode="auto">
          <a:xfrm>
            <a:off x="533400" y="188913"/>
            <a:ext cx="81534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1" lang="en-US" altLang="zh-CN" sz="3600" b="1">
                <a:solidFill>
                  <a:srgbClr val="CC0000"/>
                </a:solidFill>
                <a:latin typeface="Times New Roman" pitchFamily="18" charset="0"/>
                <a:ea typeface="宋体" charset="-122"/>
              </a:rPr>
              <a:t>8.1.1  </a:t>
            </a:r>
            <a:r>
              <a:rPr kumimoji="1" lang="zh-CN" altLang="en-US" sz="3600" b="1">
                <a:solidFill>
                  <a:srgbClr val="CC0000"/>
                </a:solidFill>
                <a:latin typeface="Times New Roman" pitchFamily="18" charset="0"/>
                <a:ea typeface="宋体" charset="-122"/>
              </a:rPr>
              <a:t>问题的解空间 </a:t>
            </a:r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 smtClean="0">
                <a:sym typeface="+mn-ea"/>
              </a:rPr>
              <a:t>问题的解空间</a:t>
            </a: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ext Box 2"/>
          <p:cNvSpPr txBox="1">
            <a:spLocks noChangeArrowheads="1"/>
          </p:cNvSpPr>
          <p:nvPr/>
        </p:nvSpPr>
        <p:spPr bwMode="auto">
          <a:xfrm>
            <a:off x="444051" y="1870483"/>
            <a:ext cx="7729565" cy="378565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    问题</a:t>
            </a:r>
            <a:r>
              <a:rPr lang="zh-CN" altLang="en-US" sz="20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的解空间一般用树形式来组</a:t>
            </a:r>
            <a:r>
              <a:rPr lang="zh-CN" altLang="en-US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织，称</a:t>
            </a:r>
            <a:r>
              <a:rPr lang="zh-CN" altLang="en-US" sz="20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为</a:t>
            </a:r>
            <a:r>
              <a:rPr lang="zh-CN" altLang="en-US" sz="2000" b="1" dirty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解空间</a:t>
            </a:r>
            <a:r>
              <a:rPr lang="zh-CN" altLang="en-US" sz="2000" b="1" dirty="0" smtClean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树（状态空间树）</a:t>
            </a:r>
            <a:r>
              <a:rPr lang="zh-CN" altLang="en-US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。</a:t>
            </a:r>
            <a:endParaRPr lang="en-US" altLang="zh-CN" sz="2000" b="1" dirty="0" smtClean="0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   </a:t>
            </a:r>
            <a:r>
              <a:rPr lang="zh-CN" altLang="en-US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树</a:t>
            </a:r>
            <a:r>
              <a:rPr lang="zh-CN" altLang="en-US" sz="20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的根结点位于第</a:t>
            </a:r>
            <a:r>
              <a:rPr lang="en-US" altLang="zh-CN" sz="20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1</a:t>
            </a:r>
            <a:r>
              <a:rPr lang="zh-CN" altLang="en-US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层，表</a:t>
            </a:r>
            <a:r>
              <a:rPr lang="zh-CN" altLang="en-US" sz="20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示搜索的初始状</a:t>
            </a:r>
            <a:r>
              <a:rPr lang="zh-CN" altLang="en-US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态，第</a:t>
            </a:r>
            <a:r>
              <a:rPr lang="en-US" altLang="zh-CN" sz="20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2</a:t>
            </a:r>
            <a:r>
              <a:rPr lang="zh-CN" altLang="en-US" sz="20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层的结点表示对解向量的第一个分量做出选择后到达的状</a:t>
            </a:r>
            <a:r>
              <a:rPr lang="zh-CN" altLang="en-US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态，</a:t>
            </a:r>
            <a:r>
              <a:rPr kumimoji="1" lang="zh-CN" altLang="en-US" sz="2000" b="1" dirty="0" smtClean="0">
                <a:solidFill>
                  <a:srgbClr val="FF0000"/>
                </a:solidFill>
                <a:latin typeface="+mn-ea"/>
              </a:rPr>
              <a:t>第</a:t>
            </a:r>
            <a:r>
              <a:rPr kumimoji="1" lang="en-US" altLang="zh-CN" sz="2000" b="1" dirty="0" smtClean="0">
                <a:solidFill>
                  <a:srgbClr val="FF0000"/>
                </a:solidFill>
                <a:latin typeface="+mn-ea"/>
              </a:rPr>
              <a:t>1</a:t>
            </a:r>
            <a:r>
              <a:rPr kumimoji="1" lang="zh-CN" altLang="en-US" sz="2000" b="1" dirty="0" smtClean="0">
                <a:solidFill>
                  <a:srgbClr val="FF0000"/>
                </a:solidFill>
                <a:latin typeface="+mn-ea"/>
              </a:rPr>
              <a:t>层到第</a:t>
            </a:r>
            <a:r>
              <a:rPr kumimoji="1" lang="en-US" altLang="zh-CN" sz="2000" b="1" dirty="0" smtClean="0">
                <a:solidFill>
                  <a:srgbClr val="FF0000"/>
                </a:solidFill>
                <a:latin typeface="+mn-ea"/>
              </a:rPr>
              <a:t>2</a:t>
            </a:r>
            <a:r>
              <a:rPr kumimoji="1" lang="zh-CN" altLang="en-US" sz="2000" b="1" dirty="0" smtClean="0">
                <a:solidFill>
                  <a:srgbClr val="FF0000"/>
                </a:solidFill>
                <a:latin typeface="+mn-ea"/>
              </a:rPr>
              <a:t>层的边上标出对第一个分量选择的结果，</a:t>
            </a:r>
            <a:r>
              <a:rPr kumimoji="1" lang="zh-CN" altLang="en-US" sz="2000" b="1" dirty="0" smtClean="0">
                <a:solidFill>
                  <a:srgbClr val="0000FF"/>
                </a:solidFill>
                <a:latin typeface="+mn-ea"/>
              </a:rPr>
              <a:t>依此类推，从树的根结点到叶子结点的路径（也可能是根节点到任何一个树中结点，但不含搜索失败的结点），就构成了解空间的一个可能解。</a:t>
            </a:r>
          </a:p>
          <a:p>
            <a:pPr>
              <a:lnSpc>
                <a:spcPct val="150000"/>
              </a:lnSpc>
            </a:pPr>
            <a:r>
              <a:rPr lang="zh-CN" altLang="en-US" sz="2000" b="1" dirty="0">
                <a:latin typeface="Consolas" pitchFamily="49" charset="0"/>
                <a:cs typeface="Consolas" pitchFamily="49" charset="0"/>
              </a:rPr>
              <a:t>　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sz="3600" dirty="0" smtClean="0">
                <a:sym typeface="+mn-ea"/>
              </a:rPr>
              <a:t>问题的解空间</a:t>
            </a:r>
          </a:p>
        </p:txBody>
      </p:sp>
      <p:sp>
        <p:nvSpPr>
          <p:cNvPr id="4" name="矩形 2"/>
          <p:cNvSpPr>
            <a:spLocks noChangeArrowheads="1"/>
          </p:cNvSpPr>
          <p:nvPr/>
        </p:nvSpPr>
        <p:spPr bwMode="auto">
          <a:xfrm>
            <a:off x="266850" y="1317028"/>
            <a:ext cx="3772186" cy="5355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just">
              <a:lnSpc>
                <a:spcPct val="120000"/>
              </a:lnSpc>
              <a:spcBef>
                <a:spcPct val="30000"/>
              </a:spcBef>
            </a:pPr>
            <a:r>
              <a:rPr kumimoji="1" lang="en-US" altLang="zh-CN" sz="2400" b="1" dirty="0" smtClean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3</a:t>
            </a:r>
            <a:r>
              <a:rPr kumimoji="1" lang="zh-CN" altLang="en-US" sz="2400" b="1" dirty="0" smtClean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、解空间树</a:t>
            </a:r>
            <a:r>
              <a:rPr kumimoji="1" lang="en-US" altLang="zh-CN" sz="2400" b="1" dirty="0" smtClean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(</a:t>
            </a:r>
            <a:r>
              <a:rPr kumimoji="1" lang="zh-CN" altLang="en-US" sz="2400" b="1" dirty="0" smtClean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状态空间树</a:t>
            </a:r>
            <a:r>
              <a:rPr kumimoji="1" lang="en-US" altLang="zh-CN" sz="2400" b="1" dirty="0" smtClean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)</a:t>
            </a:r>
            <a:endParaRPr kumimoji="1" lang="zh-CN" altLang="en-US" sz="2400" b="1" dirty="0">
              <a:solidFill>
                <a:srgbClr val="FF0000"/>
              </a:solidFill>
              <a:latin typeface="Consolas" pitchFamily="49" charset="0"/>
              <a:cs typeface="Consolas" pitchFamily="49" charset="0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Text Box 2"/>
          <p:cNvSpPr txBox="1">
            <a:spLocks noChangeArrowheads="1"/>
          </p:cNvSpPr>
          <p:nvPr/>
        </p:nvSpPr>
        <p:spPr bwMode="auto">
          <a:xfrm>
            <a:off x="323850" y="1332278"/>
            <a:ext cx="8474075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>
              <a:lnSpc>
                <a:spcPct val="120000"/>
              </a:lnSpc>
              <a:spcBef>
                <a:spcPct val="20000"/>
              </a:spcBef>
            </a:pPr>
            <a:r>
              <a:rPr lang="en-US" altLang="zh-CN" sz="2000" b="1" dirty="0" smtClean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 【</a:t>
            </a:r>
            <a:r>
              <a:rPr lang="zh-CN" altLang="en-US" sz="2000" b="1" dirty="0" smtClean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例</a:t>
            </a:r>
            <a:r>
              <a:rPr lang="en-US" altLang="zh-CN" sz="2000" b="1" dirty="0" smtClean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2】</a:t>
            </a:r>
            <a:r>
              <a:rPr kumimoji="1" lang="zh-CN" altLang="en-US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对</a:t>
            </a:r>
            <a:r>
              <a:rPr kumimoji="1" lang="zh-CN" altLang="en-US" sz="20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于</a:t>
            </a:r>
            <a:r>
              <a:rPr kumimoji="1" lang="en-US" altLang="zh-CN" sz="2000" b="1" i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n</a:t>
            </a:r>
            <a:r>
              <a:rPr kumimoji="1" lang="en-US" altLang="zh-CN" sz="20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=3</a:t>
            </a:r>
            <a:r>
              <a:rPr kumimoji="1" lang="zh-CN" altLang="en-US" sz="20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的</a:t>
            </a:r>
            <a:r>
              <a:rPr kumimoji="1" lang="en-US" altLang="zh-CN" sz="20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0/1</a:t>
            </a:r>
            <a:r>
              <a:rPr kumimoji="1" lang="zh-CN" altLang="en-US" sz="20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背包问题，其解空间树如</a:t>
            </a:r>
            <a:r>
              <a:rPr kumimoji="1" lang="zh-CN" altLang="en-US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图所</a:t>
            </a:r>
            <a:r>
              <a:rPr kumimoji="1" lang="zh-CN" altLang="en-US" sz="20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示，树中的</a:t>
            </a:r>
            <a:r>
              <a:rPr kumimoji="1" lang="en-US" altLang="zh-CN" sz="20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8</a:t>
            </a:r>
            <a:r>
              <a:rPr kumimoji="1" lang="zh-CN" altLang="en-US" sz="20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个叶子结点分别代表该问题的</a:t>
            </a:r>
            <a:r>
              <a:rPr kumimoji="1" lang="en-US" altLang="zh-CN" sz="20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8</a:t>
            </a:r>
            <a:r>
              <a:rPr kumimoji="1" lang="zh-CN" altLang="en-US" sz="20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个可能解。 </a:t>
            </a:r>
          </a:p>
        </p:txBody>
      </p:sp>
      <p:grpSp>
        <p:nvGrpSpPr>
          <p:cNvPr id="2" name="Group 56"/>
          <p:cNvGrpSpPr>
            <a:grpSpLocks/>
          </p:cNvGrpSpPr>
          <p:nvPr/>
        </p:nvGrpSpPr>
        <p:grpSpPr bwMode="auto">
          <a:xfrm>
            <a:off x="395288" y="2205038"/>
            <a:ext cx="8474075" cy="3384550"/>
            <a:chOff x="158" y="1026"/>
            <a:chExt cx="5338" cy="2132"/>
          </a:xfrm>
        </p:grpSpPr>
        <p:sp>
          <p:nvSpPr>
            <p:cNvPr id="26629" name="Line 33"/>
            <p:cNvSpPr>
              <a:spLocks noChangeShapeType="1"/>
            </p:cNvSpPr>
            <p:nvPr/>
          </p:nvSpPr>
          <p:spPr bwMode="auto">
            <a:xfrm flipV="1">
              <a:off x="4132" y="1046"/>
              <a:ext cx="1301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</p:spPr>
          <p:txBody>
            <a:bodyPr lIns="0" rIns="0"/>
            <a:lstStyle/>
            <a:p>
              <a:endParaRPr lang="zh-CN" altLang="en-US">
                <a:solidFill>
                  <a:srgbClr val="0000FF"/>
                </a:solidFill>
              </a:endParaRPr>
            </a:p>
          </p:txBody>
        </p:sp>
        <p:sp>
          <p:nvSpPr>
            <p:cNvPr id="26630" name="Text Box 34"/>
            <p:cNvSpPr txBox="1">
              <a:spLocks noChangeArrowheads="1"/>
            </p:cNvSpPr>
            <p:nvPr/>
          </p:nvSpPr>
          <p:spPr bwMode="auto">
            <a:xfrm>
              <a:off x="4377" y="1298"/>
              <a:ext cx="956" cy="14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just" eaLnBrk="0" hangingPunct="0">
                <a:lnSpc>
                  <a:spcPct val="80000"/>
                </a:lnSpc>
              </a:pPr>
              <a:r>
                <a:rPr lang="zh-CN" altLang="en-US" sz="1600" b="1" dirty="0">
                  <a:solidFill>
                    <a:srgbClr val="0000FF"/>
                  </a:solidFill>
                  <a:latin typeface="Times New Roman" pitchFamily="18" charset="0"/>
                  <a:ea typeface="宋体" charset="-122"/>
                </a:rPr>
                <a:t>对物品</a:t>
              </a:r>
              <a:r>
                <a:rPr lang="en-US" altLang="zh-CN" sz="1600" b="1" dirty="0">
                  <a:solidFill>
                    <a:srgbClr val="0000FF"/>
                  </a:solidFill>
                  <a:latin typeface="Times New Roman" pitchFamily="18" charset="0"/>
                  <a:ea typeface="宋体" charset="-122"/>
                </a:rPr>
                <a:t>1</a:t>
              </a:r>
              <a:r>
                <a:rPr lang="zh-CN" altLang="en-US" sz="1600" b="1" dirty="0">
                  <a:solidFill>
                    <a:srgbClr val="0000FF"/>
                  </a:solidFill>
                  <a:latin typeface="Times New Roman" pitchFamily="18" charset="0"/>
                  <a:ea typeface="宋体" charset="-122"/>
                </a:rPr>
                <a:t>的选择</a:t>
              </a:r>
            </a:p>
          </p:txBody>
        </p:sp>
        <p:sp>
          <p:nvSpPr>
            <p:cNvPr id="26631" name="Line 35"/>
            <p:cNvSpPr>
              <a:spLocks noChangeShapeType="1"/>
            </p:cNvSpPr>
            <p:nvPr/>
          </p:nvSpPr>
          <p:spPr bwMode="auto">
            <a:xfrm flipV="1">
              <a:off x="4156" y="1650"/>
              <a:ext cx="130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</p:spPr>
          <p:txBody>
            <a:bodyPr lIns="0" rIns="0"/>
            <a:lstStyle/>
            <a:p>
              <a:endParaRPr lang="zh-CN" altLang="en-US">
                <a:solidFill>
                  <a:srgbClr val="0000FF"/>
                </a:solidFill>
              </a:endParaRPr>
            </a:p>
          </p:txBody>
        </p:sp>
        <p:sp>
          <p:nvSpPr>
            <p:cNvPr id="26632" name="Line 36"/>
            <p:cNvSpPr>
              <a:spLocks noChangeShapeType="1"/>
            </p:cNvSpPr>
            <p:nvPr/>
          </p:nvSpPr>
          <p:spPr bwMode="auto">
            <a:xfrm flipV="1">
              <a:off x="4195" y="2341"/>
              <a:ext cx="1301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</p:spPr>
          <p:txBody>
            <a:bodyPr lIns="0" rIns="0"/>
            <a:lstStyle/>
            <a:p>
              <a:endParaRPr lang="zh-CN" altLang="en-US">
                <a:solidFill>
                  <a:srgbClr val="0000FF"/>
                </a:solidFill>
              </a:endParaRPr>
            </a:p>
          </p:txBody>
        </p:sp>
        <p:sp>
          <p:nvSpPr>
            <p:cNvPr id="26633" name="Line 37"/>
            <p:cNvSpPr>
              <a:spLocks noChangeShapeType="1"/>
            </p:cNvSpPr>
            <p:nvPr/>
          </p:nvSpPr>
          <p:spPr bwMode="auto">
            <a:xfrm flipV="1">
              <a:off x="4195" y="3022"/>
              <a:ext cx="1301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</p:spPr>
          <p:txBody>
            <a:bodyPr lIns="0" rIns="0"/>
            <a:lstStyle/>
            <a:p>
              <a:endParaRPr lang="zh-CN" altLang="en-US">
                <a:solidFill>
                  <a:srgbClr val="0000FF"/>
                </a:solidFill>
              </a:endParaRPr>
            </a:p>
          </p:txBody>
        </p:sp>
        <p:sp>
          <p:nvSpPr>
            <p:cNvPr id="26634" name="Text Box 38"/>
            <p:cNvSpPr txBox="1">
              <a:spLocks noChangeArrowheads="1"/>
            </p:cNvSpPr>
            <p:nvPr/>
          </p:nvSpPr>
          <p:spPr bwMode="auto">
            <a:xfrm>
              <a:off x="4408" y="2710"/>
              <a:ext cx="956" cy="14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just" eaLnBrk="0" hangingPunct="0">
                <a:lnSpc>
                  <a:spcPct val="80000"/>
                </a:lnSpc>
              </a:pPr>
              <a:r>
                <a:rPr lang="zh-CN" altLang="en-US" sz="1600" b="1">
                  <a:solidFill>
                    <a:srgbClr val="0000FF"/>
                  </a:solidFill>
                  <a:latin typeface="Times New Roman" pitchFamily="18" charset="0"/>
                  <a:ea typeface="宋体" charset="-122"/>
                </a:rPr>
                <a:t>对物品</a:t>
              </a:r>
              <a:r>
                <a:rPr lang="en-US" altLang="zh-CN" sz="1600" b="1">
                  <a:solidFill>
                    <a:srgbClr val="0000FF"/>
                  </a:solidFill>
                  <a:latin typeface="Times New Roman" pitchFamily="18" charset="0"/>
                  <a:ea typeface="宋体" charset="-122"/>
                </a:rPr>
                <a:t>3</a:t>
              </a:r>
              <a:r>
                <a:rPr lang="zh-CN" altLang="en-US" sz="1600" b="1">
                  <a:solidFill>
                    <a:srgbClr val="0000FF"/>
                  </a:solidFill>
                  <a:latin typeface="Times New Roman" pitchFamily="18" charset="0"/>
                  <a:ea typeface="宋体" charset="-122"/>
                </a:rPr>
                <a:t>的选择</a:t>
              </a:r>
            </a:p>
          </p:txBody>
        </p:sp>
        <p:sp>
          <p:nvSpPr>
            <p:cNvPr id="26635" name="Text Box 39"/>
            <p:cNvSpPr txBox="1">
              <a:spLocks noChangeArrowheads="1"/>
            </p:cNvSpPr>
            <p:nvPr/>
          </p:nvSpPr>
          <p:spPr bwMode="auto">
            <a:xfrm>
              <a:off x="4377" y="1888"/>
              <a:ext cx="956" cy="14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just" eaLnBrk="0" hangingPunct="0">
                <a:lnSpc>
                  <a:spcPct val="80000"/>
                </a:lnSpc>
              </a:pPr>
              <a:r>
                <a:rPr lang="zh-CN" altLang="en-US" sz="1600" b="1">
                  <a:solidFill>
                    <a:srgbClr val="0000FF"/>
                  </a:solidFill>
                  <a:latin typeface="Times New Roman" pitchFamily="18" charset="0"/>
                  <a:ea typeface="宋体" charset="-122"/>
                </a:rPr>
                <a:t>对物品</a:t>
              </a:r>
              <a:r>
                <a:rPr lang="en-US" altLang="zh-CN" sz="1600" b="1">
                  <a:solidFill>
                    <a:srgbClr val="0000FF"/>
                  </a:solidFill>
                  <a:latin typeface="Times New Roman" pitchFamily="18" charset="0"/>
                  <a:ea typeface="宋体" charset="-122"/>
                </a:rPr>
                <a:t>2</a:t>
              </a:r>
              <a:r>
                <a:rPr lang="zh-CN" altLang="en-US" sz="1600" b="1">
                  <a:solidFill>
                    <a:srgbClr val="0000FF"/>
                  </a:solidFill>
                  <a:latin typeface="Times New Roman" pitchFamily="18" charset="0"/>
                  <a:ea typeface="宋体" charset="-122"/>
                </a:rPr>
                <a:t>的选择</a:t>
              </a:r>
            </a:p>
          </p:txBody>
        </p:sp>
        <p:sp>
          <p:nvSpPr>
            <p:cNvPr id="26636" name="Line 4"/>
            <p:cNvSpPr>
              <a:spLocks noChangeShapeType="1"/>
            </p:cNvSpPr>
            <p:nvPr/>
          </p:nvSpPr>
          <p:spPr bwMode="auto">
            <a:xfrm flipH="1">
              <a:off x="1120" y="1194"/>
              <a:ext cx="836" cy="44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lIns="72000" tIns="72000" rIns="0"/>
            <a:lstStyle/>
            <a:p>
              <a:endParaRPr lang="zh-CN" altLang="en-US">
                <a:solidFill>
                  <a:srgbClr val="0000FF"/>
                </a:solidFill>
              </a:endParaRPr>
            </a:p>
          </p:txBody>
        </p:sp>
        <p:sp>
          <p:nvSpPr>
            <p:cNvPr id="26637" name="Line 5"/>
            <p:cNvSpPr>
              <a:spLocks noChangeShapeType="1"/>
            </p:cNvSpPr>
            <p:nvPr/>
          </p:nvSpPr>
          <p:spPr bwMode="auto">
            <a:xfrm>
              <a:off x="2172" y="1202"/>
              <a:ext cx="893" cy="42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lIns="72000" tIns="72000" rIns="0"/>
            <a:lstStyle/>
            <a:p>
              <a:endParaRPr lang="zh-CN" altLang="en-US">
                <a:solidFill>
                  <a:srgbClr val="0000FF"/>
                </a:solidFill>
              </a:endParaRPr>
            </a:p>
          </p:txBody>
        </p:sp>
        <p:sp>
          <p:nvSpPr>
            <p:cNvPr id="26638" name="Line 6"/>
            <p:cNvSpPr>
              <a:spLocks noChangeShapeType="1"/>
            </p:cNvSpPr>
            <p:nvPr/>
          </p:nvSpPr>
          <p:spPr bwMode="auto">
            <a:xfrm flipH="1">
              <a:off x="591" y="1783"/>
              <a:ext cx="361" cy="46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lIns="72000" tIns="72000" rIns="0"/>
            <a:lstStyle/>
            <a:p>
              <a:endParaRPr lang="zh-CN" altLang="en-US">
                <a:solidFill>
                  <a:srgbClr val="0000FF"/>
                </a:solidFill>
              </a:endParaRPr>
            </a:p>
          </p:txBody>
        </p:sp>
        <p:sp>
          <p:nvSpPr>
            <p:cNvPr id="26639" name="Line 7"/>
            <p:cNvSpPr>
              <a:spLocks noChangeShapeType="1"/>
            </p:cNvSpPr>
            <p:nvPr/>
          </p:nvSpPr>
          <p:spPr bwMode="auto">
            <a:xfrm>
              <a:off x="1113" y="1798"/>
              <a:ext cx="337" cy="46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lIns="72000" tIns="72000" rIns="0"/>
            <a:lstStyle/>
            <a:p>
              <a:endParaRPr lang="zh-CN" altLang="en-US">
                <a:solidFill>
                  <a:srgbClr val="0000FF"/>
                </a:solidFill>
              </a:endParaRPr>
            </a:p>
          </p:txBody>
        </p:sp>
        <p:sp>
          <p:nvSpPr>
            <p:cNvPr id="26640" name="Line 8"/>
            <p:cNvSpPr>
              <a:spLocks noChangeShapeType="1"/>
            </p:cNvSpPr>
            <p:nvPr/>
          </p:nvSpPr>
          <p:spPr bwMode="auto">
            <a:xfrm flipH="1">
              <a:off x="2726" y="1772"/>
              <a:ext cx="361" cy="51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lIns="0" tIns="72000" rIns="0"/>
            <a:lstStyle/>
            <a:p>
              <a:endParaRPr lang="zh-CN" altLang="en-US">
                <a:solidFill>
                  <a:srgbClr val="0000FF"/>
                </a:solidFill>
              </a:endParaRPr>
            </a:p>
          </p:txBody>
        </p:sp>
        <p:sp>
          <p:nvSpPr>
            <p:cNvPr id="26641" name="Line 9"/>
            <p:cNvSpPr>
              <a:spLocks noChangeShapeType="1"/>
            </p:cNvSpPr>
            <p:nvPr/>
          </p:nvSpPr>
          <p:spPr bwMode="auto">
            <a:xfrm>
              <a:off x="3256" y="1762"/>
              <a:ext cx="337" cy="5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lIns="0" tIns="72000" rIns="0"/>
            <a:lstStyle/>
            <a:p>
              <a:endParaRPr lang="zh-CN" altLang="en-US">
                <a:solidFill>
                  <a:srgbClr val="0000FF"/>
                </a:solidFill>
              </a:endParaRPr>
            </a:p>
          </p:txBody>
        </p:sp>
        <p:sp>
          <p:nvSpPr>
            <p:cNvPr id="26642" name="Line 10"/>
            <p:cNvSpPr>
              <a:spLocks noChangeShapeType="1"/>
            </p:cNvSpPr>
            <p:nvPr/>
          </p:nvSpPr>
          <p:spPr bwMode="auto">
            <a:xfrm flipH="1">
              <a:off x="303" y="2451"/>
              <a:ext cx="176" cy="46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lIns="72000" tIns="72000" rIns="0"/>
            <a:lstStyle/>
            <a:p>
              <a:endParaRPr lang="zh-CN" altLang="en-US">
                <a:solidFill>
                  <a:srgbClr val="0000FF"/>
                </a:solidFill>
              </a:endParaRPr>
            </a:p>
          </p:txBody>
        </p:sp>
        <p:sp>
          <p:nvSpPr>
            <p:cNvPr id="26643" name="Line 11"/>
            <p:cNvSpPr>
              <a:spLocks noChangeShapeType="1"/>
            </p:cNvSpPr>
            <p:nvPr/>
          </p:nvSpPr>
          <p:spPr bwMode="auto">
            <a:xfrm>
              <a:off x="607" y="2461"/>
              <a:ext cx="145" cy="45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lIns="72000" tIns="72000" rIns="0"/>
            <a:lstStyle/>
            <a:p>
              <a:endParaRPr lang="zh-CN" altLang="en-US">
                <a:solidFill>
                  <a:srgbClr val="0000FF"/>
                </a:solidFill>
              </a:endParaRPr>
            </a:p>
          </p:txBody>
        </p:sp>
        <p:sp>
          <p:nvSpPr>
            <p:cNvPr id="26644" name="Line 12"/>
            <p:cNvSpPr>
              <a:spLocks noChangeShapeType="1"/>
            </p:cNvSpPr>
            <p:nvPr/>
          </p:nvSpPr>
          <p:spPr bwMode="auto">
            <a:xfrm flipH="1">
              <a:off x="1273" y="2462"/>
              <a:ext cx="193" cy="45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lIns="72000" tIns="72000" rIns="0"/>
            <a:lstStyle/>
            <a:p>
              <a:endParaRPr lang="zh-CN" altLang="en-US">
                <a:solidFill>
                  <a:srgbClr val="0000FF"/>
                </a:solidFill>
              </a:endParaRPr>
            </a:p>
          </p:txBody>
        </p:sp>
        <p:sp>
          <p:nvSpPr>
            <p:cNvPr id="26645" name="Line 13"/>
            <p:cNvSpPr>
              <a:spLocks noChangeShapeType="1"/>
            </p:cNvSpPr>
            <p:nvPr/>
          </p:nvSpPr>
          <p:spPr bwMode="auto">
            <a:xfrm>
              <a:off x="1586" y="2447"/>
              <a:ext cx="176" cy="46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lIns="72000" tIns="72000" rIns="0"/>
            <a:lstStyle/>
            <a:p>
              <a:endParaRPr lang="zh-CN" altLang="en-US">
                <a:solidFill>
                  <a:srgbClr val="0000FF"/>
                </a:solidFill>
              </a:endParaRPr>
            </a:p>
          </p:txBody>
        </p:sp>
        <p:sp>
          <p:nvSpPr>
            <p:cNvPr id="26646" name="Line 14"/>
            <p:cNvSpPr>
              <a:spLocks noChangeShapeType="1"/>
            </p:cNvSpPr>
            <p:nvPr/>
          </p:nvSpPr>
          <p:spPr bwMode="auto">
            <a:xfrm flipH="1">
              <a:off x="2445" y="2469"/>
              <a:ext cx="177" cy="43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lIns="0" tIns="72000" rIns="0"/>
            <a:lstStyle/>
            <a:p>
              <a:endParaRPr lang="zh-CN" altLang="en-US">
                <a:solidFill>
                  <a:srgbClr val="0000FF"/>
                </a:solidFill>
              </a:endParaRPr>
            </a:p>
          </p:txBody>
        </p:sp>
        <p:sp>
          <p:nvSpPr>
            <p:cNvPr id="26647" name="Line 15"/>
            <p:cNvSpPr>
              <a:spLocks noChangeShapeType="1"/>
            </p:cNvSpPr>
            <p:nvPr/>
          </p:nvSpPr>
          <p:spPr bwMode="auto">
            <a:xfrm>
              <a:off x="2766" y="2476"/>
              <a:ext cx="160" cy="45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lIns="0" tIns="72000" rIns="0"/>
            <a:lstStyle/>
            <a:p>
              <a:endParaRPr lang="zh-CN" altLang="en-US">
                <a:solidFill>
                  <a:srgbClr val="0000FF"/>
                </a:solidFill>
              </a:endParaRPr>
            </a:p>
          </p:txBody>
        </p:sp>
        <p:sp>
          <p:nvSpPr>
            <p:cNvPr id="26648" name="Line 16"/>
            <p:cNvSpPr>
              <a:spLocks noChangeShapeType="1"/>
            </p:cNvSpPr>
            <p:nvPr/>
          </p:nvSpPr>
          <p:spPr bwMode="auto">
            <a:xfrm flipH="1">
              <a:off x="3416" y="2469"/>
              <a:ext cx="152" cy="44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lIns="0" tIns="72000" rIns="0"/>
            <a:lstStyle/>
            <a:p>
              <a:endParaRPr lang="zh-CN" altLang="en-US">
                <a:solidFill>
                  <a:srgbClr val="0000FF"/>
                </a:solidFill>
              </a:endParaRPr>
            </a:p>
          </p:txBody>
        </p:sp>
        <p:sp>
          <p:nvSpPr>
            <p:cNvPr id="26649" name="Line 17"/>
            <p:cNvSpPr>
              <a:spLocks noChangeShapeType="1"/>
            </p:cNvSpPr>
            <p:nvPr/>
          </p:nvSpPr>
          <p:spPr bwMode="auto">
            <a:xfrm>
              <a:off x="3729" y="2469"/>
              <a:ext cx="152" cy="46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lIns="0" tIns="72000" rIns="0"/>
            <a:lstStyle/>
            <a:p>
              <a:endParaRPr lang="zh-CN" altLang="en-US">
                <a:solidFill>
                  <a:srgbClr val="0000FF"/>
                </a:solidFill>
              </a:endParaRPr>
            </a:p>
          </p:txBody>
        </p:sp>
        <p:sp>
          <p:nvSpPr>
            <p:cNvPr id="26650" name="Text Box 18"/>
            <p:cNvSpPr txBox="1">
              <a:spLocks noChangeArrowheads="1"/>
            </p:cNvSpPr>
            <p:nvPr/>
          </p:nvSpPr>
          <p:spPr bwMode="auto">
            <a:xfrm>
              <a:off x="1322" y="1279"/>
              <a:ext cx="144" cy="15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72000" tIns="72000" rIns="0" bIns="0"/>
            <a:lstStyle/>
            <a:p>
              <a:pPr algn="just" eaLnBrk="0" hangingPunct="0">
                <a:lnSpc>
                  <a:spcPct val="80000"/>
                </a:lnSpc>
              </a:pPr>
              <a:r>
                <a:rPr lang="en-US" altLang="zh-CN" b="1">
                  <a:solidFill>
                    <a:srgbClr val="0000FF"/>
                  </a:solidFill>
                  <a:latin typeface="Times New Roman" pitchFamily="18" charset="0"/>
                  <a:ea typeface="宋体" charset="-122"/>
                </a:rPr>
                <a:t>1</a:t>
              </a:r>
            </a:p>
          </p:txBody>
        </p:sp>
        <p:sp>
          <p:nvSpPr>
            <p:cNvPr id="26651" name="Text Box 19"/>
            <p:cNvSpPr txBox="1">
              <a:spLocks noChangeArrowheads="1"/>
            </p:cNvSpPr>
            <p:nvPr/>
          </p:nvSpPr>
          <p:spPr bwMode="auto">
            <a:xfrm>
              <a:off x="591" y="1855"/>
              <a:ext cx="145" cy="15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72000" tIns="72000" rIns="0" bIns="0"/>
            <a:lstStyle/>
            <a:p>
              <a:pPr algn="just" eaLnBrk="0" hangingPunct="0">
                <a:lnSpc>
                  <a:spcPct val="80000"/>
                </a:lnSpc>
              </a:pPr>
              <a:r>
                <a:rPr lang="en-US" altLang="zh-CN" b="1">
                  <a:solidFill>
                    <a:srgbClr val="0000FF"/>
                  </a:solidFill>
                  <a:latin typeface="Times New Roman" pitchFamily="18" charset="0"/>
                  <a:ea typeface="宋体" charset="-122"/>
                </a:rPr>
                <a:t>1</a:t>
              </a:r>
            </a:p>
          </p:txBody>
        </p:sp>
        <p:sp>
          <p:nvSpPr>
            <p:cNvPr id="26652" name="Text Box 20"/>
            <p:cNvSpPr txBox="1">
              <a:spLocks noChangeArrowheads="1"/>
            </p:cNvSpPr>
            <p:nvPr/>
          </p:nvSpPr>
          <p:spPr bwMode="auto">
            <a:xfrm>
              <a:off x="191" y="2555"/>
              <a:ext cx="143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72000" tIns="72000" rIns="0" bIns="0"/>
            <a:lstStyle/>
            <a:p>
              <a:pPr algn="just" eaLnBrk="0" hangingPunct="0">
                <a:lnSpc>
                  <a:spcPct val="80000"/>
                </a:lnSpc>
              </a:pPr>
              <a:r>
                <a:rPr lang="en-US" altLang="zh-CN" b="1">
                  <a:solidFill>
                    <a:srgbClr val="0000FF"/>
                  </a:solidFill>
                  <a:latin typeface="Times New Roman" pitchFamily="18" charset="0"/>
                  <a:ea typeface="宋体" charset="-122"/>
                </a:rPr>
                <a:t>1</a:t>
              </a:r>
            </a:p>
          </p:txBody>
        </p:sp>
        <p:sp>
          <p:nvSpPr>
            <p:cNvPr id="26653" name="Text Box 21"/>
            <p:cNvSpPr txBox="1">
              <a:spLocks noChangeArrowheads="1"/>
            </p:cNvSpPr>
            <p:nvPr/>
          </p:nvSpPr>
          <p:spPr bwMode="auto">
            <a:xfrm>
              <a:off x="1177" y="2551"/>
              <a:ext cx="145" cy="15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72000" tIns="72000" rIns="0" bIns="0"/>
            <a:lstStyle/>
            <a:p>
              <a:pPr algn="just" eaLnBrk="0" hangingPunct="0">
                <a:lnSpc>
                  <a:spcPct val="80000"/>
                </a:lnSpc>
              </a:pPr>
              <a:r>
                <a:rPr lang="en-US" altLang="zh-CN" b="1">
                  <a:solidFill>
                    <a:srgbClr val="0000FF"/>
                  </a:solidFill>
                  <a:latin typeface="Times New Roman" pitchFamily="18" charset="0"/>
                  <a:ea typeface="宋体" charset="-122"/>
                </a:rPr>
                <a:t>1</a:t>
              </a:r>
            </a:p>
          </p:txBody>
        </p:sp>
        <p:sp>
          <p:nvSpPr>
            <p:cNvPr id="26654" name="Text Box 22"/>
            <p:cNvSpPr txBox="1">
              <a:spLocks noChangeArrowheads="1"/>
            </p:cNvSpPr>
            <p:nvPr/>
          </p:nvSpPr>
          <p:spPr bwMode="auto">
            <a:xfrm>
              <a:off x="2365" y="2573"/>
              <a:ext cx="145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72000" rIns="0" bIns="0"/>
            <a:lstStyle/>
            <a:p>
              <a:pPr algn="just" eaLnBrk="0" hangingPunct="0">
                <a:lnSpc>
                  <a:spcPct val="80000"/>
                </a:lnSpc>
              </a:pPr>
              <a:r>
                <a:rPr lang="en-US" altLang="zh-CN" b="1">
                  <a:solidFill>
                    <a:srgbClr val="0000FF"/>
                  </a:solidFill>
                  <a:latin typeface="Times New Roman" pitchFamily="18" charset="0"/>
                  <a:ea typeface="宋体" charset="-122"/>
                </a:rPr>
                <a:t>1</a:t>
              </a:r>
            </a:p>
          </p:txBody>
        </p:sp>
        <p:sp>
          <p:nvSpPr>
            <p:cNvPr id="26655" name="Text Box 23"/>
            <p:cNvSpPr txBox="1">
              <a:spLocks noChangeArrowheads="1"/>
            </p:cNvSpPr>
            <p:nvPr/>
          </p:nvSpPr>
          <p:spPr bwMode="auto">
            <a:xfrm>
              <a:off x="3320" y="2570"/>
              <a:ext cx="145" cy="15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72000" rIns="0" bIns="0"/>
            <a:lstStyle/>
            <a:p>
              <a:pPr algn="just" eaLnBrk="0" hangingPunct="0">
                <a:lnSpc>
                  <a:spcPct val="80000"/>
                </a:lnSpc>
              </a:pPr>
              <a:r>
                <a:rPr lang="en-US" altLang="zh-CN" b="1">
                  <a:solidFill>
                    <a:srgbClr val="0000FF"/>
                  </a:solidFill>
                  <a:latin typeface="Times New Roman" pitchFamily="18" charset="0"/>
                  <a:ea typeface="宋体" charset="-122"/>
                </a:rPr>
                <a:t>1</a:t>
              </a:r>
            </a:p>
          </p:txBody>
        </p:sp>
        <p:sp>
          <p:nvSpPr>
            <p:cNvPr id="26656" name="Text Box 24"/>
            <p:cNvSpPr txBox="1">
              <a:spLocks noChangeArrowheads="1"/>
            </p:cNvSpPr>
            <p:nvPr/>
          </p:nvSpPr>
          <p:spPr bwMode="auto">
            <a:xfrm>
              <a:off x="2717" y="1279"/>
              <a:ext cx="145" cy="15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72000" tIns="72000" rIns="0" bIns="0"/>
            <a:lstStyle/>
            <a:p>
              <a:pPr algn="just" eaLnBrk="0" hangingPunct="0">
                <a:lnSpc>
                  <a:spcPct val="80000"/>
                </a:lnSpc>
              </a:pPr>
              <a:r>
                <a:rPr lang="en-US" altLang="zh-CN" b="1">
                  <a:solidFill>
                    <a:srgbClr val="0000FF"/>
                  </a:solidFill>
                  <a:latin typeface="Times New Roman" pitchFamily="18" charset="0"/>
                  <a:ea typeface="宋体" charset="-122"/>
                </a:rPr>
                <a:t>0</a:t>
              </a:r>
            </a:p>
          </p:txBody>
        </p:sp>
        <p:sp>
          <p:nvSpPr>
            <p:cNvPr id="26657" name="Text Box 25"/>
            <p:cNvSpPr txBox="1">
              <a:spLocks noChangeArrowheads="1"/>
            </p:cNvSpPr>
            <p:nvPr/>
          </p:nvSpPr>
          <p:spPr bwMode="auto">
            <a:xfrm>
              <a:off x="1337" y="1858"/>
              <a:ext cx="145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72000" tIns="72000" rIns="0" bIns="0"/>
            <a:lstStyle/>
            <a:p>
              <a:pPr algn="just" eaLnBrk="0" hangingPunct="0">
                <a:lnSpc>
                  <a:spcPct val="80000"/>
                </a:lnSpc>
              </a:pPr>
              <a:r>
                <a:rPr lang="en-US" altLang="zh-CN" b="1">
                  <a:solidFill>
                    <a:srgbClr val="0000FF"/>
                  </a:solidFill>
                  <a:latin typeface="Times New Roman" pitchFamily="18" charset="0"/>
                  <a:ea typeface="宋体" charset="-122"/>
                </a:rPr>
                <a:t>0</a:t>
              </a:r>
            </a:p>
          </p:txBody>
        </p:sp>
        <p:sp>
          <p:nvSpPr>
            <p:cNvPr id="26658" name="Text Box 26"/>
            <p:cNvSpPr txBox="1">
              <a:spLocks noChangeArrowheads="1"/>
            </p:cNvSpPr>
            <p:nvPr/>
          </p:nvSpPr>
          <p:spPr bwMode="auto">
            <a:xfrm>
              <a:off x="728" y="2547"/>
              <a:ext cx="145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72000" tIns="72000" rIns="0" bIns="0"/>
            <a:lstStyle/>
            <a:p>
              <a:pPr algn="just" eaLnBrk="0" hangingPunct="0">
                <a:lnSpc>
                  <a:spcPct val="80000"/>
                </a:lnSpc>
              </a:pPr>
              <a:r>
                <a:rPr lang="en-US" altLang="zh-CN" b="1">
                  <a:solidFill>
                    <a:srgbClr val="0000FF"/>
                  </a:solidFill>
                  <a:latin typeface="Times New Roman" pitchFamily="18" charset="0"/>
                  <a:ea typeface="宋体" charset="-122"/>
                </a:rPr>
                <a:t>0</a:t>
              </a:r>
            </a:p>
          </p:txBody>
        </p:sp>
        <p:sp>
          <p:nvSpPr>
            <p:cNvPr id="26659" name="Text Box 27"/>
            <p:cNvSpPr txBox="1">
              <a:spLocks noChangeArrowheads="1"/>
            </p:cNvSpPr>
            <p:nvPr/>
          </p:nvSpPr>
          <p:spPr bwMode="auto">
            <a:xfrm>
              <a:off x="1747" y="2555"/>
              <a:ext cx="145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72000" tIns="72000" rIns="0" bIns="0"/>
            <a:lstStyle/>
            <a:p>
              <a:pPr algn="just" eaLnBrk="0" hangingPunct="0">
                <a:lnSpc>
                  <a:spcPct val="80000"/>
                </a:lnSpc>
              </a:pPr>
              <a:r>
                <a:rPr lang="en-US" altLang="zh-CN" b="1">
                  <a:solidFill>
                    <a:srgbClr val="0000FF"/>
                  </a:solidFill>
                  <a:latin typeface="Times New Roman" pitchFamily="18" charset="0"/>
                  <a:ea typeface="宋体" charset="-122"/>
                </a:rPr>
                <a:t>0</a:t>
              </a:r>
            </a:p>
          </p:txBody>
        </p:sp>
        <p:sp>
          <p:nvSpPr>
            <p:cNvPr id="26660" name="Text Box 28"/>
            <p:cNvSpPr txBox="1">
              <a:spLocks noChangeArrowheads="1"/>
            </p:cNvSpPr>
            <p:nvPr/>
          </p:nvSpPr>
          <p:spPr bwMode="auto">
            <a:xfrm>
              <a:off x="2902" y="2565"/>
              <a:ext cx="145" cy="15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72000" rIns="0" bIns="0"/>
            <a:lstStyle/>
            <a:p>
              <a:pPr algn="just" eaLnBrk="0" hangingPunct="0">
                <a:lnSpc>
                  <a:spcPct val="80000"/>
                </a:lnSpc>
              </a:pPr>
              <a:r>
                <a:rPr lang="en-US" altLang="zh-CN" b="1">
                  <a:solidFill>
                    <a:srgbClr val="0000FF"/>
                  </a:solidFill>
                  <a:latin typeface="Times New Roman" pitchFamily="18" charset="0"/>
                  <a:ea typeface="宋体" charset="-122"/>
                </a:rPr>
                <a:t>0</a:t>
              </a:r>
            </a:p>
          </p:txBody>
        </p:sp>
        <p:sp>
          <p:nvSpPr>
            <p:cNvPr id="26661" name="Text Box 29"/>
            <p:cNvSpPr txBox="1">
              <a:spLocks noChangeArrowheads="1"/>
            </p:cNvSpPr>
            <p:nvPr/>
          </p:nvSpPr>
          <p:spPr bwMode="auto">
            <a:xfrm>
              <a:off x="3520" y="1883"/>
              <a:ext cx="145" cy="15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72000" rIns="0" bIns="0"/>
            <a:lstStyle/>
            <a:p>
              <a:pPr algn="just" eaLnBrk="0" hangingPunct="0">
                <a:lnSpc>
                  <a:spcPct val="80000"/>
                </a:lnSpc>
              </a:pPr>
              <a:r>
                <a:rPr lang="en-US" altLang="zh-CN" b="1">
                  <a:solidFill>
                    <a:srgbClr val="0000FF"/>
                  </a:solidFill>
                  <a:latin typeface="Times New Roman" pitchFamily="18" charset="0"/>
                  <a:ea typeface="宋体" charset="-122"/>
                </a:rPr>
                <a:t>0</a:t>
              </a:r>
            </a:p>
          </p:txBody>
        </p:sp>
        <p:sp>
          <p:nvSpPr>
            <p:cNvPr id="26662" name="Text Box 30"/>
            <p:cNvSpPr txBox="1">
              <a:spLocks noChangeArrowheads="1"/>
            </p:cNvSpPr>
            <p:nvPr/>
          </p:nvSpPr>
          <p:spPr bwMode="auto">
            <a:xfrm>
              <a:off x="3881" y="2555"/>
              <a:ext cx="145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72000" rIns="0" bIns="0"/>
            <a:lstStyle/>
            <a:p>
              <a:pPr algn="just" eaLnBrk="0" hangingPunct="0">
                <a:lnSpc>
                  <a:spcPct val="80000"/>
                </a:lnSpc>
              </a:pPr>
              <a:r>
                <a:rPr lang="en-US" altLang="zh-CN" b="1">
                  <a:solidFill>
                    <a:srgbClr val="0000FF"/>
                  </a:solidFill>
                  <a:latin typeface="Times New Roman" pitchFamily="18" charset="0"/>
                  <a:ea typeface="宋体" charset="-122"/>
                </a:rPr>
                <a:t>0</a:t>
              </a:r>
            </a:p>
          </p:txBody>
        </p:sp>
        <p:sp>
          <p:nvSpPr>
            <p:cNvPr id="26663" name="Text Box 31"/>
            <p:cNvSpPr txBox="1">
              <a:spLocks noChangeArrowheads="1"/>
            </p:cNvSpPr>
            <p:nvPr/>
          </p:nvSpPr>
          <p:spPr bwMode="auto">
            <a:xfrm>
              <a:off x="2726" y="1881"/>
              <a:ext cx="145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72000" rIns="0" bIns="0"/>
            <a:lstStyle/>
            <a:p>
              <a:pPr algn="just" eaLnBrk="0" hangingPunct="0">
                <a:lnSpc>
                  <a:spcPct val="80000"/>
                </a:lnSpc>
              </a:pPr>
              <a:r>
                <a:rPr lang="en-US" altLang="zh-CN" b="1">
                  <a:solidFill>
                    <a:srgbClr val="0000FF"/>
                  </a:solidFill>
                  <a:latin typeface="Times New Roman" pitchFamily="18" charset="0"/>
                  <a:ea typeface="宋体" charset="-122"/>
                </a:rPr>
                <a:t>1</a:t>
              </a:r>
            </a:p>
          </p:txBody>
        </p:sp>
        <p:sp>
          <p:nvSpPr>
            <p:cNvPr id="26664" name="Oval 40"/>
            <p:cNvSpPr>
              <a:spLocks noChangeArrowheads="1"/>
            </p:cNvSpPr>
            <p:nvPr/>
          </p:nvSpPr>
          <p:spPr bwMode="auto">
            <a:xfrm>
              <a:off x="1947" y="1026"/>
              <a:ext cx="218" cy="219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lIns="72000" tIns="72000" rIns="0" bIns="0"/>
            <a:lstStyle/>
            <a:p>
              <a:pPr algn="just" eaLnBrk="0" hangingPunct="0">
                <a:lnSpc>
                  <a:spcPct val="72000"/>
                </a:lnSpc>
              </a:pPr>
              <a:r>
                <a:rPr lang="en-US" altLang="zh-CN" b="1">
                  <a:solidFill>
                    <a:srgbClr val="0000FF"/>
                  </a:solidFill>
                  <a:latin typeface="Times New Roman" pitchFamily="18" charset="0"/>
                  <a:ea typeface="宋体" charset="-122"/>
                </a:rPr>
                <a:t>1</a:t>
              </a:r>
              <a:endParaRPr lang="en-US" altLang="zh-CN" b="1" i="1">
                <a:solidFill>
                  <a:srgbClr val="0000FF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26665" name="Oval 41"/>
            <p:cNvSpPr>
              <a:spLocks noChangeArrowheads="1"/>
            </p:cNvSpPr>
            <p:nvPr/>
          </p:nvSpPr>
          <p:spPr bwMode="auto">
            <a:xfrm>
              <a:off x="928" y="1593"/>
              <a:ext cx="219" cy="221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lIns="72000" tIns="72000" rIns="0" bIns="0"/>
            <a:lstStyle/>
            <a:p>
              <a:pPr algn="just" eaLnBrk="0" hangingPunct="0">
                <a:lnSpc>
                  <a:spcPct val="72000"/>
                </a:lnSpc>
              </a:pPr>
              <a:r>
                <a:rPr lang="en-US" altLang="zh-CN" b="1">
                  <a:solidFill>
                    <a:srgbClr val="0000FF"/>
                  </a:solidFill>
                  <a:latin typeface="Times New Roman" pitchFamily="18" charset="0"/>
                  <a:ea typeface="宋体" charset="-122"/>
                </a:rPr>
                <a:t>2</a:t>
              </a:r>
              <a:endParaRPr lang="en-US" altLang="zh-CN" b="1" i="1">
                <a:solidFill>
                  <a:srgbClr val="0000FF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26666" name="Oval 42"/>
            <p:cNvSpPr>
              <a:spLocks noChangeArrowheads="1"/>
            </p:cNvSpPr>
            <p:nvPr/>
          </p:nvSpPr>
          <p:spPr bwMode="auto">
            <a:xfrm>
              <a:off x="455" y="2249"/>
              <a:ext cx="218" cy="221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lIns="72000" tIns="72000" rIns="0" bIns="0"/>
            <a:lstStyle/>
            <a:p>
              <a:pPr algn="just" eaLnBrk="0" hangingPunct="0">
                <a:lnSpc>
                  <a:spcPct val="72000"/>
                </a:lnSpc>
              </a:pPr>
              <a:r>
                <a:rPr lang="en-US" altLang="zh-CN" b="1">
                  <a:solidFill>
                    <a:srgbClr val="0000FF"/>
                  </a:solidFill>
                  <a:latin typeface="Times New Roman" pitchFamily="18" charset="0"/>
                  <a:ea typeface="宋体" charset="-122"/>
                </a:rPr>
                <a:t>3</a:t>
              </a:r>
              <a:endParaRPr lang="en-US" altLang="zh-CN" b="1" i="1">
                <a:solidFill>
                  <a:srgbClr val="0000FF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26667" name="Oval 43"/>
            <p:cNvSpPr>
              <a:spLocks noChangeArrowheads="1"/>
            </p:cNvSpPr>
            <p:nvPr/>
          </p:nvSpPr>
          <p:spPr bwMode="auto">
            <a:xfrm>
              <a:off x="158" y="2914"/>
              <a:ext cx="218" cy="219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lIns="72000" tIns="72000" rIns="0" bIns="0"/>
            <a:lstStyle/>
            <a:p>
              <a:pPr algn="just" eaLnBrk="0" hangingPunct="0">
                <a:lnSpc>
                  <a:spcPct val="72000"/>
                </a:lnSpc>
              </a:pPr>
              <a:r>
                <a:rPr lang="en-US" altLang="zh-CN" b="1">
                  <a:solidFill>
                    <a:srgbClr val="0000FF"/>
                  </a:solidFill>
                  <a:latin typeface="Times New Roman" pitchFamily="18" charset="0"/>
                  <a:ea typeface="宋体" charset="-122"/>
                </a:rPr>
                <a:t>4</a:t>
              </a:r>
              <a:endParaRPr lang="en-US" altLang="zh-CN" b="1" i="1">
                <a:solidFill>
                  <a:srgbClr val="0000FF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26668" name="Oval 44"/>
            <p:cNvSpPr>
              <a:spLocks noChangeArrowheads="1"/>
            </p:cNvSpPr>
            <p:nvPr/>
          </p:nvSpPr>
          <p:spPr bwMode="auto">
            <a:xfrm>
              <a:off x="664" y="2930"/>
              <a:ext cx="218" cy="219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lIns="72000" tIns="72000" rIns="0" bIns="0"/>
            <a:lstStyle/>
            <a:p>
              <a:pPr algn="just" eaLnBrk="0" hangingPunct="0">
                <a:lnSpc>
                  <a:spcPct val="72000"/>
                </a:lnSpc>
              </a:pPr>
              <a:r>
                <a:rPr lang="en-US" altLang="zh-CN" b="1">
                  <a:solidFill>
                    <a:srgbClr val="0000FF"/>
                  </a:solidFill>
                  <a:latin typeface="Times New Roman" pitchFamily="18" charset="0"/>
                  <a:ea typeface="宋体" charset="-122"/>
                </a:rPr>
                <a:t>5</a:t>
              </a:r>
              <a:endParaRPr lang="en-US" altLang="zh-CN" b="1" i="1">
                <a:solidFill>
                  <a:srgbClr val="0000FF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26669" name="Oval 45"/>
            <p:cNvSpPr>
              <a:spLocks noChangeArrowheads="1"/>
            </p:cNvSpPr>
            <p:nvPr/>
          </p:nvSpPr>
          <p:spPr bwMode="auto">
            <a:xfrm>
              <a:off x="1145" y="2914"/>
              <a:ext cx="219" cy="219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lIns="72000" tIns="72000" rIns="0" bIns="0"/>
            <a:lstStyle/>
            <a:p>
              <a:pPr algn="just" eaLnBrk="0" hangingPunct="0">
                <a:lnSpc>
                  <a:spcPct val="72000"/>
                </a:lnSpc>
              </a:pPr>
              <a:r>
                <a:rPr lang="en-US" altLang="zh-CN" b="1">
                  <a:solidFill>
                    <a:srgbClr val="0000FF"/>
                  </a:solidFill>
                  <a:latin typeface="Times New Roman" pitchFamily="18" charset="0"/>
                  <a:ea typeface="宋体" charset="-122"/>
                </a:rPr>
                <a:t>7</a:t>
              </a:r>
              <a:endParaRPr lang="en-US" altLang="zh-CN" b="1" i="1">
                <a:solidFill>
                  <a:srgbClr val="0000FF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26670" name="Oval 46"/>
            <p:cNvSpPr>
              <a:spLocks noChangeArrowheads="1"/>
            </p:cNvSpPr>
            <p:nvPr/>
          </p:nvSpPr>
          <p:spPr bwMode="auto">
            <a:xfrm>
              <a:off x="1667" y="2921"/>
              <a:ext cx="218" cy="219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lIns="72000" tIns="72000" rIns="0" bIns="0"/>
            <a:lstStyle/>
            <a:p>
              <a:pPr algn="just" eaLnBrk="0" hangingPunct="0">
                <a:lnSpc>
                  <a:spcPct val="72000"/>
                </a:lnSpc>
              </a:pPr>
              <a:r>
                <a:rPr lang="en-US" altLang="zh-CN" b="1">
                  <a:solidFill>
                    <a:srgbClr val="0000FF"/>
                  </a:solidFill>
                  <a:latin typeface="Times New Roman" pitchFamily="18" charset="0"/>
                  <a:ea typeface="宋体" charset="-122"/>
                </a:rPr>
                <a:t>8</a:t>
              </a:r>
              <a:endParaRPr lang="en-US" altLang="zh-CN" b="1" i="1">
                <a:solidFill>
                  <a:srgbClr val="0000FF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26671" name="Oval 47"/>
            <p:cNvSpPr>
              <a:spLocks noChangeArrowheads="1"/>
            </p:cNvSpPr>
            <p:nvPr/>
          </p:nvSpPr>
          <p:spPr bwMode="auto">
            <a:xfrm>
              <a:off x="2332" y="2918"/>
              <a:ext cx="219" cy="221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lIns="0" tIns="72000" rIns="0" bIns="0"/>
            <a:lstStyle/>
            <a:p>
              <a:pPr algn="just" eaLnBrk="0" hangingPunct="0">
                <a:lnSpc>
                  <a:spcPct val="72000"/>
                </a:lnSpc>
              </a:pPr>
              <a:r>
                <a:rPr lang="en-US" altLang="zh-CN" b="1">
                  <a:solidFill>
                    <a:srgbClr val="0000FF"/>
                  </a:solidFill>
                  <a:latin typeface="Times New Roman" pitchFamily="18" charset="0"/>
                  <a:ea typeface="宋体" charset="-122"/>
                </a:rPr>
                <a:t>11</a:t>
              </a:r>
              <a:endParaRPr lang="en-US" altLang="zh-CN" b="1" i="1">
                <a:solidFill>
                  <a:srgbClr val="0000FF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26672" name="Oval 48"/>
            <p:cNvSpPr>
              <a:spLocks noChangeArrowheads="1"/>
            </p:cNvSpPr>
            <p:nvPr/>
          </p:nvSpPr>
          <p:spPr bwMode="auto">
            <a:xfrm>
              <a:off x="2830" y="2939"/>
              <a:ext cx="218" cy="219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lIns="0" tIns="72000" rIns="0" bIns="0"/>
            <a:lstStyle/>
            <a:p>
              <a:pPr algn="just" eaLnBrk="0" hangingPunct="0">
                <a:lnSpc>
                  <a:spcPct val="72000"/>
                </a:lnSpc>
              </a:pPr>
              <a:r>
                <a:rPr lang="en-US" altLang="zh-CN" b="1">
                  <a:solidFill>
                    <a:srgbClr val="0000FF"/>
                  </a:solidFill>
                  <a:latin typeface="Times New Roman" pitchFamily="18" charset="0"/>
                  <a:ea typeface="宋体" charset="-122"/>
                </a:rPr>
                <a:t>12</a:t>
              </a:r>
              <a:endParaRPr lang="en-US" altLang="zh-CN" b="1" i="1">
                <a:solidFill>
                  <a:srgbClr val="0000FF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26673" name="Oval 49"/>
            <p:cNvSpPr>
              <a:spLocks noChangeArrowheads="1"/>
            </p:cNvSpPr>
            <p:nvPr/>
          </p:nvSpPr>
          <p:spPr bwMode="auto">
            <a:xfrm>
              <a:off x="3320" y="2930"/>
              <a:ext cx="218" cy="219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lIns="0" tIns="72000" rIns="0" bIns="0"/>
            <a:lstStyle/>
            <a:p>
              <a:pPr algn="just" eaLnBrk="0" hangingPunct="0">
                <a:lnSpc>
                  <a:spcPct val="72000"/>
                </a:lnSpc>
              </a:pPr>
              <a:r>
                <a:rPr lang="en-US" altLang="zh-CN" b="1">
                  <a:solidFill>
                    <a:srgbClr val="0000FF"/>
                  </a:solidFill>
                  <a:latin typeface="Times New Roman" pitchFamily="18" charset="0"/>
                  <a:ea typeface="宋体" charset="-122"/>
                </a:rPr>
                <a:t>14</a:t>
              </a:r>
              <a:endParaRPr lang="en-US" altLang="zh-CN" b="1" i="1">
                <a:solidFill>
                  <a:srgbClr val="0000FF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26674" name="Oval 50"/>
            <p:cNvSpPr>
              <a:spLocks noChangeArrowheads="1"/>
            </p:cNvSpPr>
            <p:nvPr/>
          </p:nvSpPr>
          <p:spPr bwMode="auto">
            <a:xfrm>
              <a:off x="3801" y="2930"/>
              <a:ext cx="219" cy="219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lIns="0" tIns="72000" rIns="0" bIns="0"/>
            <a:lstStyle/>
            <a:p>
              <a:pPr algn="just" eaLnBrk="0" hangingPunct="0">
                <a:lnSpc>
                  <a:spcPct val="72000"/>
                </a:lnSpc>
              </a:pPr>
              <a:r>
                <a:rPr lang="en-US" altLang="zh-CN" b="1">
                  <a:solidFill>
                    <a:srgbClr val="0000FF"/>
                  </a:solidFill>
                  <a:latin typeface="Times New Roman" pitchFamily="18" charset="0"/>
                  <a:ea typeface="宋体" charset="-122"/>
                </a:rPr>
                <a:t>15</a:t>
              </a:r>
              <a:endParaRPr lang="en-US" altLang="zh-CN" b="1" i="1">
                <a:solidFill>
                  <a:srgbClr val="0000FF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26675" name="Oval 51"/>
            <p:cNvSpPr>
              <a:spLocks noChangeArrowheads="1"/>
            </p:cNvSpPr>
            <p:nvPr/>
          </p:nvSpPr>
          <p:spPr bwMode="auto">
            <a:xfrm>
              <a:off x="3524" y="2267"/>
              <a:ext cx="259" cy="221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lIns="72000" tIns="72000" rIns="0" bIns="0"/>
            <a:lstStyle/>
            <a:p>
              <a:pPr algn="just" eaLnBrk="0" hangingPunct="0">
                <a:lnSpc>
                  <a:spcPct val="72000"/>
                </a:lnSpc>
              </a:pPr>
              <a:r>
                <a:rPr lang="en-US" altLang="zh-CN" sz="1600" b="1" dirty="0" smtClean="0">
                  <a:solidFill>
                    <a:srgbClr val="0000FF"/>
                  </a:solidFill>
                  <a:latin typeface="Times New Roman" pitchFamily="18" charset="0"/>
                  <a:ea typeface="宋体" charset="-122"/>
                </a:rPr>
                <a:t>13</a:t>
              </a:r>
              <a:endParaRPr lang="en-US" altLang="zh-CN" sz="1600" b="1" i="1" dirty="0">
                <a:solidFill>
                  <a:srgbClr val="0000FF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26676" name="Oval 52"/>
            <p:cNvSpPr>
              <a:spLocks noChangeArrowheads="1"/>
            </p:cNvSpPr>
            <p:nvPr/>
          </p:nvSpPr>
          <p:spPr bwMode="auto">
            <a:xfrm>
              <a:off x="2589" y="2255"/>
              <a:ext cx="219" cy="219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lIns="0" tIns="72000" rIns="0" bIns="0"/>
            <a:lstStyle/>
            <a:p>
              <a:pPr algn="just" eaLnBrk="0" hangingPunct="0">
                <a:lnSpc>
                  <a:spcPct val="72000"/>
                </a:lnSpc>
              </a:pPr>
              <a:r>
                <a:rPr lang="en-US" altLang="zh-CN" b="1" dirty="0">
                  <a:solidFill>
                    <a:srgbClr val="0000FF"/>
                  </a:solidFill>
                  <a:latin typeface="Times New Roman" pitchFamily="18" charset="0"/>
                  <a:ea typeface="宋体" charset="-122"/>
                </a:rPr>
                <a:t>10</a:t>
              </a:r>
              <a:endParaRPr lang="en-US" altLang="zh-CN" b="1" i="1" dirty="0">
                <a:solidFill>
                  <a:srgbClr val="0000FF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26677" name="Oval 53"/>
            <p:cNvSpPr>
              <a:spLocks noChangeArrowheads="1"/>
            </p:cNvSpPr>
            <p:nvPr/>
          </p:nvSpPr>
          <p:spPr bwMode="auto">
            <a:xfrm>
              <a:off x="1410" y="2241"/>
              <a:ext cx="218" cy="221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lIns="72000" tIns="72000" rIns="0" bIns="0"/>
            <a:lstStyle/>
            <a:p>
              <a:pPr algn="just" eaLnBrk="0" hangingPunct="0">
                <a:lnSpc>
                  <a:spcPct val="72000"/>
                </a:lnSpc>
              </a:pPr>
              <a:r>
                <a:rPr lang="en-US" altLang="zh-CN" b="1">
                  <a:solidFill>
                    <a:srgbClr val="0000FF"/>
                  </a:solidFill>
                  <a:latin typeface="Times New Roman" pitchFamily="18" charset="0"/>
                  <a:ea typeface="宋体" charset="-122"/>
                </a:rPr>
                <a:t>6</a:t>
              </a:r>
              <a:endParaRPr lang="en-US" altLang="zh-CN" b="1" i="1">
                <a:solidFill>
                  <a:srgbClr val="0000FF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26678" name="Oval 54"/>
            <p:cNvSpPr>
              <a:spLocks noChangeArrowheads="1"/>
            </p:cNvSpPr>
            <p:nvPr/>
          </p:nvSpPr>
          <p:spPr bwMode="auto">
            <a:xfrm>
              <a:off x="3063" y="1571"/>
              <a:ext cx="218" cy="219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lIns="72000" tIns="72000" rIns="0" bIns="0"/>
            <a:lstStyle/>
            <a:p>
              <a:pPr algn="just" eaLnBrk="0" hangingPunct="0">
                <a:lnSpc>
                  <a:spcPct val="72000"/>
                </a:lnSpc>
              </a:pPr>
              <a:r>
                <a:rPr lang="en-US" altLang="zh-CN" b="1">
                  <a:solidFill>
                    <a:srgbClr val="0000FF"/>
                  </a:solidFill>
                  <a:latin typeface="Times New Roman" pitchFamily="18" charset="0"/>
                  <a:ea typeface="宋体" charset="-122"/>
                </a:rPr>
                <a:t>9</a:t>
              </a:r>
              <a:endParaRPr lang="en-US" altLang="zh-CN" b="1" i="1">
                <a:solidFill>
                  <a:srgbClr val="0000FF"/>
                </a:solidFill>
                <a:latin typeface="Times New Roman" pitchFamily="18" charset="0"/>
                <a:ea typeface="宋体" charset="-122"/>
              </a:endParaRPr>
            </a:p>
          </p:txBody>
        </p:sp>
      </p:grpSp>
      <p:sp>
        <p:nvSpPr>
          <p:cNvPr id="58" name="矩形 2"/>
          <p:cNvSpPr>
            <a:spLocks noChangeArrowheads="1"/>
          </p:cNvSpPr>
          <p:nvPr/>
        </p:nvSpPr>
        <p:spPr bwMode="auto">
          <a:xfrm>
            <a:off x="329130" y="589239"/>
            <a:ext cx="1893467" cy="502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just">
              <a:lnSpc>
                <a:spcPct val="120000"/>
              </a:lnSpc>
              <a:spcBef>
                <a:spcPct val="30000"/>
              </a:spcBef>
            </a:pPr>
            <a:r>
              <a:rPr kumimoji="1" lang="en-US" altLang="zh-CN" sz="2400" b="1" dirty="0" smtClean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3</a:t>
            </a:r>
            <a:r>
              <a:rPr kumimoji="1" lang="zh-CN" altLang="en-US" sz="2400" b="1" dirty="0" smtClean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、解空间树</a:t>
            </a:r>
            <a:endParaRPr kumimoji="1" lang="zh-CN" altLang="en-US" sz="2400" b="1" dirty="0">
              <a:solidFill>
                <a:srgbClr val="FF0000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59" name="矩形 58"/>
          <p:cNvSpPr/>
          <p:nvPr/>
        </p:nvSpPr>
        <p:spPr>
          <a:xfrm>
            <a:off x="2057768" y="5828913"/>
            <a:ext cx="32528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b="1" i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n</a:t>
            </a:r>
            <a:r>
              <a:rPr kumimoji="1" lang="en-US" altLang="zh-CN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=3</a:t>
            </a:r>
            <a:r>
              <a:rPr kumimoji="1" lang="zh-CN" altLang="en-US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的</a:t>
            </a:r>
            <a:r>
              <a:rPr kumimoji="1" lang="en-US" altLang="zh-CN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0/1</a:t>
            </a:r>
            <a:r>
              <a:rPr kumimoji="1" lang="zh-CN" altLang="en-US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背包问题的解空间树</a:t>
            </a:r>
            <a:endParaRPr lang="zh-CN" altLang="en-US" dirty="0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Text Box 2"/>
          <p:cNvSpPr txBox="1">
            <a:spLocks noChangeArrowheads="1"/>
          </p:cNvSpPr>
          <p:nvPr/>
        </p:nvSpPr>
        <p:spPr bwMode="auto">
          <a:xfrm>
            <a:off x="300111" y="1368458"/>
            <a:ext cx="8666608" cy="1046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 b="1" dirty="0" smtClean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   【</a:t>
            </a:r>
            <a:r>
              <a:rPr lang="zh-CN" altLang="en-US" sz="2000" b="1" dirty="0" smtClean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例</a:t>
            </a:r>
            <a:r>
              <a:rPr lang="en-US" altLang="zh-CN" sz="2000" b="1" dirty="0" smtClean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3】</a:t>
            </a:r>
            <a:r>
              <a:rPr kumimoji="1" lang="zh-CN" altLang="en-US" sz="2000" b="1" dirty="0" smtClean="0">
                <a:solidFill>
                  <a:srgbClr val="0000FF"/>
                </a:solidFill>
                <a:latin typeface="+mn-ea"/>
              </a:rPr>
              <a:t>对</a:t>
            </a:r>
            <a:r>
              <a:rPr kumimoji="1" lang="zh-CN" altLang="en-US" sz="2000" b="1" dirty="0">
                <a:solidFill>
                  <a:srgbClr val="0000FF"/>
                </a:solidFill>
                <a:latin typeface="+mn-ea"/>
              </a:rPr>
              <a:t>于</a:t>
            </a:r>
            <a:r>
              <a:rPr kumimoji="1" lang="en-US" altLang="zh-CN" sz="2000" b="1" i="1" dirty="0">
                <a:solidFill>
                  <a:srgbClr val="0000FF"/>
                </a:solidFill>
                <a:latin typeface="+mn-ea"/>
              </a:rPr>
              <a:t>n</a:t>
            </a:r>
            <a:r>
              <a:rPr kumimoji="1" lang="en-US" altLang="zh-CN" sz="2000" b="1" dirty="0">
                <a:solidFill>
                  <a:srgbClr val="0000FF"/>
                </a:solidFill>
                <a:latin typeface="+mn-ea"/>
              </a:rPr>
              <a:t>=4</a:t>
            </a:r>
            <a:r>
              <a:rPr kumimoji="1" lang="zh-CN" altLang="en-US" sz="2000" b="1" dirty="0">
                <a:solidFill>
                  <a:srgbClr val="0000FF"/>
                </a:solidFill>
                <a:latin typeface="+mn-ea"/>
              </a:rPr>
              <a:t>的</a:t>
            </a:r>
            <a:r>
              <a:rPr kumimoji="1" lang="en-US" altLang="zh-CN" sz="2000" b="1" dirty="0">
                <a:solidFill>
                  <a:srgbClr val="0000FF"/>
                </a:solidFill>
                <a:latin typeface="+mn-ea"/>
              </a:rPr>
              <a:t>TSP</a:t>
            </a:r>
            <a:r>
              <a:rPr kumimoji="1" lang="zh-CN" altLang="en-US" sz="2000" b="1" dirty="0">
                <a:solidFill>
                  <a:srgbClr val="0000FF"/>
                </a:solidFill>
                <a:latin typeface="+mn-ea"/>
              </a:rPr>
              <a:t>问题，其解空间树如</a:t>
            </a:r>
            <a:r>
              <a:rPr kumimoji="1" lang="zh-CN" altLang="en-US" sz="2000" b="1" dirty="0" smtClean="0">
                <a:solidFill>
                  <a:srgbClr val="0000FF"/>
                </a:solidFill>
                <a:latin typeface="+mn-ea"/>
              </a:rPr>
              <a:t>图所</a:t>
            </a:r>
            <a:r>
              <a:rPr kumimoji="1" lang="zh-CN" altLang="en-US" sz="2000" b="1" dirty="0">
                <a:solidFill>
                  <a:srgbClr val="0000FF"/>
                </a:solidFill>
                <a:latin typeface="+mn-ea"/>
              </a:rPr>
              <a:t>示，树中的</a:t>
            </a:r>
            <a:r>
              <a:rPr kumimoji="1" lang="en-US" altLang="zh-CN" sz="2000" b="1" dirty="0">
                <a:solidFill>
                  <a:srgbClr val="0000FF"/>
                </a:solidFill>
                <a:latin typeface="+mn-ea"/>
              </a:rPr>
              <a:t>24</a:t>
            </a:r>
            <a:r>
              <a:rPr kumimoji="1" lang="zh-CN" altLang="en-US" sz="2000" b="1" dirty="0">
                <a:solidFill>
                  <a:srgbClr val="0000FF"/>
                </a:solidFill>
                <a:latin typeface="+mn-ea"/>
              </a:rPr>
              <a:t>个叶子结点分别代表该问题的</a:t>
            </a:r>
            <a:r>
              <a:rPr kumimoji="1" lang="en-US" altLang="zh-CN" sz="2000" b="1" dirty="0">
                <a:solidFill>
                  <a:srgbClr val="0000FF"/>
                </a:solidFill>
                <a:latin typeface="+mn-ea"/>
              </a:rPr>
              <a:t>24</a:t>
            </a:r>
            <a:r>
              <a:rPr kumimoji="1" lang="zh-CN" altLang="en-US" sz="2000" b="1" dirty="0">
                <a:solidFill>
                  <a:srgbClr val="0000FF"/>
                </a:solidFill>
                <a:latin typeface="+mn-ea"/>
              </a:rPr>
              <a:t>个可能解，例如结点</a:t>
            </a:r>
            <a:r>
              <a:rPr kumimoji="1" lang="en-US" altLang="zh-CN" sz="2000" b="1" dirty="0">
                <a:solidFill>
                  <a:srgbClr val="0000FF"/>
                </a:solidFill>
                <a:latin typeface="+mn-ea"/>
              </a:rPr>
              <a:t>5</a:t>
            </a:r>
            <a:r>
              <a:rPr kumimoji="1" lang="zh-CN" altLang="en-US" sz="2000" b="1" dirty="0">
                <a:solidFill>
                  <a:srgbClr val="0000FF"/>
                </a:solidFill>
                <a:latin typeface="+mn-ea"/>
              </a:rPr>
              <a:t>代表一个可能解，路径为</a:t>
            </a:r>
            <a:r>
              <a:rPr kumimoji="1" lang="en-US" altLang="zh-CN" sz="2000" b="1" dirty="0">
                <a:solidFill>
                  <a:srgbClr val="0000FF"/>
                </a:solidFill>
                <a:latin typeface="+mn-ea"/>
              </a:rPr>
              <a:t>1→2→3→4→1</a:t>
            </a:r>
            <a:r>
              <a:rPr kumimoji="1" lang="zh-CN" altLang="en-US" sz="2000" b="1" dirty="0" smtClean="0">
                <a:solidFill>
                  <a:srgbClr val="0000FF"/>
                </a:solidFill>
                <a:latin typeface="+mn-ea"/>
              </a:rPr>
              <a:t>，路径长度</a:t>
            </a:r>
            <a:r>
              <a:rPr kumimoji="1" lang="zh-CN" altLang="en-US" sz="2000" b="1" dirty="0">
                <a:solidFill>
                  <a:srgbClr val="0000FF"/>
                </a:solidFill>
                <a:latin typeface="+mn-ea"/>
              </a:rPr>
              <a:t>为各边代价之和。 </a:t>
            </a: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179388" y="2648092"/>
            <a:ext cx="8748712" cy="3636589"/>
            <a:chOff x="1283" y="1575"/>
            <a:chExt cx="7988" cy="3086"/>
          </a:xfrm>
        </p:grpSpPr>
        <p:sp>
          <p:nvSpPr>
            <p:cNvPr id="398" name="Text Box 4"/>
            <p:cNvSpPr txBox="1">
              <a:spLocks noChangeArrowheads="1"/>
            </p:cNvSpPr>
            <p:nvPr/>
          </p:nvSpPr>
          <p:spPr bwMode="auto">
            <a:xfrm>
              <a:off x="1721" y="2597"/>
              <a:ext cx="170" cy="189"/>
            </a:xfrm>
            <a:prstGeom prst="rect">
              <a:avLst/>
            </a:prstGeom>
            <a:noFill/>
            <a:ln>
              <a:noFill/>
            </a:ln>
            <a:extLst/>
          </p:spPr>
          <p:txBody>
            <a:bodyPr lIns="0" tIns="0" rIns="0" bIns="0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just" fontAlgn="auto">
                <a:lnSpc>
                  <a:spcPct val="7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b="1" kern="0">
                  <a:solidFill>
                    <a:srgbClr val="000000"/>
                  </a:solidFill>
                  <a:latin typeface="Times New Roman" pitchFamily="18" charset="0"/>
                  <a:cs typeface="+mn-cs"/>
                </a:rPr>
                <a:t>2</a:t>
              </a:r>
            </a:p>
          </p:txBody>
        </p:sp>
        <p:sp>
          <p:nvSpPr>
            <p:cNvPr id="399" name="Text Box 5"/>
            <p:cNvSpPr txBox="1">
              <a:spLocks noChangeArrowheads="1"/>
            </p:cNvSpPr>
            <p:nvPr/>
          </p:nvSpPr>
          <p:spPr bwMode="auto">
            <a:xfrm>
              <a:off x="1283" y="4079"/>
              <a:ext cx="120" cy="198"/>
            </a:xfrm>
            <a:prstGeom prst="rect">
              <a:avLst/>
            </a:prstGeom>
            <a:noFill/>
            <a:ln>
              <a:noFill/>
            </a:ln>
            <a:extLst/>
          </p:spPr>
          <p:txBody>
            <a:bodyPr lIns="0" tIns="0" rIns="0" bIns="0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just" fontAlgn="auto">
                <a:lnSpc>
                  <a:spcPct val="7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b="1" kern="0">
                  <a:solidFill>
                    <a:srgbClr val="000000"/>
                  </a:solidFill>
                  <a:latin typeface="Times New Roman" pitchFamily="18" charset="0"/>
                  <a:cs typeface="+mn-cs"/>
                </a:rPr>
                <a:t>4</a:t>
              </a:r>
            </a:p>
          </p:txBody>
        </p:sp>
        <p:sp>
          <p:nvSpPr>
            <p:cNvPr id="400" name="Text Box 6"/>
            <p:cNvSpPr txBox="1">
              <a:spLocks noChangeArrowheads="1"/>
            </p:cNvSpPr>
            <p:nvPr/>
          </p:nvSpPr>
          <p:spPr bwMode="auto">
            <a:xfrm>
              <a:off x="1642" y="4081"/>
              <a:ext cx="120" cy="198"/>
            </a:xfrm>
            <a:prstGeom prst="rect">
              <a:avLst/>
            </a:prstGeom>
            <a:noFill/>
            <a:ln>
              <a:noFill/>
            </a:ln>
            <a:extLst/>
          </p:spPr>
          <p:txBody>
            <a:bodyPr lIns="0" tIns="0" rIns="0" bIns="0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just" fontAlgn="auto">
                <a:lnSpc>
                  <a:spcPct val="7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b="1" kern="0">
                  <a:solidFill>
                    <a:srgbClr val="000000"/>
                  </a:solidFill>
                  <a:latin typeface="Times New Roman" pitchFamily="18" charset="0"/>
                  <a:cs typeface="+mn-cs"/>
                </a:rPr>
                <a:t>3</a:t>
              </a:r>
            </a:p>
          </p:txBody>
        </p:sp>
        <p:sp>
          <p:nvSpPr>
            <p:cNvPr id="401" name="Text Box 7"/>
            <p:cNvSpPr txBox="1">
              <a:spLocks noChangeArrowheads="1"/>
            </p:cNvSpPr>
            <p:nvPr/>
          </p:nvSpPr>
          <p:spPr bwMode="auto">
            <a:xfrm>
              <a:off x="1943" y="4079"/>
              <a:ext cx="120" cy="198"/>
            </a:xfrm>
            <a:prstGeom prst="rect">
              <a:avLst/>
            </a:prstGeom>
            <a:noFill/>
            <a:ln>
              <a:noFill/>
            </a:ln>
            <a:extLst/>
          </p:spPr>
          <p:txBody>
            <a:bodyPr lIns="0" tIns="0" rIns="0" bIns="0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just" fontAlgn="auto">
                <a:lnSpc>
                  <a:spcPct val="7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b="1" kern="0">
                  <a:solidFill>
                    <a:srgbClr val="000000"/>
                  </a:solidFill>
                  <a:latin typeface="Times New Roman" pitchFamily="18" charset="0"/>
                  <a:cs typeface="+mn-cs"/>
                </a:rPr>
                <a:t>4</a:t>
              </a:r>
            </a:p>
          </p:txBody>
        </p:sp>
        <p:sp>
          <p:nvSpPr>
            <p:cNvPr id="402" name="Text Box 8"/>
            <p:cNvSpPr txBox="1">
              <a:spLocks noChangeArrowheads="1"/>
            </p:cNvSpPr>
            <p:nvPr/>
          </p:nvSpPr>
          <p:spPr bwMode="auto">
            <a:xfrm>
              <a:off x="2293" y="4082"/>
              <a:ext cx="120" cy="198"/>
            </a:xfrm>
            <a:prstGeom prst="rect">
              <a:avLst/>
            </a:prstGeom>
            <a:noFill/>
            <a:ln>
              <a:noFill/>
            </a:ln>
            <a:extLst/>
          </p:spPr>
          <p:txBody>
            <a:bodyPr lIns="0" tIns="0" rIns="0" bIns="0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just" fontAlgn="auto">
                <a:lnSpc>
                  <a:spcPct val="7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b="1" kern="0">
                  <a:solidFill>
                    <a:srgbClr val="000000"/>
                  </a:solidFill>
                  <a:latin typeface="Times New Roman" pitchFamily="18" charset="0"/>
                  <a:cs typeface="+mn-cs"/>
                </a:rPr>
                <a:t>2</a:t>
              </a:r>
            </a:p>
          </p:txBody>
        </p:sp>
        <p:sp>
          <p:nvSpPr>
            <p:cNvPr id="403" name="Text Box 9"/>
            <p:cNvSpPr txBox="1">
              <a:spLocks noChangeArrowheads="1"/>
            </p:cNvSpPr>
            <p:nvPr/>
          </p:nvSpPr>
          <p:spPr bwMode="auto">
            <a:xfrm>
              <a:off x="2622" y="4081"/>
              <a:ext cx="120" cy="198"/>
            </a:xfrm>
            <a:prstGeom prst="rect">
              <a:avLst/>
            </a:prstGeom>
            <a:noFill/>
            <a:ln>
              <a:noFill/>
            </a:ln>
            <a:extLst/>
          </p:spPr>
          <p:txBody>
            <a:bodyPr lIns="0" tIns="0" rIns="0" bIns="0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just" fontAlgn="auto">
                <a:lnSpc>
                  <a:spcPct val="7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b="1" kern="0">
                  <a:solidFill>
                    <a:srgbClr val="000000"/>
                  </a:solidFill>
                  <a:latin typeface="Times New Roman" pitchFamily="18" charset="0"/>
                  <a:cs typeface="+mn-cs"/>
                </a:rPr>
                <a:t>2</a:t>
              </a:r>
            </a:p>
          </p:txBody>
        </p:sp>
        <p:sp>
          <p:nvSpPr>
            <p:cNvPr id="404" name="Text Box 10"/>
            <p:cNvSpPr txBox="1">
              <a:spLocks noChangeArrowheads="1"/>
            </p:cNvSpPr>
            <p:nvPr/>
          </p:nvSpPr>
          <p:spPr bwMode="auto">
            <a:xfrm>
              <a:off x="2973" y="4083"/>
              <a:ext cx="120" cy="198"/>
            </a:xfrm>
            <a:prstGeom prst="rect">
              <a:avLst/>
            </a:prstGeom>
            <a:noFill/>
            <a:ln>
              <a:noFill/>
            </a:ln>
            <a:extLst/>
          </p:spPr>
          <p:txBody>
            <a:bodyPr lIns="0" tIns="0" rIns="0" bIns="0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just" fontAlgn="auto">
                <a:lnSpc>
                  <a:spcPct val="7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b="1" kern="0">
                  <a:solidFill>
                    <a:srgbClr val="000000"/>
                  </a:solidFill>
                  <a:latin typeface="Times New Roman" pitchFamily="18" charset="0"/>
                  <a:cs typeface="+mn-cs"/>
                </a:rPr>
                <a:t>3</a:t>
              </a:r>
            </a:p>
          </p:txBody>
        </p:sp>
        <p:sp>
          <p:nvSpPr>
            <p:cNvPr id="405" name="Text Box 11"/>
            <p:cNvSpPr txBox="1">
              <a:spLocks noChangeArrowheads="1"/>
            </p:cNvSpPr>
            <p:nvPr/>
          </p:nvSpPr>
          <p:spPr bwMode="auto">
            <a:xfrm>
              <a:off x="3293" y="4082"/>
              <a:ext cx="120" cy="198"/>
            </a:xfrm>
            <a:prstGeom prst="rect">
              <a:avLst/>
            </a:prstGeom>
            <a:noFill/>
            <a:ln>
              <a:noFill/>
            </a:ln>
            <a:extLst/>
          </p:spPr>
          <p:txBody>
            <a:bodyPr lIns="0" tIns="0" rIns="0" bIns="0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just" fontAlgn="auto">
                <a:lnSpc>
                  <a:spcPct val="7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b="1" kern="0">
                  <a:solidFill>
                    <a:srgbClr val="000000"/>
                  </a:solidFill>
                  <a:latin typeface="Times New Roman" pitchFamily="18" charset="0"/>
                  <a:cs typeface="+mn-cs"/>
                </a:rPr>
                <a:t>4</a:t>
              </a:r>
            </a:p>
          </p:txBody>
        </p:sp>
        <p:sp>
          <p:nvSpPr>
            <p:cNvPr id="406" name="Text Box 12"/>
            <p:cNvSpPr txBox="1">
              <a:spLocks noChangeArrowheads="1"/>
            </p:cNvSpPr>
            <p:nvPr/>
          </p:nvSpPr>
          <p:spPr bwMode="auto">
            <a:xfrm>
              <a:off x="3643" y="4083"/>
              <a:ext cx="120" cy="198"/>
            </a:xfrm>
            <a:prstGeom prst="rect">
              <a:avLst/>
            </a:prstGeom>
            <a:noFill/>
            <a:ln>
              <a:noFill/>
            </a:ln>
            <a:extLst/>
          </p:spPr>
          <p:txBody>
            <a:bodyPr lIns="0" tIns="0" rIns="0" bIns="0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just" fontAlgn="auto">
                <a:lnSpc>
                  <a:spcPct val="7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b="1" kern="0">
                  <a:solidFill>
                    <a:srgbClr val="000000"/>
                  </a:solidFill>
                  <a:latin typeface="Times New Roman" pitchFamily="18" charset="0"/>
                  <a:cs typeface="+mn-cs"/>
                </a:rPr>
                <a:t>3</a:t>
              </a:r>
            </a:p>
          </p:txBody>
        </p:sp>
        <p:sp>
          <p:nvSpPr>
            <p:cNvPr id="407" name="Text Box 13"/>
            <p:cNvSpPr txBox="1">
              <a:spLocks noChangeArrowheads="1"/>
            </p:cNvSpPr>
            <p:nvPr/>
          </p:nvSpPr>
          <p:spPr bwMode="auto">
            <a:xfrm>
              <a:off x="4004" y="4078"/>
              <a:ext cx="119" cy="198"/>
            </a:xfrm>
            <a:prstGeom prst="rect">
              <a:avLst/>
            </a:prstGeom>
            <a:noFill/>
            <a:ln>
              <a:noFill/>
            </a:ln>
            <a:extLst/>
          </p:spPr>
          <p:txBody>
            <a:bodyPr lIns="0" tIns="0" rIns="0" bIns="0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just" fontAlgn="auto">
                <a:lnSpc>
                  <a:spcPct val="7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b="1" kern="0">
                  <a:solidFill>
                    <a:srgbClr val="000000"/>
                  </a:solidFill>
                  <a:latin typeface="Times New Roman" pitchFamily="18" charset="0"/>
                  <a:cs typeface="+mn-cs"/>
                </a:rPr>
                <a:t>4</a:t>
              </a:r>
            </a:p>
          </p:txBody>
        </p:sp>
        <p:sp>
          <p:nvSpPr>
            <p:cNvPr id="408" name="Text Box 14"/>
            <p:cNvSpPr txBox="1">
              <a:spLocks noChangeArrowheads="1"/>
            </p:cNvSpPr>
            <p:nvPr/>
          </p:nvSpPr>
          <p:spPr bwMode="auto">
            <a:xfrm>
              <a:off x="4343" y="4079"/>
              <a:ext cx="120" cy="198"/>
            </a:xfrm>
            <a:prstGeom prst="rect">
              <a:avLst/>
            </a:prstGeom>
            <a:noFill/>
            <a:ln>
              <a:noFill/>
            </a:ln>
            <a:extLst/>
          </p:spPr>
          <p:txBody>
            <a:bodyPr lIns="0" tIns="0" rIns="0" bIns="0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just" fontAlgn="auto">
                <a:lnSpc>
                  <a:spcPct val="7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b="1" kern="0">
                  <a:solidFill>
                    <a:srgbClr val="000000"/>
                  </a:solidFill>
                  <a:latin typeface="Times New Roman" pitchFamily="18" charset="0"/>
                  <a:cs typeface="+mn-cs"/>
                </a:rPr>
                <a:t>1</a:t>
              </a:r>
            </a:p>
          </p:txBody>
        </p:sp>
        <p:sp>
          <p:nvSpPr>
            <p:cNvPr id="409" name="Text Box 15"/>
            <p:cNvSpPr txBox="1">
              <a:spLocks noChangeArrowheads="1"/>
            </p:cNvSpPr>
            <p:nvPr/>
          </p:nvSpPr>
          <p:spPr bwMode="auto">
            <a:xfrm>
              <a:off x="4653" y="4079"/>
              <a:ext cx="120" cy="198"/>
            </a:xfrm>
            <a:prstGeom prst="rect">
              <a:avLst/>
            </a:prstGeom>
            <a:noFill/>
            <a:ln>
              <a:noFill/>
            </a:ln>
            <a:extLst/>
          </p:spPr>
          <p:txBody>
            <a:bodyPr lIns="0" tIns="0" rIns="0" bIns="0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just" fontAlgn="auto">
                <a:lnSpc>
                  <a:spcPct val="7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b="1" kern="0">
                  <a:solidFill>
                    <a:srgbClr val="000000"/>
                  </a:solidFill>
                  <a:latin typeface="Times New Roman" pitchFamily="18" charset="0"/>
                  <a:cs typeface="+mn-cs"/>
                </a:rPr>
                <a:t>3</a:t>
              </a:r>
            </a:p>
          </p:txBody>
        </p:sp>
        <p:sp>
          <p:nvSpPr>
            <p:cNvPr id="410" name="Text Box 16"/>
            <p:cNvSpPr txBox="1">
              <a:spLocks noChangeArrowheads="1"/>
            </p:cNvSpPr>
            <p:nvPr/>
          </p:nvSpPr>
          <p:spPr bwMode="auto">
            <a:xfrm>
              <a:off x="5002" y="4081"/>
              <a:ext cx="120" cy="198"/>
            </a:xfrm>
            <a:prstGeom prst="rect">
              <a:avLst/>
            </a:prstGeom>
            <a:noFill/>
            <a:ln>
              <a:noFill/>
            </a:ln>
            <a:extLst/>
          </p:spPr>
          <p:txBody>
            <a:bodyPr lIns="0" tIns="0" rIns="0" bIns="0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just" fontAlgn="auto">
                <a:lnSpc>
                  <a:spcPct val="7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b="1" kern="0">
                  <a:solidFill>
                    <a:srgbClr val="000000"/>
                  </a:solidFill>
                  <a:latin typeface="Times New Roman" pitchFamily="18" charset="0"/>
                  <a:cs typeface="+mn-cs"/>
                </a:rPr>
                <a:t>1</a:t>
              </a:r>
            </a:p>
          </p:txBody>
        </p:sp>
        <p:sp>
          <p:nvSpPr>
            <p:cNvPr id="411" name="Text Box 17"/>
            <p:cNvSpPr txBox="1">
              <a:spLocks noChangeArrowheads="1"/>
            </p:cNvSpPr>
            <p:nvPr/>
          </p:nvSpPr>
          <p:spPr bwMode="auto">
            <a:xfrm>
              <a:off x="5333" y="4079"/>
              <a:ext cx="120" cy="198"/>
            </a:xfrm>
            <a:prstGeom prst="rect">
              <a:avLst/>
            </a:prstGeom>
            <a:noFill/>
            <a:ln>
              <a:noFill/>
            </a:ln>
            <a:extLst/>
          </p:spPr>
          <p:txBody>
            <a:bodyPr lIns="0" tIns="0" rIns="0" bIns="0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just" fontAlgn="auto">
                <a:lnSpc>
                  <a:spcPct val="7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b="1" kern="0">
                  <a:solidFill>
                    <a:srgbClr val="000000"/>
                  </a:solidFill>
                  <a:latin typeface="Times New Roman" pitchFamily="18" charset="0"/>
                  <a:cs typeface="+mn-cs"/>
                </a:rPr>
                <a:t>4</a:t>
              </a:r>
            </a:p>
          </p:txBody>
        </p:sp>
        <p:sp>
          <p:nvSpPr>
            <p:cNvPr id="412" name="Text Box 18"/>
            <p:cNvSpPr txBox="1">
              <a:spLocks noChangeArrowheads="1"/>
            </p:cNvSpPr>
            <p:nvPr/>
          </p:nvSpPr>
          <p:spPr bwMode="auto">
            <a:xfrm>
              <a:off x="5663" y="4082"/>
              <a:ext cx="120" cy="198"/>
            </a:xfrm>
            <a:prstGeom prst="rect">
              <a:avLst/>
            </a:prstGeom>
            <a:noFill/>
            <a:ln>
              <a:noFill/>
            </a:ln>
            <a:extLst/>
          </p:spPr>
          <p:txBody>
            <a:bodyPr lIns="0" tIns="0" rIns="0" bIns="0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just" fontAlgn="auto">
                <a:lnSpc>
                  <a:spcPct val="7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b="1" kern="0">
                  <a:solidFill>
                    <a:srgbClr val="000000"/>
                  </a:solidFill>
                  <a:latin typeface="Times New Roman" pitchFamily="18" charset="0"/>
                  <a:cs typeface="+mn-cs"/>
                </a:rPr>
                <a:t>2</a:t>
              </a:r>
            </a:p>
          </p:txBody>
        </p:sp>
        <p:sp>
          <p:nvSpPr>
            <p:cNvPr id="413" name="Text Box 19"/>
            <p:cNvSpPr txBox="1">
              <a:spLocks noChangeArrowheads="1"/>
            </p:cNvSpPr>
            <p:nvPr/>
          </p:nvSpPr>
          <p:spPr bwMode="auto">
            <a:xfrm>
              <a:off x="5973" y="4081"/>
              <a:ext cx="119" cy="198"/>
            </a:xfrm>
            <a:prstGeom prst="rect">
              <a:avLst/>
            </a:prstGeom>
            <a:noFill/>
            <a:ln>
              <a:noFill/>
            </a:ln>
            <a:extLst/>
          </p:spPr>
          <p:txBody>
            <a:bodyPr lIns="0" tIns="0" rIns="0" bIns="0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just" fontAlgn="auto">
                <a:lnSpc>
                  <a:spcPct val="7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b="1" kern="0">
                  <a:solidFill>
                    <a:srgbClr val="000000"/>
                  </a:solidFill>
                  <a:latin typeface="Times New Roman" pitchFamily="18" charset="0"/>
                  <a:cs typeface="+mn-cs"/>
                </a:rPr>
                <a:t>4</a:t>
              </a:r>
            </a:p>
          </p:txBody>
        </p:sp>
        <p:sp>
          <p:nvSpPr>
            <p:cNvPr id="414" name="Text Box 20"/>
            <p:cNvSpPr txBox="1">
              <a:spLocks noChangeArrowheads="1"/>
            </p:cNvSpPr>
            <p:nvPr/>
          </p:nvSpPr>
          <p:spPr bwMode="auto">
            <a:xfrm>
              <a:off x="6323" y="4083"/>
              <a:ext cx="120" cy="198"/>
            </a:xfrm>
            <a:prstGeom prst="rect">
              <a:avLst/>
            </a:prstGeom>
            <a:noFill/>
            <a:ln>
              <a:noFill/>
            </a:ln>
            <a:extLst/>
          </p:spPr>
          <p:txBody>
            <a:bodyPr lIns="0" tIns="0" rIns="0" bIns="0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just" fontAlgn="auto">
                <a:lnSpc>
                  <a:spcPct val="7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b="1" kern="0">
                  <a:solidFill>
                    <a:srgbClr val="000000"/>
                  </a:solidFill>
                  <a:latin typeface="Times New Roman" pitchFamily="18" charset="0"/>
                  <a:cs typeface="+mn-cs"/>
                </a:rPr>
                <a:t>1</a:t>
              </a:r>
            </a:p>
          </p:txBody>
        </p:sp>
        <p:sp>
          <p:nvSpPr>
            <p:cNvPr id="415" name="Text Box 21"/>
            <p:cNvSpPr txBox="1">
              <a:spLocks noChangeArrowheads="1"/>
            </p:cNvSpPr>
            <p:nvPr/>
          </p:nvSpPr>
          <p:spPr bwMode="auto">
            <a:xfrm>
              <a:off x="6623" y="4089"/>
              <a:ext cx="120" cy="198"/>
            </a:xfrm>
            <a:prstGeom prst="rect">
              <a:avLst/>
            </a:prstGeom>
            <a:noFill/>
            <a:ln>
              <a:noFill/>
            </a:ln>
            <a:extLst/>
          </p:spPr>
          <p:txBody>
            <a:bodyPr lIns="0" tIns="0" rIns="0" bIns="0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just" fontAlgn="auto">
                <a:lnSpc>
                  <a:spcPct val="7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b="1" kern="0">
                  <a:solidFill>
                    <a:srgbClr val="000000"/>
                  </a:solidFill>
                  <a:latin typeface="Times New Roman" pitchFamily="18" charset="0"/>
                  <a:cs typeface="+mn-cs"/>
                </a:rPr>
                <a:t>2</a:t>
              </a:r>
            </a:p>
          </p:txBody>
        </p:sp>
        <p:sp>
          <p:nvSpPr>
            <p:cNvPr id="416" name="Text Box 22"/>
            <p:cNvSpPr txBox="1">
              <a:spLocks noChangeArrowheads="1"/>
            </p:cNvSpPr>
            <p:nvPr/>
          </p:nvSpPr>
          <p:spPr bwMode="auto">
            <a:xfrm>
              <a:off x="6982" y="4091"/>
              <a:ext cx="120" cy="198"/>
            </a:xfrm>
            <a:prstGeom prst="rect">
              <a:avLst/>
            </a:prstGeom>
            <a:noFill/>
            <a:ln>
              <a:noFill/>
            </a:ln>
            <a:extLst/>
          </p:spPr>
          <p:txBody>
            <a:bodyPr lIns="0" tIns="0" rIns="0" bIns="0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just" fontAlgn="auto">
                <a:lnSpc>
                  <a:spcPct val="7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b="1" kern="0">
                  <a:solidFill>
                    <a:srgbClr val="000000"/>
                  </a:solidFill>
                  <a:latin typeface="Times New Roman" pitchFamily="18" charset="0"/>
                  <a:cs typeface="+mn-cs"/>
                </a:rPr>
                <a:t>1</a:t>
              </a:r>
            </a:p>
          </p:txBody>
        </p:sp>
        <p:sp>
          <p:nvSpPr>
            <p:cNvPr id="417" name="Text Box 23"/>
            <p:cNvSpPr txBox="1">
              <a:spLocks noChangeArrowheads="1"/>
            </p:cNvSpPr>
            <p:nvPr/>
          </p:nvSpPr>
          <p:spPr bwMode="auto">
            <a:xfrm>
              <a:off x="7292" y="4090"/>
              <a:ext cx="120" cy="198"/>
            </a:xfrm>
            <a:prstGeom prst="rect">
              <a:avLst/>
            </a:prstGeom>
            <a:noFill/>
            <a:ln>
              <a:noFill/>
            </a:ln>
            <a:extLst/>
          </p:spPr>
          <p:txBody>
            <a:bodyPr lIns="0" tIns="0" rIns="0" bIns="0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just" fontAlgn="auto">
                <a:lnSpc>
                  <a:spcPct val="7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b="1" kern="0">
                  <a:solidFill>
                    <a:srgbClr val="000000"/>
                  </a:solidFill>
                  <a:latin typeface="Times New Roman" pitchFamily="18" charset="0"/>
                  <a:cs typeface="+mn-cs"/>
                </a:rPr>
                <a:t>2</a:t>
              </a:r>
            </a:p>
          </p:txBody>
        </p:sp>
        <p:sp>
          <p:nvSpPr>
            <p:cNvPr id="418" name="Text Box 24"/>
            <p:cNvSpPr txBox="1">
              <a:spLocks noChangeArrowheads="1"/>
            </p:cNvSpPr>
            <p:nvPr/>
          </p:nvSpPr>
          <p:spPr bwMode="auto">
            <a:xfrm>
              <a:off x="7633" y="4091"/>
              <a:ext cx="120" cy="198"/>
            </a:xfrm>
            <a:prstGeom prst="rect">
              <a:avLst/>
            </a:prstGeom>
            <a:noFill/>
            <a:ln>
              <a:noFill/>
            </a:ln>
            <a:extLst/>
          </p:spPr>
          <p:txBody>
            <a:bodyPr lIns="0" tIns="0" rIns="0" bIns="0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just" fontAlgn="auto">
                <a:lnSpc>
                  <a:spcPct val="7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b="1" kern="0">
                  <a:solidFill>
                    <a:srgbClr val="000000"/>
                  </a:solidFill>
                  <a:latin typeface="Times New Roman" pitchFamily="18" charset="0"/>
                  <a:cs typeface="+mn-cs"/>
                </a:rPr>
                <a:t>3</a:t>
              </a:r>
            </a:p>
          </p:txBody>
        </p:sp>
        <p:sp>
          <p:nvSpPr>
            <p:cNvPr id="419" name="Text Box 25"/>
            <p:cNvSpPr txBox="1">
              <a:spLocks noChangeArrowheads="1"/>
            </p:cNvSpPr>
            <p:nvPr/>
          </p:nvSpPr>
          <p:spPr bwMode="auto">
            <a:xfrm>
              <a:off x="7964" y="4091"/>
              <a:ext cx="119" cy="198"/>
            </a:xfrm>
            <a:prstGeom prst="rect">
              <a:avLst/>
            </a:prstGeom>
            <a:noFill/>
            <a:ln>
              <a:noFill/>
            </a:ln>
            <a:extLst/>
          </p:spPr>
          <p:txBody>
            <a:bodyPr lIns="0" tIns="0" rIns="0" bIns="0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just" fontAlgn="auto">
                <a:lnSpc>
                  <a:spcPct val="7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b="1" kern="0">
                  <a:solidFill>
                    <a:srgbClr val="000000"/>
                  </a:solidFill>
                  <a:latin typeface="Times New Roman" pitchFamily="18" charset="0"/>
                  <a:cs typeface="+mn-cs"/>
                </a:rPr>
                <a:t>3</a:t>
              </a:r>
            </a:p>
          </p:txBody>
        </p:sp>
        <p:sp>
          <p:nvSpPr>
            <p:cNvPr id="420" name="Text Box 26"/>
            <p:cNvSpPr txBox="1">
              <a:spLocks noChangeArrowheads="1"/>
            </p:cNvSpPr>
            <p:nvPr/>
          </p:nvSpPr>
          <p:spPr bwMode="auto">
            <a:xfrm>
              <a:off x="8313" y="4083"/>
              <a:ext cx="120" cy="198"/>
            </a:xfrm>
            <a:prstGeom prst="rect">
              <a:avLst/>
            </a:prstGeom>
            <a:noFill/>
            <a:ln>
              <a:noFill/>
            </a:ln>
            <a:extLst/>
          </p:spPr>
          <p:txBody>
            <a:bodyPr lIns="0" tIns="0" rIns="0" bIns="0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just" fontAlgn="auto">
                <a:lnSpc>
                  <a:spcPct val="7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b="1" kern="0">
                  <a:solidFill>
                    <a:srgbClr val="000000"/>
                  </a:solidFill>
                  <a:latin typeface="Times New Roman" pitchFamily="18" charset="0"/>
                  <a:cs typeface="+mn-cs"/>
                </a:rPr>
                <a:t>1</a:t>
              </a:r>
            </a:p>
          </p:txBody>
        </p:sp>
        <p:sp>
          <p:nvSpPr>
            <p:cNvPr id="421" name="Text Box 27"/>
            <p:cNvSpPr txBox="1">
              <a:spLocks noChangeArrowheads="1"/>
            </p:cNvSpPr>
            <p:nvPr/>
          </p:nvSpPr>
          <p:spPr bwMode="auto">
            <a:xfrm>
              <a:off x="8613" y="4091"/>
              <a:ext cx="120" cy="198"/>
            </a:xfrm>
            <a:prstGeom prst="rect">
              <a:avLst/>
            </a:prstGeom>
            <a:noFill/>
            <a:ln>
              <a:noFill/>
            </a:ln>
            <a:extLst/>
          </p:spPr>
          <p:txBody>
            <a:bodyPr lIns="0" tIns="0" rIns="0" bIns="0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just" fontAlgn="auto">
                <a:lnSpc>
                  <a:spcPct val="7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b="1" kern="0">
                  <a:solidFill>
                    <a:srgbClr val="000000"/>
                  </a:solidFill>
                  <a:latin typeface="Times New Roman" pitchFamily="18" charset="0"/>
                  <a:cs typeface="+mn-cs"/>
                </a:rPr>
                <a:t>2</a:t>
              </a:r>
            </a:p>
          </p:txBody>
        </p:sp>
        <p:sp>
          <p:nvSpPr>
            <p:cNvPr id="422" name="Text Box 28"/>
            <p:cNvSpPr txBox="1">
              <a:spLocks noChangeArrowheads="1"/>
            </p:cNvSpPr>
            <p:nvPr/>
          </p:nvSpPr>
          <p:spPr bwMode="auto">
            <a:xfrm>
              <a:off x="8972" y="4094"/>
              <a:ext cx="120" cy="198"/>
            </a:xfrm>
            <a:prstGeom prst="rect">
              <a:avLst/>
            </a:prstGeom>
            <a:noFill/>
            <a:ln>
              <a:noFill/>
            </a:ln>
            <a:extLst/>
          </p:spPr>
          <p:txBody>
            <a:bodyPr lIns="0" tIns="0" rIns="0" bIns="0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just" fontAlgn="auto">
                <a:lnSpc>
                  <a:spcPct val="7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b="1" kern="0">
                  <a:solidFill>
                    <a:srgbClr val="000000"/>
                  </a:solidFill>
                  <a:latin typeface="Times New Roman" pitchFamily="18" charset="0"/>
                  <a:cs typeface="+mn-cs"/>
                </a:rPr>
                <a:t>1</a:t>
              </a:r>
            </a:p>
          </p:txBody>
        </p:sp>
        <p:sp>
          <p:nvSpPr>
            <p:cNvPr id="423" name="Text Box 29"/>
            <p:cNvSpPr txBox="1">
              <a:spLocks noChangeArrowheads="1"/>
            </p:cNvSpPr>
            <p:nvPr/>
          </p:nvSpPr>
          <p:spPr bwMode="auto">
            <a:xfrm>
              <a:off x="2690" y="3328"/>
              <a:ext cx="171" cy="190"/>
            </a:xfrm>
            <a:prstGeom prst="rect">
              <a:avLst/>
            </a:prstGeom>
            <a:noFill/>
            <a:ln>
              <a:noFill/>
            </a:ln>
            <a:extLst/>
          </p:spPr>
          <p:txBody>
            <a:bodyPr lIns="0" tIns="0" rIns="0" bIns="0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just" fontAlgn="auto">
                <a:lnSpc>
                  <a:spcPct val="7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b="1" kern="0">
                  <a:solidFill>
                    <a:srgbClr val="000000"/>
                  </a:solidFill>
                  <a:latin typeface="Times New Roman" pitchFamily="18" charset="0"/>
                  <a:cs typeface="+mn-cs"/>
                </a:rPr>
                <a:t>3</a:t>
              </a:r>
            </a:p>
          </p:txBody>
        </p:sp>
        <p:sp>
          <p:nvSpPr>
            <p:cNvPr id="424" name="Text Box 31"/>
            <p:cNvSpPr txBox="1">
              <a:spLocks noChangeArrowheads="1"/>
            </p:cNvSpPr>
            <p:nvPr/>
          </p:nvSpPr>
          <p:spPr bwMode="auto">
            <a:xfrm>
              <a:off x="4721" y="3289"/>
              <a:ext cx="170" cy="189"/>
            </a:xfrm>
            <a:prstGeom prst="rect">
              <a:avLst/>
            </a:prstGeom>
            <a:noFill/>
            <a:ln>
              <a:noFill/>
            </a:ln>
            <a:extLst/>
          </p:spPr>
          <p:txBody>
            <a:bodyPr lIns="0" tIns="0" rIns="0" bIns="0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just" fontAlgn="auto">
                <a:lnSpc>
                  <a:spcPct val="7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b="1" kern="0">
                  <a:solidFill>
                    <a:srgbClr val="000000"/>
                  </a:solidFill>
                  <a:latin typeface="Times New Roman" pitchFamily="18" charset="0"/>
                  <a:cs typeface="+mn-cs"/>
                </a:rPr>
                <a:t>1</a:t>
              </a:r>
            </a:p>
          </p:txBody>
        </p:sp>
        <p:sp>
          <p:nvSpPr>
            <p:cNvPr id="425" name="Text Box 32"/>
            <p:cNvSpPr txBox="1">
              <a:spLocks noChangeArrowheads="1"/>
            </p:cNvSpPr>
            <p:nvPr/>
          </p:nvSpPr>
          <p:spPr bwMode="auto">
            <a:xfrm>
              <a:off x="5141" y="3287"/>
              <a:ext cx="170" cy="189"/>
            </a:xfrm>
            <a:prstGeom prst="rect">
              <a:avLst/>
            </a:prstGeom>
            <a:noFill/>
            <a:ln>
              <a:noFill/>
            </a:ln>
            <a:extLst/>
          </p:spPr>
          <p:txBody>
            <a:bodyPr lIns="0" tIns="0" rIns="0" bIns="0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just" fontAlgn="auto">
                <a:lnSpc>
                  <a:spcPct val="7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b="1" kern="0">
                  <a:solidFill>
                    <a:srgbClr val="000000"/>
                  </a:solidFill>
                  <a:latin typeface="Times New Roman" pitchFamily="18" charset="0"/>
                  <a:cs typeface="+mn-cs"/>
                </a:rPr>
                <a:t>3</a:t>
              </a:r>
            </a:p>
          </p:txBody>
        </p:sp>
        <p:sp>
          <p:nvSpPr>
            <p:cNvPr id="426" name="Text Box 33"/>
            <p:cNvSpPr txBox="1">
              <a:spLocks noChangeArrowheads="1"/>
            </p:cNvSpPr>
            <p:nvPr/>
          </p:nvSpPr>
          <p:spPr bwMode="auto">
            <a:xfrm>
              <a:off x="7991" y="3276"/>
              <a:ext cx="170" cy="190"/>
            </a:xfrm>
            <a:prstGeom prst="rect">
              <a:avLst/>
            </a:prstGeom>
            <a:noFill/>
            <a:ln>
              <a:noFill/>
            </a:ln>
            <a:extLst/>
          </p:spPr>
          <p:txBody>
            <a:bodyPr lIns="0" tIns="0" rIns="0" bIns="0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just" fontAlgn="auto">
                <a:lnSpc>
                  <a:spcPct val="7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b="1" kern="0">
                  <a:solidFill>
                    <a:srgbClr val="000000"/>
                  </a:solidFill>
                  <a:latin typeface="Times New Roman" pitchFamily="18" charset="0"/>
                  <a:cs typeface="+mn-cs"/>
                </a:rPr>
                <a:t>1</a:t>
              </a:r>
            </a:p>
          </p:txBody>
        </p:sp>
        <p:sp>
          <p:nvSpPr>
            <p:cNvPr id="427" name="Text Box 34"/>
            <p:cNvSpPr txBox="1">
              <a:spLocks noChangeArrowheads="1"/>
            </p:cNvSpPr>
            <p:nvPr/>
          </p:nvSpPr>
          <p:spPr bwMode="auto">
            <a:xfrm>
              <a:off x="8411" y="3276"/>
              <a:ext cx="170" cy="189"/>
            </a:xfrm>
            <a:prstGeom prst="rect">
              <a:avLst/>
            </a:prstGeom>
            <a:noFill/>
            <a:ln>
              <a:noFill/>
            </a:ln>
            <a:extLst/>
          </p:spPr>
          <p:txBody>
            <a:bodyPr lIns="0" tIns="0" rIns="0" bIns="0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just" fontAlgn="auto">
                <a:lnSpc>
                  <a:spcPct val="7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b="1" kern="0">
                  <a:solidFill>
                    <a:srgbClr val="000000"/>
                  </a:solidFill>
                  <a:latin typeface="Times New Roman" pitchFamily="18" charset="0"/>
                  <a:cs typeface="+mn-cs"/>
                </a:rPr>
                <a:t>3</a:t>
              </a:r>
            </a:p>
          </p:txBody>
        </p:sp>
        <p:sp>
          <p:nvSpPr>
            <p:cNvPr id="428" name="Text Box 35"/>
            <p:cNvSpPr txBox="1">
              <a:spLocks noChangeArrowheads="1"/>
            </p:cNvSpPr>
            <p:nvPr/>
          </p:nvSpPr>
          <p:spPr bwMode="auto">
            <a:xfrm>
              <a:off x="8691" y="3287"/>
              <a:ext cx="170" cy="189"/>
            </a:xfrm>
            <a:prstGeom prst="rect">
              <a:avLst/>
            </a:prstGeom>
            <a:noFill/>
            <a:ln>
              <a:noFill/>
            </a:ln>
            <a:extLst/>
          </p:spPr>
          <p:txBody>
            <a:bodyPr lIns="0" tIns="0" rIns="0" bIns="0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just" fontAlgn="auto">
                <a:lnSpc>
                  <a:spcPct val="7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b="1" kern="0">
                  <a:solidFill>
                    <a:srgbClr val="000000"/>
                  </a:solidFill>
                  <a:latin typeface="Times New Roman" pitchFamily="18" charset="0"/>
                  <a:cs typeface="+mn-cs"/>
                </a:rPr>
                <a:t>1</a:t>
              </a:r>
            </a:p>
          </p:txBody>
        </p:sp>
        <p:sp>
          <p:nvSpPr>
            <p:cNvPr id="429" name="Text Box 36"/>
            <p:cNvSpPr txBox="1">
              <a:spLocks noChangeArrowheads="1"/>
            </p:cNvSpPr>
            <p:nvPr/>
          </p:nvSpPr>
          <p:spPr bwMode="auto">
            <a:xfrm>
              <a:off x="9101" y="3286"/>
              <a:ext cx="170" cy="189"/>
            </a:xfrm>
            <a:prstGeom prst="rect">
              <a:avLst/>
            </a:prstGeom>
            <a:noFill/>
            <a:ln>
              <a:noFill/>
            </a:ln>
            <a:extLst/>
          </p:spPr>
          <p:txBody>
            <a:bodyPr lIns="0" tIns="0" rIns="0" bIns="0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just" fontAlgn="auto">
                <a:lnSpc>
                  <a:spcPct val="7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b="1" kern="0">
                  <a:solidFill>
                    <a:srgbClr val="000000"/>
                  </a:solidFill>
                  <a:latin typeface="Times New Roman" pitchFamily="18" charset="0"/>
                  <a:cs typeface="+mn-cs"/>
                </a:rPr>
                <a:t>2</a:t>
              </a:r>
            </a:p>
          </p:txBody>
        </p:sp>
        <p:sp>
          <p:nvSpPr>
            <p:cNvPr id="430" name="Text Box 37"/>
            <p:cNvSpPr txBox="1">
              <a:spLocks noChangeArrowheads="1"/>
            </p:cNvSpPr>
            <p:nvPr/>
          </p:nvSpPr>
          <p:spPr bwMode="auto">
            <a:xfrm>
              <a:off x="7350" y="3279"/>
              <a:ext cx="171" cy="189"/>
            </a:xfrm>
            <a:prstGeom prst="rect">
              <a:avLst/>
            </a:prstGeom>
            <a:noFill/>
            <a:ln>
              <a:noFill/>
            </a:ln>
            <a:extLst/>
          </p:spPr>
          <p:txBody>
            <a:bodyPr lIns="0" tIns="0" rIns="0" bIns="0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just" fontAlgn="auto">
                <a:lnSpc>
                  <a:spcPct val="7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b="1" kern="0">
                  <a:solidFill>
                    <a:srgbClr val="000000"/>
                  </a:solidFill>
                  <a:latin typeface="Times New Roman" pitchFamily="18" charset="0"/>
                  <a:cs typeface="+mn-cs"/>
                </a:rPr>
                <a:t>3</a:t>
              </a:r>
            </a:p>
          </p:txBody>
        </p:sp>
        <p:sp>
          <p:nvSpPr>
            <p:cNvPr id="431" name="Text Box 38"/>
            <p:cNvSpPr txBox="1">
              <a:spLocks noChangeArrowheads="1"/>
            </p:cNvSpPr>
            <p:nvPr/>
          </p:nvSpPr>
          <p:spPr bwMode="auto">
            <a:xfrm>
              <a:off x="7771" y="3278"/>
              <a:ext cx="170" cy="189"/>
            </a:xfrm>
            <a:prstGeom prst="rect">
              <a:avLst/>
            </a:prstGeom>
            <a:noFill/>
            <a:ln>
              <a:noFill/>
            </a:ln>
            <a:extLst/>
          </p:spPr>
          <p:txBody>
            <a:bodyPr lIns="0" tIns="0" rIns="0" bIns="0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just" fontAlgn="auto">
                <a:lnSpc>
                  <a:spcPct val="7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b="1" kern="0">
                  <a:solidFill>
                    <a:srgbClr val="000000"/>
                  </a:solidFill>
                  <a:latin typeface="Times New Roman" pitchFamily="18" charset="0"/>
                  <a:cs typeface="+mn-cs"/>
                </a:rPr>
                <a:t>2</a:t>
              </a:r>
            </a:p>
          </p:txBody>
        </p:sp>
        <p:sp>
          <p:nvSpPr>
            <p:cNvPr id="432" name="Text Box 39"/>
            <p:cNvSpPr txBox="1">
              <a:spLocks noChangeArrowheads="1"/>
            </p:cNvSpPr>
            <p:nvPr/>
          </p:nvSpPr>
          <p:spPr bwMode="auto">
            <a:xfrm>
              <a:off x="6691" y="3289"/>
              <a:ext cx="170" cy="189"/>
            </a:xfrm>
            <a:prstGeom prst="rect">
              <a:avLst/>
            </a:prstGeom>
            <a:noFill/>
            <a:ln>
              <a:noFill/>
            </a:ln>
            <a:extLst/>
          </p:spPr>
          <p:txBody>
            <a:bodyPr lIns="0" tIns="0" rIns="0" bIns="0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just" fontAlgn="auto">
                <a:lnSpc>
                  <a:spcPct val="7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b="1" kern="0">
                  <a:solidFill>
                    <a:srgbClr val="000000"/>
                  </a:solidFill>
                  <a:latin typeface="Times New Roman" pitchFamily="18" charset="0"/>
                  <a:cs typeface="+mn-cs"/>
                </a:rPr>
                <a:t>1</a:t>
              </a:r>
            </a:p>
          </p:txBody>
        </p:sp>
        <p:sp>
          <p:nvSpPr>
            <p:cNvPr id="433" name="Text Box 40"/>
            <p:cNvSpPr txBox="1">
              <a:spLocks noChangeArrowheads="1"/>
            </p:cNvSpPr>
            <p:nvPr/>
          </p:nvSpPr>
          <p:spPr bwMode="auto">
            <a:xfrm>
              <a:off x="7091" y="3287"/>
              <a:ext cx="170" cy="189"/>
            </a:xfrm>
            <a:prstGeom prst="rect">
              <a:avLst/>
            </a:prstGeom>
            <a:noFill/>
            <a:ln>
              <a:noFill/>
            </a:ln>
            <a:extLst/>
          </p:spPr>
          <p:txBody>
            <a:bodyPr lIns="0" tIns="0" rIns="0" bIns="0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just" fontAlgn="auto">
                <a:lnSpc>
                  <a:spcPct val="7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b="1" kern="0">
                  <a:solidFill>
                    <a:srgbClr val="000000"/>
                  </a:solidFill>
                  <a:latin typeface="Times New Roman" pitchFamily="18" charset="0"/>
                  <a:cs typeface="+mn-cs"/>
                </a:rPr>
                <a:t>2</a:t>
              </a:r>
            </a:p>
          </p:txBody>
        </p:sp>
        <p:sp>
          <p:nvSpPr>
            <p:cNvPr id="434" name="Text Box 41"/>
            <p:cNvSpPr txBox="1">
              <a:spLocks noChangeArrowheads="1"/>
            </p:cNvSpPr>
            <p:nvPr/>
          </p:nvSpPr>
          <p:spPr bwMode="auto">
            <a:xfrm>
              <a:off x="6011" y="3289"/>
              <a:ext cx="170" cy="189"/>
            </a:xfrm>
            <a:prstGeom prst="rect">
              <a:avLst/>
            </a:prstGeom>
            <a:noFill/>
            <a:ln>
              <a:noFill/>
            </a:ln>
            <a:extLst/>
          </p:spPr>
          <p:txBody>
            <a:bodyPr lIns="0" tIns="0" rIns="0" bIns="0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just" fontAlgn="auto">
                <a:lnSpc>
                  <a:spcPct val="7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b="1" kern="0">
                  <a:solidFill>
                    <a:srgbClr val="000000"/>
                  </a:solidFill>
                  <a:latin typeface="Times New Roman" pitchFamily="18" charset="0"/>
                  <a:cs typeface="+mn-cs"/>
                </a:rPr>
                <a:t>1</a:t>
              </a:r>
            </a:p>
          </p:txBody>
        </p:sp>
        <p:sp>
          <p:nvSpPr>
            <p:cNvPr id="435" name="Text Box 42"/>
            <p:cNvSpPr txBox="1">
              <a:spLocks noChangeArrowheads="1"/>
            </p:cNvSpPr>
            <p:nvPr/>
          </p:nvSpPr>
          <p:spPr bwMode="auto">
            <a:xfrm>
              <a:off x="6431" y="3287"/>
              <a:ext cx="170" cy="189"/>
            </a:xfrm>
            <a:prstGeom prst="rect">
              <a:avLst/>
            </a:prstGeom>
            <a:noFill/>
            <a:ln>
              <a:noFill/>
            </a:ln>
            <a:extLst/>
          </p:spPr>
          <p:txBody>
            <a:bodyPr lIns="0" tIns="0" rIns="0" bIns="0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just" fontAlgn="auto">
                <a:lnSpc>
                  <a:spcPct val="7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b="1" kern="0">
                  <a:solidFill>
                    <a:srgbClr val="000000"/>
                  </a:solidFill>
                  <a:latin typeface="Times New Roman" pitchFamily="18" charset="0"/>
                  <a:cs typeface="+mn-cs"/>
                </a:rPr>
                <a:t>4</a:t>
              </a:r>
            </a:p>
          </p:txBody>
        </p:sp>
        <p:sp>
          <p:nvSpPr>
            <p:cNvPr id="436" name="Text Box 43"/>
            <p:cNvSpPr txBox="1">
              <a:spLocks noChangeArrowheads="1"/>
            </p:cNvSpPr>
            <p:nvPr/>
          </p:nvSpPr>
          <p:spPr bwMode="auto">
            <a:xfrm>
              <a:off x="5352" y="3289"/>
              <a:ext cx="170" cy="189"/>
            </a:xfrm>
            <a:prstGeom prst="rect">
              <a:avLst/>
            </a:prstGeom>
            <a:noFill/>
            <a:ln>
              <a:noFill/>
            </a:ln>
            <a:extLst/>
          </p:spPr>
          <p:txBody>
            <a:bodyPr lIns="0" tIns="0" rIns="0" bIns="0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just" fontAlgn="auto">
                <a:lnSpc>
                  <a:spcPct val="7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b="1" kern="0">
                  <a:solidFill>
                    <a:srgbClr val="000000"/>
                  </a:solidFill>
                  <a:latin typeface="Times New Roman" pitchFamily="18" charset="0"/>
                  <a:cs typeface="+mn-cs"/>
                </a:rPr>
                <a:t>2</a:t>
              </a:r>
            </a:p>
          </p:txBody>
        </p:sp>
        <p:sp>
          <p:nvSpPr>
            <p:cNvPr id="437" name="Text Box 44"/>
            <p:cNvSpPr txBox="1">
              <a:spLocks noChangeArrowheads="1"/>
            </p:cNvSpPr>
            <p:nvPr/>
          </p:nvSpPr>
          <p:spPr bwMode="auto">
            <a:xfrm>
              <a:off x="5771" y="3287"/>
              <a:ext cx="171" cy="189"/>
            </a:xfrm>
            <a:prstGeom prst="rect">
              <a:avLst/>
            </a:prstGeom>
            <a:noFill/>
            <a:ln>
              <a:noFill/>
            </a:ln>
            <a:extLst/>
          </p:spPr>
          <p:txBody>
            <a:bodyPr lIns="0" tIns="0" rIns="0" bIns="0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just" fontAlgn="auto">
                <a:lnSpc>
                  <a:spcPct val="7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b="1" kern="0">
                  <a:solidFill>
                    <a:srgbClr val="000000"/>
                  </a:solidFill>
                  <a:latin typeface="Times New Roman" pitchFamily="18" charset="0"/>
                  <a:cs typeface="+mn-cs"/>
                </a:rPr>
                <a:t>4</a:t>
              </a:r>
            </a:p>
          </p:txBody>
        </p:sp>
        <p:sp>
          <p:nvSpPr>
            <p:cNvPr id="438" name="Text Box 45"/>
            <p:cNvSpPr txBox="1">
              <a:spLocks noChangeArrowheads="1"/>
            </p:cNvSpPr>
            <p:nvPr/>
          </p:nvSpPr>
          <p:spPr bwMode="auto">
            <a:xfrm>
              <a:off x="4062" y="3297"/>
              <a:ext cx="170" cy="190"/>
            </a:xfrm>
            <a:prstGeom prst="rect">
              <a:avLst/>
            </a:prstGeom>
            <a:noFill/>
            <a:ln>
              <a:noFill/>
            </a:ln>
            <a:extLst/>
          </p:spPr>
          <p:txBody>
            <a:bodyPr lIns="0" tIns="0" rIns="0" bIns="0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just" fontAlgn="auto">
                <a:lnSpc>
                  <a:spcPct val="7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b="1" kern="0">
                  <a:solidFill>
                    <a:srgbClr val="000000"/>
                  </a:solidFill>
                  <a:latin typeface="Times New Roman" pitchFamily="18" charset="0"/>
                  <a:cs typeface="+mn-cs"/>
                </a:rPr>
                <a:t>1</a:t>
              </a:r>
            </a:p>
          </p:txBody>
        </p:sp>
        <p:sp>
          <p:nvSpPr>
            <p:cNvPr id="439" name="Text Box 46"/>
            <p:cNvSpPr txBox="1">
              <a:spLocks noChangeArrowheads="1"/>
            </p:cNvSpPr>
            <p:nvPr/>
          </p:nvSpPr>
          <p:spPr bwMode="auto">
            <a:xfrm>
              <a:off x="4470" y="3297"/>
              <a:ext cx="171" cy="189"/>
            </a:xfrm>
            <a:prstGeom prst="rect">
              <a:avLst/>
            </a:prstGeom>
            <a:noFill/>
            <a:ln>
              <a:noFill/>
            </a:ln>
            <a:extLst/>
          </p:spPr>
          <p:txBody>
            <a:bodyPr lIns="0" tIns="0" rIns="0" bIns="0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just" fontAlgn="auto">
                <a:lnSpc>
                  <a:spcPct val="7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b="1" kern="0">
                  <a:solidFill>
                    <a:srgbClr val="000000"/>
                  </a:solidFill>
                  <a:latin typeface="Times New Roman" pitchFamily="18" charset="0"/>
                  <a:cs typeface="+mn-cs"/>
                </a:rPr>
                <a:t>4</a:t>
              </a:r>
            </a:p>
          </p:txBody>
        </p:sp>
        <p:sp>
          <p:nvSpPr>
            <p:cNvPr id="440" name="Text Box 47"/>
            <p:cNvSpPr txBox="1">
              <a:spLocks noChangeArrowheads="1"/>
            </p:cNvSpPr>
            <p:nvPr/>
          </p:nvSpPr>
          <p:spPr bwMode="auto">
            <a:xfrm>
              <a:off x="3372" y="3318"/>
              <a:ext cx="170" cy="189"/>
            </a:xfrm>
            <a:prstGeom prst="rect">
              <a:avLst/>
            </a:prstGeom>
            <a:noFill/>
            <a:ln>
              <a:noFill/>
            </a:ln>
            <a:extLst/>
          </p:spPr>
          <p:txBody>
            <a:bodyPr lIns="0" tIns="0" rIns="0" bIns="0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just" fontAlgn="auto">
                <a:lnSpc>
                  <a:spcPct val="7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b="1" kern="0">
                  <a:solidFill>
                    <a:srgbClr val="000000"/>
                  </a:solidFill>
                  <a:latin typeface="Times New Roman" pitchFamily="18" charset="0"/>
                  <a:cs typeface="+mn-cs"/>
                </a:rPr>
                <a:t>3</a:t>
              </a:r>
            </a:p>
          </p:txBody>
        </p:sp>
        <p:sp>
          <p:nvSpPr>
            <p:cNvPr id="441" name="Text Box 48"/>
            <p:cNvSpPr txBox="1">
              <a:spLocks noChangeArrowheads="1"/>
            </p:cNvSpPr>
            <p:nvPr/>
          </p:nvSpPr>
          <p:spPr bwMode="auto">
            <a:xfrm>
              <a:off x="3811" y="3317"/>
              <a:ext cx="170" cy="189"/>
            </a:xfrm>
            <a:prstGeom prst="rect">
              <a:avLst/>
            </a:prstGeom>
            <a:noFill/>
            <a:ln>
              <a:noFill/>
            </a:ln>
            <a:extLst/>
          </p:spPr>
          <p:txBody>
            <a:bodyPr lIns="0" tIns="0" rIns="0" bIns="0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just" fontAlgn="auto">
                <a:lnSpc>
                  <a:spcPct val="7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b="1" kern="0">
                  <a:solidFill>
                    <a:srgbClr val="000000"/>
                  </a:solidFill>
                  <a:latin typeface="Times New Roman" pitchFamily="18" charset="0"/>
                  <a:cs typeface="+mn-cs"/>
                </a:rPr>
                <a:t>4</a:t>
              </a:r>
            </a:p>
          </p:txBody>
        </p:sp>
        <p:sp>
          <p:nvSpPr>
            <p:cNvPr id="442" name="Text Box 50"/>
            <p:cNvSpPr txBox="1">
              <a:spLocks noChangeArrowheads="1"/>
            </p:cNvSpPr>
            <p:nvPr/>
          </p:nvSpPr>
          <p:spPr bwMode="auto">
            <a:xfrm>
              <a:off x="3121" y="3317"/>
              <a:ext cx="170" cy="189"/>
            </a:xfrm>
            <a:prstGeom prst="rect">
              <a:avLst/>
            </a:prstGeom>
            <a:noFill/>
            <a:ln>
              <a:noFill/>
            </a:ln>
            <a:extLst/>
          </p:spPr>
          <p:txBody>
            <a:bodyPr lIns="0" tIns="0" rIns="0" bIns="0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just" fontAlgn="auto">
                <a:lnSpc>
                  <a:spcPct val="7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b="1" kern="0" dirty="0">
                  <a:solidFill>
                    <a:srgbClr val="000000"/>
                  </a:solidFill>
                  <a:latin typeface="Times New Roman" pitchFamily="18" charset="0"/>
                  <a:cs typeface="+mn-cs"/>
                </a:rPr>
                <a:t>2</a:t>
              </a:r>
            </a:p>
          </p:txBody>
        </p:sp>
        <p:sp>
          <p:nvSpPr>
            <p:cNvPr id="443" name="Text Box 51"/>
            <p:cNvSpPr txBox="1">
              <a:spLocks noChangeArrowheads="1"/>
            </p:cNvSpPr>
            <p:nvPr/>
          </p:nvSpPr>
          <p:spPr bwMode="auto">
            <a:xfrm>
              <a:off x="2031" y="3326"/>
              <a:ext cx="170" cy="189"/>
            </a:xfrm>
            <a:prstGeom prst="rect">
              <a:avLst/>
            </a:prstGeom>
            <a:noFill/>
            <a:ln>
              <a:noFill/>
            </a:ln>
            <a:extLst/>
          </p:spPr>
          <p:txBody>
            <a:bodyPr lIns="0" tIns="0" rIns="0" bIns="0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just" fontAlgn="auto">
                <a:lnSpc>
                  <a:spcPct val="7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b="1" kern="0">
                  <a:solidFill>
                    <a:srgbClr val="000000"/>
                  </a:solidFill>
                  <a:latin typeface="Times New Roman" pitchFamily="18" charset="0"/>
                  <a:cs typeface="+mn-cs"/>
                </a:rPr>
                <a:t>2</a:t>
              </a:r>
            </a:p>
          </p:txBody>
        </p:sp>
        <p:sp>
          <p:nvSpPr>
            <p:cNvPr id="444" name="Text Box 52"/>
            <p:cNvSpPr txBox="1">
              <a:spLocks noChangeArrowheads="1"/>
            </p:cNvSpPr>
            <p:nvPr/>
          </p:nvSpPr>
          <p:spPr bwMode="auto">
            <a:xfrm>
              <a:off x="2441" y="3325"/>
              <a:ext cx="170" cy="189"/>
            </a:xfrm>
            <a:prstGeom prst="rect">
              <a:avLst/>
            </a:prstGeom>
            <a:noFill/>
            <a:ln>
              <a:noFill/>
            </a:ln>
            <a:extLst/>
          </p:spPr>
          <p:txBody>
            <a:bodyPr lIns="0" tIns="0" rIns="0" bIns="0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just" fontAlgn="auto">
                <a:lnSpc>
                  <a:spcPct val="7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b="1" kern="0">
                  <a:solidFill>
                    <a:srgbClr val="000000"/>
                  </a:solidFill>
                  <a:latin typeface="Times New Roman" pitchFamily="18" charset="0"/>
                  <a:cs typeface="+mn-cs"/>
                </a:rPr>
                <a:t>4</a:t>
              </a:r>
            </a:p>
          </p:txBody>
        </p:sp>
        <p:sp>
          <p:nvSpPr>
            <p:cNvPr id="445" name="Text Box 53"/>
            <p:cNvSpPr txBox="1">
              <a:spLocks noChangeArrowheads="1"/>
            </p:cNvSpPr>
            <p:nvPr/>
          </p:nvSpPr>
          <p:spPr bwMode="auto">
            <a:xfrm>
              <a:off x="1361" y="3328"/>
              <a:ext cx="170" cy="189"/>
            </a:xfrm>
            <a:prstGeom prst="rect">
              <a:avLst/>
            </a:prstGeom>
            <a:noFill/>
            <a:ln>
              <a:noFill/>
            </a:ln>
            <a:extLst/>
          </p:spPr>
          <p:txBody>
            <a:bodyPr lIns="0" tIns="0" rIns="0" bIns="0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just" fontAlgn="auto">
                <a:lnSpc>
                  <a:spcPct val="7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b="1" kern="0">
                  <a:solidFill>
                    <a:srgbClr val="000000"/>
                  </a:solidFill>
                  <a:latin typeface="Times New Roman" pitchFamily="18" charset="0"/>
                  <a:cs typeface="+mn-cs"/>
                </a:rPr>
                <a:t>3</a:t>
              </a:r>
            </a:p>
          </p:txBody>
        </p:sp>
        <p:sp>
          <p:nvSpPr>
            <p:cNvPr id="446" name="Text Box 54"/>
            <p:cNvSpPr txBox="1">
              <a:spLocks noChangeArrowheads="1"/>
            </p:cNvSpPr>
            <p:nvPr/>
          </p:nvSpPr>
          <p:spPr bwMode="auto">
            <a:xfrm>
              <a:off x="1782" y="3326"/>
              <a:ext cx="170" cy="189"/>
            </a:xfrm>
            <a:prstGeom prst="rect">
              <a:avLst/>
            </a:prstGeom>
            <a:noFill/>
            <a:ln>
              <a:noFill/>
            </a:ln>
            <a:extLst/>
          </p:spPr>
          <p:txBody>
            <a:bodyPr lIns="0" tIns="0" rIns="0" bIns="0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just" fontAlgn="auto">
                <a:lnSpc>
                  <a:spcPct val="7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b="1" kern="0">
                  <a:solidFill>
                    <a:srgbClr val="000000"/>
                  </a:solidFill>
                  <a:latin typeface="Times New Roman" pitchFamily="18" charset="0"/>
                  <a:cs typeface="+mn-cs"/>
                </a:rPr>
                <a:t>4</a:t>
              </a:r>
            </a:p>
          </p:txBody>
        </p:sp>
        <p:sp>
          <p:nvSpPr>
            <p:cNvPr id="447" name="Text Box 55"/>
            <p:cNvSpPr txBox="1">
              <a:spLocks noChangeArrowheads="1"/>
            </p:cNvSpPr>
            <p:nvPr/>
          </p:nvSpPr>
          <p:spPr bwMode="auto">
            <a:xfrm>
              <a:off x="7722" y="2642"/>
              <a:ext cx="170" cy="189"/>
            </a:xfrm>
            <a:prstGeom prst="rect">
              <a:avLst/>
            </a:prstGeom>
            <a:noFill/>
            <a:ln>
              <a:noFill/>
            </a:ln>
            <a:extLst/>
          </p:spPr>
          <p:txBody>
            <a:bodyPr lIns="0" tIns="0" rIns="0" bIns="0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just" fontAlgn="auto">
                <a:lnSpc>
                  <a:spcPct val="7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b="1" kern="0">
                  <a:solidFill>
                    <a:srgbClr val="000000"/>
                  </a:solidFill>
                  <a:latin typeface="Times New Roman" pitchFamily="18" charset="0"/>
                  <a:cs typeface="+mn-cs"/>
                </a:rPr>
                <a:t>1</a:t>
              </a:r>
            </a:p>
          </p:txBody>
        </p:sp>
        <p:sp>
          <p:nvSpPr>
            <p:cNvPr id="448" name="Text Box 56"/>
            <p:cNvSpPr txBox="1">
              <a:spLocks noChangeArrowheads="1"/>
            </p:cNvSpPr>
            <p:nvPr/>
          </p:nvSpPr>
          <p:spPr bwMode="auto">
            <a:xfrm>
              <a:off x="8091" y="2641"/>
              <a:ext cx="170" cy="190"/>
            </a:xfrm>
            <a:prstGeom prst="rect">
              <a:avLst/>
            </a:prstGeom>
            <a:noFill/>
            <a:ln>
              <a:noFill/>
            </a:ln>
            <a:extLst/>
          </p:spPr>
          <p:txBody>
            <a:bodyPr lIns="0" tIns="0" rIns="0" bIns="0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just" fontAlgn="auto">
                <a:lnSpc>
                  <a:spcPct val="7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b="1" kern="0">
                  <a:solidFill>
                    <a:srgbClr val="000000"/>
                  </a:solidFill>
                  <a:latin typeface="Times New Roman" pitchFamily="18" charset="0"/>
                  <a:cs typeface="+mn-cs"/>
                </a:rPr>
                <a:t>2</a:t>
              </a:r>
            </a:p>
          </p:txBody>
        </p:sp>
        <p:sp>
          <p:nvSpPr>
            <p:cNvPr id="449" name="Text Box 57"/>
            <p:cNvSpPr txBox="1">
              <a:spLocks noChangeArrowheads="1"/>
            </p:cNvSpPr>
            <p:nvPr/>
          </p:nvSpPr>
          <p:spPr bwMode="auto">
            <a:xfrm>
              <a:off x="8411" y="2642"/>
              <a:ext cx="170" cy="189"/>
            </a:xfrm>
            <a:prstGeom prst="rect">
              <a:avLst/>
            </a:prstGeom>
            <a:noFill/>
            <a:ln>
              <a:noFill/>
            </a:ln>
            <a:extLst/>
          </p:spPr>
          <p:txBody>
            <a:bodyPr lIns="0" tIns="0" rIns="0" bIns="0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just" fontAlgn="auto">
                <a:lnSpc>
                  <a:spcPct val="7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b="1" kern="0">
                  <a:solidFill>
                    <a:srgbClr val="000000"/>
                  </a:solidFill>
                  <a:latin typeface="Times New Roman" pitchFamily="18" charset="0"/>
                  <a:cs typeface="+mn-cs"/>
                </a:rPr>
                <a:t>3</a:t>
              </a:r>
            </a:p>
          </p:txBody>
        </p:sp>
        <p:sp>
          <p:nvSpPr>
            <p:cNvPr id="450" name="Text Box 58"/>
            <p:cNvSpPr txBox="1">
              <a:spLocks noChangeArrowheads="1"/>
            </p:cNvSpPr>
            <p:nvPr/>
          </p:nvSpPr>
          <p:spPr bwMode="auto">
            <a:xfrm>
              <a:off x="5721" y="2631"/>
              <a:ext cx="170" cy="189"/>
            </a:xfrm>
            <a:prstGeom prst="rect">
              <a:avLst/>
            </a:prstGeom>
            <a:noFill/>
            <a:ln>
              <a:noFill/>
            </a:ln>
            <a:extLst/>
          </p:spPr>
          <p:txBody>
            <a:bodyPr lIns="0" tIns="0" rIns="0" bIns="0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just" fontAlgn="auto">
                <a:lnSpc>
                  <a:spcPct val="7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b="1" kern="0">
                  <a:solidFill>
                    <a:srgbClr val="000000"/>
                  </a:solidFill>
                  <a:latin typeface="Times New Roman" pitchFamily="18" charset="0"/>
                  <a:cs typeface="+mn-cs"/>
                </a:rPr>
                <a:t>1</a:t>
              </a:r>
            </a:p>
          </p:txBody>
        </p:sp>
        <p:sp>
          <p:nvSpPr>
            <p:cNvPr id="451" name="Text Box 59"/>
            <p:cNvSpPr txBox="1">
              <a:spLocks noChangeArrowheads="1"/>
            </p:cNvSpPr>
            <p:nvPr/>
          </p:nvSpPr>
          <p:spPr bwMode="auto">
            <a:xfrm>
              <a:off x="6091" y="2630"/>
              <a:ext cx="170" cy="189"/>
            </a:xfrm>
            <a:prstGeom prst="rect">
              <a:avLst/>
            </a:prstGeom>
            <a:noFill/>
            <a:ln>
              <a:noFill/>
            </a:ln>
            <a:extLst/>
          </p:spPr>
          <p:txBody>
            <a:bodyPr lIns="0" tIns="0" rIns="0" bIns="0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just" fontAlgn="auto">
                <a:lnSpc>
                  <a:spcPct val="7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b="1" kern="0">
                  <a:solidFill>
                    <a:srgbClr val="000000"/>
                  </a:solidFill>
                  <a:latin typeface="Times New Roman" pitchFamily="18" charset="0"/>
                  <a:cs typeface="+mn-cs"/>
                </a:rPr>
                <a:t>2</a:t>
              </a:r>
            </a:p>
          </p:txBody>
        </p:sp>
        <p:sp>
          <p:nvSpPr>
            <p:cNvPr id="452" name="Text Box 60"/>
            <p:cNvSpPr txBox="1">
              <a:spLocks noChangeArrowheads="1"/>
            </p:cNvSpPr>
            <p:nvPr/>
          </p:nvSpPr>
          <p:spPr bwMode="auto">
            <a:xfrm>
              <a:off x="6411" y="2631"/>
              <a:ext cx="170" cy="189"/>
            </a:xfrm>
            <a:prstGeom prst="rect">
              <a:avLst/>
            </a:prstGeom>
            <a:noFill/>
            <a:ln>
              <a:noFill/>
            </a:ln>
            <a:extLst/>
          </p:spPr>
          <p:txBody>
            <a:bodyPr lIns="0" tIns="0" rIns="0" bIns="0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just" fontAlgn="auto">
                <a:lnSpc>
                  <a:spcPct val="7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b="1" kern="0">
                  <a:solidFill>
                    <a:srgbClr val="000000"/>
                  </a:solidFill>
                  <a:latin typeface="Times New Roman" pitchFamily="18" charset="0"/>
                  <a:cs typeface="+mn-cs"/>
                </a:rPr>
                <a:t>4</a:t>
              </a:r>
            </a:p>
          </p:txBody>
        </p:sp>
        <p:sp>
          <p:nvSpPr>
            <p:cNvPr id="453" name="Text Box 61"/>
            <p:cNvSpPr txBox="1">
              <a:spLocks noChangeArrowheads="1"/>
            </p:cNvSpPr>
            <p:nvPr/>
          </p:nvSpPr>
          <p:spPr bwMode="auto">
            <a:xfrm>
              <a:off x="3751" y="2620"/>
              <a:ext cx="170" cy="190"/>
            </a:xfrm>
            <a:prstGeom prst="rect">
              <a:avLst/>
            </a:prstGeom>
            <a:noFill/>
            <a:ln>
              <a:noFill/>
            </a:ln>
            <a:extLst/>
          </p:spPr>
          <p:txBody>
            <a:bodyPr lIns="0" tIns="0" rIns="0" bIns="0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just" fontAlgn="auto">
                <a:lnSpc>
                  <a:spcPct val="7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b="1" kern="0">
                  <a:solidFill>
                    <a:srgbClr val="000000"/>
                  </a:solidFill>
                  <a:latin typeface="Times New Roman" pitchFamily="18" charset="0"/>
                  <a:cs typeface="+mn-cs"/>
                </a:rPr>
                <a:t>1</a:t>
              </a:r>
            </a:p>
          </p:txBody>
        </p:sp>
        <p:sp>
          <p:nvSpPr>
            <p:cNvPr id="454" name="Text Box 62"/>
            <p:cNvSpPr txBox="1">
              <a:spLocks noChangeArrowheads="1"/>
            </p:cNvSpPr>
            <p:nvPr/>
          </p:nvSpPr>
          <p:spPr bwMode="auto">
            <a:xfrm>
              <a:off x="4121" y="2620"/>
              <a:ext cx="170" cy="189"/>
            </a:xfrm>
            <a:prstGeom prst="rect">
              <a:avLst/>
            </a:prstGeom>
            <a:noFill/>
            <a:ln>
              <a:noFill/>
            </a:ln>
            <a:extLst/>
          </p:spPr>
          <p:txBody>
            <a:bodyPr lIns="0" tIns="0" rIns="0" bIns="0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just" fontAlgn="auto">
                <a:lnSpc>
                  <a:spcPct val="7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b="1" kern="0">
                  <a:solidFill>
                    <a:srgbClr val="000000"/>
                  </a:solidFill>
                  <a:latin typeface="Times New Roman" pitchFamily="18" charset="0"/>
                  <a:cs typeface="+mn-cs"/>
                </a:rPr>
                <a:t>3</a:t>
              </a:r>
            </a:p>
          </p:txBody>
        </p:sp>
        <p:sp>
          <p:nvSpPr>
            <p:cNvPr id="455" name="Text Box 63"/>
            <p:cNvSpPr txBox="1">
              <a:spLocks noChangeArrowheads="1"/>
            </p:cNvSpPr>
            <p:nvPr/>
          </p:nvSpPr>
          <p:spPr bwMode="auto">
            <a:xfrm>
              <a:off x="4441" y="2620"/>
              <a:ext cx="170" cy="190"/>
            </a:xfrm>
            <a:prstGeom prst="rect">
              <a:avLst/>
            </a:prstGeom>
            <a:noFill/>
            <a:ln>
              <a:noFill/>
            </a:ln>
            <a:extLst/>
          </p:spPr>
          <p:txBody>
            <a:bodyPr lIns="0" tIns="0" rIns="0" bIns="0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just" fontAlgn="auto">
                <a:lnSpc>
                  <a:spcPct val="7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b="1" kern="0">
                  <a:solidFill>
                    <a:srgbClr val="000000"/>
                  </a:solidFill>
                  <a:latin typeface="Times New Roman" pitchFamily="18" charset="0"/>
                  <a:cs typeface="+mn-cs"/>
                </a:rPr>
                <a:t>4</a:t>
              </a:r>
            </a:p>
          </p:txBody>
        </p:sp>
        <p:sp>
          <p:nvSpPr>
            <p:cNvPr id="457" name="Oval 65"/>
            <p:cNvSpPr>
              <a:spLocks noChangeArrowheads="1"/>
            </p:cNvSpPr>
            <p:nvPr/>
          </p:nvSpPr>
          <p:spPr bwMode="auto">
            <a:xfrm>
              <a:off x="1313" y="4405"/>
              <a:ext cx="271" cy="256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/>
          </p:spPr>
          <p:txBody>
            <a:bodyPr lIns="28800" tIns="0" rIns="0" bIns="0"/>
            <a:lstStyle/>
            <a:p>
              <a:pPr algn="just" eaLnBrk="0" fontAlgn="auto" hangingPunct="0">
                <a:lnSpc>
                  <a:spcPct val="7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b="1" kern="0">
                  <a:solidFill>
                    <a:sysClr val="windowText" lastClr="000000"/>
                  </a:solidFill>
                  <a:latin typeface="Times New Roman" pitchFamily="18" charset="0"/>
                  <a:ea typeface="华文行楷" panose="02010800040101010101" pitchFamily="2" charset="-122"/>
                  <a:cs typeface="+mn-cs"/>
                </a:rPr>
                <a:t>5</a:t>
              </a:r>
              <a:endParaRPr lang="en-US" altLang="zh-CN" sz="1600" b="1" i="1" kern="0">
                <a:solidFill>
                  <a:sysClr val="windowText" lastClr="000000"/>
                </a:solidFill>
                <a:latin typeface="Times New Roman" pitchFamily="18" charset="0"/>
                <a:ea typeface="华文行楷" panose="02010800040101010101" pitchFamily="2" charset="-122"/>
                <a:cs typeface="+mn-cs"/>
              </a:endParaRPr>
            </a:p>
          </p:txBody>
        </p:sp>
        <p:sp>
          <p:nvSpPr>
            <p:cNvPr id="458" name="Oval 66"/>
            <p:cNvSpPr>
              <a:spLocks noChangeArrowheads="1"/>
            </p:cNvSpPr>
            <p:nvPr/>
          </p:nvSpPr>
          <p:spPr bwMode="auto">
            <a:xfrm>
              <a:off x="1640" y="4403"/>
              <a:ext cx="272" cy="256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/>
          </p:spPr>
          <p:txBody>
            <a:bodyPr lIns="28800" tIns="0" rIns="0" bIns="0"/>
            <a:lstStyle/>
            <a:p>
              <a:pPr algn="just" eaLnBrk="0" fontAlgn="auto" hangingPunct="0">
                <a:lnSpc>
                  <a:spcPct val="7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b="1" kern="0">
                  <a:solidFill>
                    <a:sysClr val="windowText" lastClr="000000"/>
                  </a:solidFill>
                  <a:latin typeface="Times New Roman" pitchFamily="18" charset="0"/>
                  <a:ea typeface="华文行楷" panose="02010800040101010101" pitchFamily="2" charset="-122"/>
                  <a:cs typeface="+mn-cs"/>
                </a:rPr>
                <a:t>7</a:t>
              </a:r>
              <a:endParaRPr lang="en-US" altLang="zh-CN" sz="1600" b="1" i="1" kern="0">
                <a:solidFill>
                  <a:sysClr val="windowText" lastClr="000000"/>
                </a:solidFill>
                <a:latin typeface="Times New Roman" pitchFamily="18" charset="0"/>
                <a:ea typeface="华文行楷" panose="02010800040101010101" pitchFamily="2" charset="-122"/>
                <a:cs typeface="+mn-cs"/>
              </a:endParaRPr>
            </a:p>
          </p:txBody>
        </p:sp>
        <p:sp>
          <p:nvSpPr>
            <p:cNvPr id="459" name="Oval 67"/>
            <p:cNvSpPr>
              <a:spLocks noChangeArrowheads="1"/>
            </p:cNvSpPr>
            <p:nvPr/>
          </p:nvSpPr>
          <p:spPr bwMode="auto">
            <a:xfrm>
              <a:off x="1964" y="4401"/>
              <a:ext cx="271" cy="255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/>
          </p:spPr>
          <p:txBody>
            <a:bodyPr lIns="0" tIns="0" rIns="0" bIns="0"/>
            <a:lstStyle/>
            <a:p>
              <a:pPr algn="just" eaLnBrk="0" fontAlgn="auto" hangingPunct="0">
                <a:lnSpc>
                  <a:spcPct val="7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b="1" kern="0">
                  <a:solidFill>
                    <a:sysClr val="windowText" lastClr="000000"/>
                  </a:solidFill>
                  <a:latin typeface="Times New Roman" pitchFamily="18" charset="0"/>
                  <a:ea typeface="华文行楷" panose="02010800040101010101" pitchFamily="2" charset="-122"/>
                  <a:cs typeface="+mn-cs"/>
                </a:rPr>
                <a:t>10</a:t>
              </a:r>
              <a:endParaRPr lang="en-US" altLang="zh-CN" sz="1600" b="1" i="1" kern="0">
                <a:solidFill>
                  <a:sysClr val="windowText" lastClr="000000"/>
                </a:solidFill>
                <a:latin typeface="Times New Roman" pitchFamily="18" charset="0"/>
                <a:ea typeface="华文行楷" panose="02010800040101010101" pitchFamily="2" charset="-122"/>
                <a:cs typeface="+mn-cs"/>
              </a:endParaRPr>
            </a:p>
          </p:txBody>
        </p:sp>
        <p:sp>
          <p:nvSpPr>
            <p:cNvPr id="460" name="Oval 68"/>
            <p:cNvSpPr>
              <a:spLocks noChangeArrowheads="1"/>
            </p:cNvSpPr>
            <p:nvPr/>
          </p:nvSpPr>
          <p:spPr bwMode="auto">
            <a:xfrm>
              <a:off x="2293" y="4403"/>
              <a:ext cx="271" cy="256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/>
          </p:spPr>
          <p:txBody>
            <a:bodyPr lIns="0" tIns="0" rIns="0" bIns="0"/>
            <a:lstStyle/>
            <a:p>
              <a:pPr algn="just" eaLnBrk="0" fontAlgn="auto" hangingPunct="0">
                <a:lnSpc>
                  <a:spcPct val="7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b="1" kern="0">
                  <a:solidFill>
                    <a:sysClr val="windowText" lastClr="000000"/>
                  </a:solidFill>
                  <a:latin typeface="Times New Roman" pitchFamily="18" charset="0"/>
                  <a:ea typeface="华文行楷" panose="02010800040101010101" pitchFamily="2" charset="-122"/>
                  <a:cs typeface="+mn-cs"/>
                </a:rPr>
                <a:t>12</a:t>
              </a:r>
              <a:endParaRPr lang="en-US" altLang="zh-CN" sz="1600" b="1" i="1" kern="0">
                <a:solidFill>
                  <a:sysClr val="windowText" lastClr="000000"/>
                </a:solidFill>
                <a:latin typeface="Times New Roman" pitchFamily="18" charset="0"/>
                <a:ea typeface="华文行楷" panose="02010800040101010101" pitchFamily="2" charset="-122"/>
                <a:cs typeface="+mn-cs"/>
              </a:endParaRPr>
            </a:p>
          </p:txBody>
        </p:sp>
        <p:sp>
          <p:nvSpPr>
            <p:cNvPr id="461" name="Oval 69"/>
            <p:cNvSpPr>
              <a:spLocks noChangeArrowheads="1"/>
            </p:cNvSpPr>
            <p:nvPr/>
          </p:nvSpPr>
          <p:spPr bwMode="auto">
            <a:xfrm>
              <a:off x="2630" y="4403"/>
              <a:ext cx="272" cy="256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/>
          </p:spPr>
          <p:txBody>
            <a:bodyPr lIns="0" tIns="0" rIns="0" bIns="0"/>
            <a:lstStyle/>
            <a:p>
              <a:pPr algn="just" eaLnBrk="0" fontAlgn="auto" hangingPunct="0">
                <a:lnSpc>
                  <a:spcPct val="7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b="1" kern="0">
                  <a:solidFill>
                    <a:sysClr val="windowText" lastClr="000000"/>
                  </a:solidFill>
                  <a:latin typeface="Times New Roman" pitchFamily="18" charset="0"/>
                  <a:ea typeface="华文行楷" panose="02010800040101010101" pitchFamily="2" charset="-122"/>
                  <a:cs typeface="+mn-cs"/>
                </a:rPr>
                <a:t>15</a:t>
              </a:r>
              <a:endParaRPr lang="en-US" altLang="zh-CN" sz="1600" b="1" i="1" kern="0">
                <a:solidFill>
                  <a:sysClr val="windowText" lastClr="000000"/>
                </a:solidFill>
                <a:latin typeface="Times New Roman" pitchFamily="18" charset="0"/>
                <a:ea typeface="华文行楷" panose="02010800040101010101" pitchFamily="2" charset="-122"/>
                <a:cs typeface="+mn-cs"/>
              </a:endParaRPr>
            </a:p>
          </p:txBody>
        </p:sp>
        <p:sp>
          <p:nvSpPr>
            <p:cNvPr id="462" name="Oval 70"/>
            <p:cNvSpPr>
              <a:spLocks noChangeArrowheads="1"/>
            </p:cNvSpPr>
            <p:nvPr/>
          </p:nvSpPr>
          <p:spPr bwMode="auto">
            <a:xfrm>
              <a:off x="2976" y="4401"/>
              <a:ext cx="272" cy="255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/>
          </p:spPr>
          <p:txBody>
            <a:bodyPr lIns="0" tIns="0" rIns="0" bIns="0"/>
            <a:lstStyle/>
            <a:p>
              <a:pPr algn="just" eaLnBrk="0" fontAlgn="auto" hangingPunct="0">
                <a:lnSpc>
                  <a:spcPct val="7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b="1" kern="0">
                  <a:solidFill>
                    <a:sysClr val="windowText" lastClr="000000"/>
                  </a:solidFill>
                  <a:latin typeface="Times New Roman" pitchFamily="18" charset="0"/>
                  <a:ea typeface="华文行楷" panose="02010800040101010101" pitchFamily="2" charset="-122"/>
                  <a:cs typeface="+mn-cs"/>
                </a:rPr>
                <a:t>17</a:t>
              </a:r>
              <a:endParaRPr lang="en-US" altLang="zh-CN" sz="1600" b="1" i="1" kern="0">
                <a:solidFill>
                  <a:sysClr val="windowText" lastClr="000000"/>
                </a:solidFill>
                <a:latin typeface="Times New Roman" pitchFamily="18" charset="0"/>
                <a:ea typeface="华文行楷" panose="02010800040101010101" pitchFamily="2" charset="-122"/>
                <a:cs typeface="+mn-cs"/>
              </a:endParaRPr>
            </a:p>
          </p:txBody>
        </p:sp>
        <p:sp>
          <p:nvSpPr>
            <p:cNvPr id="463" name="Oval 71"/>
            <p:cNvSpPr>
              <a:spLocks noChangeArrowheads="1"/>
            </p:cNvSpPr>
            <p:nvPr/>
          </p:nvSpPr>
          <p:spPr bwMode="auto">
            <a:xfrm>
              <a:off x="3319" y="4403"/>
              <a:ext cx="272" cy="256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/>
          </p:spPr>
          <p:txBody>
            <a:bodyPr lIns="0" tIns="0" rIns="0" bIns="0"/>
            <a:lstStyle/>
            <a:p>
              <a:pPr algn="just" eaLnBrk="0" fontAlgn="auto" hangingPunct="0">
                <a:lnSpc>
                  <a:spcPct val="7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b="1" kern="0">
                  <a:solidFill>
                    <a:sysClr val="windowText" lastClr="000000"/>
                  </a:solidFill>
                  <a:latin typeface="Times New Roman" pitchFamily="18" charset="0"/>
                  <a:ea typeface="华文行楷" panose="02010800040101010101" pitchFamily="2" charset="-122"/>
                  <a:cs typeface="+mn-cs"/>
                </a:rPr>
                <a:t>21</a:t>
              </a:r>
              <a:endParaRPr lang="en-US" altLang="zh-CN" sz="1600" b="1" i="1" kern="0">
                <a:solidFill>
                  <a:sysClr val="windowText" lastClr="000000"/>
                </a:solidFill>
                <a:latin typeface="Times New Roman" pitchFamily="18" charset="0"/>
                <a:ea typeface="华文行楷" panose="02010800040101010101" pitchFamily="2" charset="-122"/>
                <a:cs typeface="+mn-cs"/>
              </a:endParaRPr>
            </a:p>
          </p:txBody>
        </p:sp>
        <p:sp>
          <p:nvSpPr>
            <p:cNvPr id="464" name="Oval 72"/>
            <p:cNvSpPr>
              <a:spLocks noChangeArrowheads="1"/>
            </p:cNvSpPr>
            <p:nvPr/>
          </p:nvSpPr>
          <p:spPr bwMode="auto">
            <a:xfrm>
              <a:off x="3662" y="4401"/>
              <a:ext cx="272" cy="255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/>
          </p:spPr>
          <p:txBody>
            <a:bodyPr lIns="0" tIns="0" rIns="0" bIns="0"/>
            <a:lstStyle/>
            <a:p>
              <a:pPr algn="just" eaLnBrk="0" fontAlgn="auto" hangingPunct="0">
                <a:lnSpc>
                  <a:spcPct val="7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b="1" kern="0">
                  <a:solidFill>
                    <a:sysClr val="windowText" lastClr="000000"/>
                  </a:solidFill>
                  <a:latin typeface="Times New Roman" pitchFamily="18" charset="0"/>
                  <a:ea typeface="华文行楷" panose="02010800040101010101" pitchFamily="2" charset="-122"/>
                  <a:cs typeface="+mn-cs"/>
                </a:rPr>
                <a:t>23</a:t>
              </a:r>
              <a:endParaRPr lang="en-US" altLang="zh-CN" sz="1600" b="1" i="1" kern="0">
                <a:solidFill>
                  <a:sysClr val="windowText" lastClr="000000"/>
                </a:solidFill>
                <a:latin typeface="Times New Roman" pitchFamily="18" charset="0"/>
                <a:ea typeface="华文行楷" panose="02010800040101010101" pitchFamily="2" charset="-122"/>
                <a:cs typeface="+mn-cs"/>
              </a:endParaRPr>
            </a:p>
          </p:txBody>
        </p:sp>
        <p:sp>
          <p:nvSpPr>
            <p:cNvPr id="465" name="Oval 73"/>
            <p:cNvSpPr>
              <a:spLocks noChangeArrowheads="1"/>
            </p:cNvSpPr>
            <p:nvPr/>
          </p:nvSpPr>
          <p:spPr bwMode="auto">
            <a:xfrm>
              <a:off x="3999" y="4403"/>
              <a:ext cx="272" cy="256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/>
          </p:spPr>
          <p:txBody>
            <a:bodyPr lIns="0" tIns="0" rIns="0" bIns="0"/>
            <a:lstStyle/>
            <a:p>
              <a:pPr algn="just" eaLnBrk="0" fontAlgn="auto" hangingPunct="0">
                <a:lnSpc>
                  <a:spcPct val="7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b="1" kern="0">
                  <a:solidFill>
                    <a:sysClr val="windowText" lastClr="000000"/>
                  </a:solidFill>
                  <a:latin typeface="Times New Roman" pitchFamily="18" charset="0"/>
                  <a:ea typeface="华文行楷" panose="02010800040101010101" pitchFamily="2" charset="-122"/>
                  <a:cs typeface="+mn-cs"/>
                </a:rPr>
                <a:t>26</a:t>
              </a:r>
              <a:endParaRPr lang="en-US" altLang="zh-CN" sz="1600" b="1" i="1" kern="0">
                <a:solidFill>
                  <a:sysClr val="windowText" lastClr="000000"/>
                </a:solidFill>
                <a:latin typeface="Times New Roman" pitchFamily="18" charset="0"/>
                <a:ea typeface="华文行楷" panose="02010800040101010101" pitchFamily="2" charset="-122"/>
                <a:cs typeface="+mn-cs"/>
              </a:endParaRPr>
            </a:p>
          </p:txBody>
        </p:sp>
        <p:sp>
          <p:nvSpPr>
            <p:cNvPr id="466" name="Oval 74"/>
            <p:cNvSpPr>
              <a:spLocks noChangeArrowheads="1"/>
            </p:cNvSpPr>
            <p:nvPr/>
          </p:nvSpPr>
          <p:spPr bwMode="auto">
            <a:xfrm>
              <a:off x="4343" y="4403"/>
              <a:ext cx="272" cy="256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/>
          </p:spPr>
          <p:txBody>
            <a:bodyPr lIns="0" tIns="0" rIns="0" bIns="0"/>
            <a:lstStyle/>
            <a:p>
              <a:pPr algn="just" eaLnBrk="0" fontAlgn="auto" hangingPunct="0">
                <a:lnSpc>
                  <a:spcPct val="7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b="1" kern="0" dirty="0">
                  <a:solidFill>
                    <a:sysClr val="windowText" lastClr="000000"/>
                  </a:solidFill>
                  <a:latin typeface="Times New Roman" pitchFamily="18" charset="0"/>
                  <a:ea typeface="华文行楷" panose="02010800040101010101" pitchFamily="2" charset="-122"/>
                  <a:cs typeface="+mn-cs"/>
                </a:rPr>
                <a:t>28</a:t>
              </a:r>
              <a:endParaRPr lang="en-US" altLang="zh-CN" sz="1600" b="1" i="1" kern="0" dirty="0">
                <a:solidFill>
                  <a:sysClr val="windowText" lastClr="000000"/>
                </a:solidFill>
                <a:latin typeface="Times New Roman" pitchFamily="18" charset="0"/>
                <a:ea typeface="华文行楷" panose="02010800040101010101" pitchFamily="2" charset="-122"/>
                <a:cs typeface="+mn-cs"/>
              </a:endParaRPr>
            </a:p>
          </p:txBody>
        </p:sp>
        <p:sp>
          <p:nvSpPr>
            <p:cNvPr id="467" name="Oval 75"/>
            <p:cNvSpPr>
              <a:spLocks noChangeArrowheads="1"/>
            </p:cNvSpPr>
            <p:nvPr/>
          </p:nvSpPr>
          <p:spPr bwMode="auto">
            <a:xfrm>
              <a:off x="4685" y="4403"/>
              <a:ext cx="272" cy="256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/>
          </p:spPr>
          <p:txBody>
            <a:bodyPr lIns="0" tIns="0" rIns="0" bIns="0"/>
            <a:lstStyle/>
            <a:p>
              <a:pPr algn="just" eaLnBrk="0" fontAlgn="auto" hangingPunct="0">
                <a:lnSpc>
                  <a:spcPct val="7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b="1" kern="0">
                  <a:solidFill>
                    <a:sysClr val="windowText" lastClr="000000"/>
                  </a:solidFill>
                  <a:latin typeface="Times New Roman" pitchFamily="18" charset="0"/>
                  <a:ea typeface="华文行楷" panose="02010800040101010101" pitchFamily="2" charset="-122"/>
                  <a:cs typeface="+mn-cs"/>
                </a:rPr>
                <a:t>31</a:t>
              </a:r>
              <a:endParaRPr lang="en-US" altLang="zh-CN" sz="1600" b="1" i="1" kern="0">
                <a:solidFill>
                  <a:sysClr val="windowText" lastClr="000000"/>
                </a:solidFill>
                <a:latin typeface="Times New Roman" pitchFamily="18" charset="0"/>
                <a:ea typeface="华文行楷" panose="02010800040101010101" pitchFamily="2" charset="-122"/>
                <a:cs typeface="+mn-cs"/>
              </a:endParaRPr>
            </a:p>
          </p:txBody>
        </p:sp>
        <p:sp>
          <p:nvSpPr>
            <p:cNvPr id="468" name="Oval 76"/>
            <p:cNvSpPr>
              <a:spLocks noChangeArrowheads="1"/>
            </p:cNvSpPr>
            <p:nvPr/>
          </p:nvSpPr>
          <p:spPr bwMode="auto">
            <a:xfrm>
              <a:off x="5015" y="4401"/>
              <a:ext cx="271" cy="255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/>
          </p:spPr>
          <p:txBody>
            <a:bodyPr lIns="0" tIns="0" rIns="0" bIns="0"/>
            <a:lstStyle/>
            <a:p>
              <a:pPr algn="just" eaLnBrk="0" fontAlgn="auto" hangingPunct="0">
                <a:lnSpc>
                  <a:spcPct val="7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b="1" kern="0">
                  <a:solidFill>
                    <a:sysClr val="windowText" lastClr="000000"/>
                  </a:solidFill>
                  <a:latin typeface="Times New Roman" pitchFamily="18" charset="0"/>
                  <a:ea typeface="华文行楷" panose="02010800040101010101" pitchFamily="2" charset="-122"/>
                  <a:cs typeface="+mn-cs"/>
                </a:rPr>
                <a:t>33</a:t>
              </a:r>
              <a:endParaRPr lang="en-US" altLang="zh-CN" sz="1600" b="1" i="1" kern="0">
                <a:solidFill>
                  <a:sysClr val="windowText" lastClr="000000"/>
                </a:solidFill>
                <a:latin typeface="Times New Roman" pitchFamily="18" charset="0"/>
                <a:ea typeface="华文行楷" panose="02010800040101010101" pitchFamily="2" charset="-122"/>
                <a:cs typeface="+mn-cs"/>
              </a:endParaRPr>
            </a:p>
          </p:txBody>
        </p:sp>
        <p:sp>
          <p:nvSpPr>
            <p:cNvPr id="469" name="Oval 77"/>
            <p:cNvSpPr>
              <a:spLocks noChangeArrowheads="1"/>
            </p:cNvSpPr>
            <p:nvPr/>
          </p:nvSpPr>
          <p:spPr bwMode="auto">
            <a:xfrm>
              <a:off x="5333" y="4401"/>
              <a:ext cx="272" cy="255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/>
          </p:spPr>
          <p:txBody>
            <a:bodyPr lIns="0" tIns="0" rIns="0" bIns="0"/>
            <a:lstStyle/>
            <a:p>
              <a:pPr algn="just" eaLnBrk="0" fontAlgn="auto" hangingPunct="0">
                <a:lnSpc>
                  <a:spcPct val="7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b="1" kern="0">
                  <a:solidFill>
                    <a:sysClr val="windowText" lastClr="000000"/>
                  </a:solidFill>
                  <a:latin typeface="Times New Roman" pitchFamily="18" charset="0"/>
                  <a:ea typeface="华文行楷" panose="02010800040101010101" pitchFamily="2" charset="-122"/>
                  <a:cs typeface="+mn-cs"/>
                </a:rPr>
                <a:t>37</a:t>
              </a:r>
              <a:endParaRPr lang="en-US" altLang="zh-CN" sz="1600" b="1" i="1" kern="0">
                <a:solidFill>
                  <a:sysClr val="windowText" lastClr="000000"/>
                </a:solidFill>
                <a:latin typeface="Times New Roman" pitchFamily="18" charset="0"/>
                <a:ea typeface="华文行楷" panose="02010800040101010101" pitchFamily="2" charset="-122"/>
                <a:cs typeface="+mn-cs"/>
              </a:endParaRPr>
            </a:p>
          </p:txBody>
        </p:sp>
        <p:sp>
          <p:nvSpPr>
            <p:cNvPr id="470" name="Oval 78"/>
            <p:cNvSpPr>
              <a:spLocks noChangeArrowheads="1"/>
            </p:cNvSpPr>
            <p:nvPr/>
          </p:nvSpPr>
          <p:spPr bwMode="auto">
            <a:xfrm>
              <a:off x="5652" y="4401"/>
              <a:ext cx="271" cy="255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/>
          </p:spPr>
          <p:txBody>
            <a:bodyPr lIns="0" tIns="0" rIns="0" bIns="0"/>
            <a:lstStyle/>
            <a:p>
              <a:pPr algn="just" eaLnBrk="0" fontAlgn="auto" hangingPunct="0">
                <a:lnSpc>
                  <a:spcPct val="7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b="1" kern="0">
                  <a:solidFill>
                    <a:sysClr val="windowText" lastClr="000000"/>
                  </a:solidFill>
                  <a:latin typeface="Times New Roman" pitchFamily="18" charset="0"/>
                  <a:ea typeface="华文行楷" panose="02010800040101010101" pitchFamily="2" charset="-122"/>
                  <a:cs typeface="+mn-cs"/>
                </a:rPr>
                <a:t>39</a:t>
              </a:r>
              <a:endParaRPr lang="en-US" altLang="zh-CN" sz="1600" b="1" i="1" kern="0">
                <a:solidFill>
                  <a:sysClr val="windowText" lastClr="000000"/>
                </a:solidFill>
                <a:latin typeface="Times New Roman" pitchFamily="18" charset="0"/>
                <a:ea typeface="华文行楷" panose="02010800040101010101" pitchFamily="2" charset="-122"/>
                <a:cs typeface="+mn-cs"/>
              </a:endParaRPr>
            </a:p>
          </p:txBody>
        </p:sp>
        <p:sp>
          <p:nvSpPr>
            <p:cNvPr id="471" name="Oval 79"/>
            <p:cNvSpPr>
              <a:spLocks noChangeArrowheads="1"/>
            </p:cNvSpPr>
            <p:nvPr/>
          </p:nvSpPr>
          <p:spPr bwMode="auto">
            <a:xfrm>
              <a:off x="5982" y="4404"/>
              <a:ext cx="272" cy="255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/>
          </p:spPr>
          <p:txBody>
            <a:bodyPr lIns="0" tIns="0" rIns="0" bIns="0"/>
            <a:lstStyle/>
            <a:p>
              <a:pPr algn="just" eaLnBrk="0" fontAlgn="auto" hangingPunct="0">
                <a:lnSpc>
                  <a:spcPct val="7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b="1" kern="0">
                  <a:solidFill>
                    <a:sysClr val="windowText" lastClr="000000"/>
                  </a:solidFill>
                  <a:latin typeface="Times New Roman" pitchFamily="18" charset="0"/>
                  <a:ea typeface="华文行楷" panose="02010800040101010101" pitchFamily="2" charset="-122"/>
                  <a:cs typeface="+mn-cs"/>
                </a:rPr>
                <a:t>42</a:t>
              </a:r>
              <a:endParaRPr lang="en-US" altLang="zh-CN" sz="1600" b="1" i="1" kern="0">
                <a:solidFill>
                  <a:sysClr val="windowText" lastClr="000000"/>
                </a:solidFill>
                <a:latin typeface="Times New Roman" pitchFamily="18" charset="0"/>
                <a:ea typeface="华文行楷" panose="02010800040101010101" pitchFamily="2" charset="-122"/>
                <a:cs typeface="+mn-cs"/>
              </a:endParaRPr>
            </a:p>
          </p:txBody>
        </p:sp>
        <p:sp>
          <p:nvSpPr>
            <p:cNvPr id="472" name="Oval 80"/>
            <p:cNvSpPr>
              <a:spLocks noChangeArrowheads="1"/>
            </p:cNvSpPr>
            <p:nvPr/>
          </p:nvSpPr>
          <p:spPr bwMode="auto">
            <a:xfrm>
              <a:off x="6316" y="4405"/>
              <a:ext cx="272" cy="256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/>
          </p:spPr>
          <p:txBody>
            <a:bodyPr lIns="0" tIns="0" rIns="0" bIns="0"/>
            <a:lstStyle/>
            <a:p>
              <a:pPr algn="just" eaLnBrk="0" fontAlgn="auto" hangingPunct="0">
                <a:lnSpc>
                  <a:spcPct val="7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b="1" kern="0">
                  <a:solidFill>
                    <a:sysClr val="windowText" lastClr="000000"/>
                  </a:solidFill>
                  <a:latin typeface="Times New Roman" pitchFamily="18" charset="0"/>
                  <a:ea typeface="华文行楷" panose="02010800040101010101" pitchFamily="2" charset="-122"/>
                  <a:cs typeface="+mn-cs"/>
                </a:rPr>
                <a:t>44</a:t>
              </a:r>
              <a:endParaRPr lang="en-US" altLang="zh-CN" sz="1600" b="1" i="1" kern="0">
                <a:solidFill>
                  <a:sysClr val="windowText" lastClr="000000"/>
                </a:solidFill>
                <a:latin typeface="Times New Roman" pitchFamily="18" charset="0"/>
                <a:ea typeface="华文行楷" panose="02010800040101010101" pitchFamily="2" charset="-122"/>
                <a:cs typeface="+mn-cs"/>
              </a:endParaRPr>
            </a:p>
          </p:txBody>
        </p:sp>
        <p:sp>
          <p:nvSpPr>
            <p:cNvPr id="473" name="Oval 81"/>
            <p:cNvSpPr>
              <a:spLocks noChangeArrowheads="1"/>
            </p:cNvSpPr>
            <p:nvPr/>
          </p:nvSpPr>
          <p:spPr bwMode="auto">
            <a:xfrm>
              <a:off x="6642" y="4404"/>
              <a:ext cx="272" cy="255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/>
          </p:spPr>
          <p:txBody>
            <a:bodyPr lIns="0" tIns="0" rIns="0" bIns="0"/>
            <a:lstStyle/>
            <a:p>
              <a:pPr algn="just" eaLnBrk="0" fontAlgn="auto" hangingPunct="0">
                <a:lnSpc>
                  <a:spcPct val="7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b="1" kern="0">
                  <a:solidFill>
                    <a:sysClr val="windowText" lastClr="000000"/>
                  </a:solidFill>
                  <a:latin typeface="Times New Roman" pitchFamily="18" charset="0"/>
                  <a:ea typeface="华文行楷" panose="02010800040101010101" pitchFamily="2" charset="-122"/>
                  <a:cs typeface="+mn-cs"/>
                </a:rPr>
                <a:t>47</a:t>
              </a:r>
              <a:endParaRPr lang="en-US" altLang="zh-CN" sz="1600" b="1" i="1" kern="0">
                <a:solidFill>
                  <a:sysClr val="windowText" lastClr="000000"/>
                </a:solidFill>
                <a:latin typeface="Times New Roman" pitchFamily="18" charset="0"/>
                <a:ea typeface="华文行楷" panose="02010800040101010101" pitchFamily="2" charset="-122"/>
                <a:cs typeface="+mn-cs"/>
              </a:endParaRPr>
            </a:p>
          </p:txBody>
        </p:sp>
        <p:sp>
          <p:nvSpPr>
            <p:cNvPr id="474" name="Oval 82"/>
            <p:cNvSpPr>
              <a:spLocks noChangeArrowheads="1"/>
            </p:cNvSpPr>
            <p:nvPr/>
          </p:nvSpPr>
          <p:spPr bwMode="auto">
            <a:xfrm>
              <a:off x="6975" y="4404"/>
              <a:ext cx="272" cy="255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/>
          </p:spPr>
          <p:txBody>
            <a:bodyPr lIns="0" tIns="0" rIns="0" bIns="0"/>
            <a:lstStyle/>
            <a:p>
              <a:pPr algn="just" eaLnBrk="0" fontAlgn="auto" hangingPunct="0">
                <a:lnSpc>
                  <a:spcPct val="7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b="1" kern="0">
                  <a:solidFill>
                    <a:sysClr val="windowText" lastClr="000000"/>
                  </a:solidFill>
                  <a:latin typeface="Times New Roman" pitchFamily="18" charset="0"/>
                  <a:ea typeface="华文行楷" panose="02010800040101010101" pitchFamily="2" charset="-122"/>
                  <a:cs typeface="+mn-cs"/>
                </a:rPr>
                <a:t>49</a:t>
              </a:r>
              <a:endParaRPr lang="en-US" altLang="zh-CN" sz="1600" b="1" i="1" kern="0">
                <a:solidFill>
                  <a:sysClr val="windowText" lastClr="000000"/>
                </a:solidFill>
                <a:latin typeface="Times New Roman" pitchFamily="18" charset="0"/>
                <a:ea typeface="华文行楷" panose="02010800040101010101" pitchFamily="2" charset="-122"/>
                <a:cs typeface="+mn-cs"/>
              </a:endParaRPr>
            </a:p>
          </p:txBody>
        </p:sp>
        <p:sp>
          <p:nvSpPr>
            <p:cNvPr id="475" name="Oval 83"/>
            <p:cNvSpPr>
              <a:spLocks noChangeArrowheads="1"/>
            </p:cNvSpPr>
            <p:nvPr/>
          </p:nvSpPr>
          <p:spPr bwMode="auto">
            <a:xfrm>
              <a:off x="7306" y="4403"/>
              <a:ext cx="272" cy="255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/>
          </p:spPr>
          <p:txBody>
            <a:bodyPr lIns="0" tIns="0" rIns="0" bIns="0"/>
            <a:lstStyle/>
            <a:p>
              <a:pPr algn="just" eaLnBrk="0" fontAlgn="auto" hangingPunct="0">
                <a:lnSpc>
                  <a:spcPct val="7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b="1" kern="0">
                  <a:solidFill>
                    <a:sysClr val="windowText" lastClr="000000"/>
                  </a:solidFill>
                  <a:latin typeface="Times New Roman" pitchFamily="18" charset="0"/>
                  <a:ea typeface="华文行楷" panose="02010800040101010101" pitchFamily="2" charset="-122"/>
                  <a:cs typeface="+mn-cs"/>
                </a:rPr>
                <a:t>53</a:t>
              </a:r>
              <a:endParaRPr lang="en-US" altLang="zh-CN" sz="1600" b="1" i="1" kern="0">
                <a:solidFill>
                  <a:sysClr val="windowText" lastClr="000000"/>
                </a:solidFill>
                <a:latin typeface="Times New Roman" pitchFamily="18" charset="0"/>
                <a:ea typeface="华文行楷" panose="02010800040101010101" pitchFamily="2" charset="-122"/>
                <a:cs typeface="+mn-cs"/>
              </a:endParaRPr>
            </a:p>
          </p:txBody>
        </p:sp>
        <p:sp>
          <p:nvSpPr>
            <p:cNvPr id="476" name="Oval 84"/>
            <p:cNvSpPr>
              <a:spLocks noChangeArrowheads="1"/>
            </p:cNvSpPr>
            <p:nvPr/>
          </p:nvSpPr>
          <p:spPr bwMode="auto">
            <a:xfrm>
              <a:off x="7630" y="4403"/>
              <a:ext cx="272" cy="255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/>
          </p:spPr>
          <p:txBody>
            <a:bodyPr lIns="0" tIns="0" rIns="0" bIns="0"/>
            <a:lstStyle/>
            <a:p>
              <a:pPr algn="just" eaLnBrk="0" fontAlgn="auto" hangingPunct="0">
                <a:lnSpc>
                  <a:spcPct val="7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b="1" kern="0">
                  <a:solidFill>
                    <a:sysClr val="windowText" lastClr="000000"/>
                  </a:solidFill>
                  <a:latin typeface="Times New Roman" pitchFamily="18" charset="0"/>
                  <a:ea typeface="华文行楷" panose="02010800040101010101" pitchFamily="2" charset="-122"/>
                  <a:cs typeface="+mn-cs"/>
                </a:rPr>
                <a:t>55</a:t>
              </a:r>
              <a:endParaRPr lang="en-US" altLang="zh-CN" sz="1600" b="1" i="1" kern="0">
                <a:solidFill>
                  <a:sysClr val="windowText" lastClr="000000"/>
                </a:solidFill>
                <a:latin typeface="Times New Roman" pitchFamily="18" charset="0"/>
                <a:ea typeface="华文行楷" panose="02010800040101010101" pitchFamily="2" charset="-122"/>
                <a:cs typeface="+mn-cs"/>
              </a:endParaRPr>
            </a:p>
          </p:txBody>
        </p:sp>
        <p:sp>
          <p:nvSpPr>
            <p:cNvPr id="477" name="Oval 85"/>
            <p:cNvSpPr>
              <a:spLocks noChangeArrowheads="1"/>
            </p:cNvSpPr>
            <p:nvPr/>
          </p:nvSpPr>
          <p:spPr bwMode="auto">
            <a:xfrm>
              <a:off x="7966" y="4403"/>
              <a:ext cx="271" cy="255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/>
          </p:spPr>
          <p:txBody>
            <a:bodyPr lIns="0" tIns="0" rIns="0" bIns="0"/>
            <a:lstStyle/>
            <a:p>
              <a:pPr algn="just" eaLnBrk="0" fontAlgn="auto" hangingPunct="0">
                <a:lnSpc>
                  <a:spcPct val="7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b="1" kern="0">
                  <a:solidFill>
                    <a:sysClr val="windowText" lastClr="000000"/>
                  </a:solidFill>
                  <a:latin typeface="Times New Roman" pitchFamily="18" charset="0"/>
                  <a:ea typeface="华文行楷" panose="02010800040101010101" pitchFamily="2" charset="-122"/>
                  <a:cs typeface="+mn-cs"/>
                </a:rPr>
                <a:t>58</a:t>
              </a:r>
              <a:endParaRPr lang="en-US" altLang="zh-CN" sz="1600" b="1" i="1" kern="0">
                <a:solidFill>
                  <a:sysClr val="windowText" lastClr="000000"/>
                </a:solidFill>
                <a:latin typeface="Times New Roman" pitchFamily="18" charset="0"/>
                <a:ea typeface="华文行楷" panose="02010800040101010101" pitchFamily="2" charset="-122"/>
                <a:cs typeface="+mn-cs"/>
              </a:endParaRPr>
            </a:p>
          </p:txBody>
        </p:sp>
        <p:sp>
          <p:nvSpPr>
            <p:cNvPr id="478" name="Oval 86"/>
            <p:cNvSpPr>
              <a:spLocks noChangeArrowheads="1"/>
            </p:cNvSpPr>
            <p:nvPr/>
          </p:nvSpPr>
          <p:spPr bwMode="auto">
            <a:xfrm>
              <a:off x="8293" y="4403"/>
              <a:ext cx="272" cy="255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/>
          </p:spPr>
          <p:txBody>
            <a:bodyPr lIns="0" tIns="0" rIns="0" bIns="0"/>
            <a:lstStyle/>
            <a:p>
              <a:pPr algn="just" eaLnBrk="0" fontAlgn="auto" hangingPunct="0">
                <a:lnSpc>
                  <a:spcPct val="7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b="1" kern="0">
                  <a:solidFill>
                    <a:sysClr val="windowText" lastClr="000000"/>
                  </a:solidFill>
                  <a:latin typeface="Times New Roman" pitchFamily="18" charset="0"/>
                  <a:ea typeface="华文行楷" panose="02010800040101010101" pitchFamily="2" charset="-122"/>
                  <a:cs typeface="+mn-cs"/>
                </a:rPr>
                <a:t>60</a:t>
              </a:r>
              <a:endParaRPr lang="en-US" altLang="zh-CN" sz="1600" b="1" i="1" kern="0">
                <a:solidFill>
                  <a:sysClr val="windowText" lastClr="000000"/>
                </a:solidFill>
                <a:latin typeface="Times New Roman" pitchFamily="18" charset="0"/>
                <a:ea typeface="华文行楷" panose="02010800040101010101" pitchFamily="2" charset="-122"/>
                <a:cs typeface="+mn-cs"/>
              </a:endParaRPr>
            </a:p>
          </p:txBody>
        </p:sp>
        <p:sp>
          <p:nvSpPr>
            <p:cNvPr id="479" name="Oval 87"/>
            <p:cNvSpPr>
              <a:spLocks noChangeArrowheads="1"/>
            </p:cNvSpPr>
            <p:nvPr/>
          </p:nvSpPr>
          <p:spPr bwMode="auto">
            <a:xfrm>
              <a:off x="8625" y="4403"/>
              <a:ext cx="271" cy="255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/>
          </p:spPr>
          <p:txBody>
            <a:bodyPr lIns="0" tIns="0" rIns="0" bIns="0"/>
            <a:lstStyle/>
            <a:p>
              <a:pPr algn="just" eaLnBrk="0" fontAlgn="auto" hangingPunct="0">
                <a:lnSpc>
                  <a:spcPct val="7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b="1" kern="0">
                  <a:solidFill>
                    <a:sysClr val="windowText" lastClr="000000"/>
                  </a:solidFill>
                  <a:latin typeface="Times New Roman" pitchFamily="18" charset="0"/>
                  <a:ea typeface="华文行楷" panose="02010800040101010101" pitchFamily="2" charset="-122"/>
                  <a:cs typeface="+mn-cs"/>
                </a:rPr>
                <a:t>63</a:t>
              </a:r>
              <a:endParaRPr lang="en-US" altLang="zh-CN" sz="1600" b="1" i="1" kern="0">
                <a:solidFill>
                  <a:sysClr val="windowText" lastClr="000000"/>
                </a:solidFill>
                <a:latin typeface="Times New Roman" pitchFamily="18" charset="0"/>
                <a:ea typeface="华文行楷" panose="02010800040101010101" pitchFamily="2" charset="-122"/>
                <a:cs typeface="+mn-cs"/>
              </a:endParaRPr>
            </a:p>
          </p:txBody>
        </p:sp>
        <p:sp>
          <p:nvSpPr>
            <p:cNvPr id="480" name="Oval 88"/>
            <p:cNvSpPr>
              <a:spLocks noChangeArrowheads="1"/>
            </p:cNvSpPr>
            <p:nvPr/>
          </p:nvSpPr>
          <p:spPr bwMode="auto">
            <a:xfrm>
              <a:off x="8964" y="4403"/>
              <a:ext cx="271" cy="255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/>
          </p:spPr>
          <p:txBody>
            <a:bodyPr lIns="0" tIns="0" rIns="0" bIns="0"/>
            <a:lstStyle/>
            <a:p>
              <a:pPr algn="just" eaLnBrk="0" fontAlgn="auto" hangingPunct="0">
                <a:lnSpc>
                  <a:spcPct val="7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b="1" kern="0">
                  <a:solidFill>
                    <a:sysClr val="windowText" lastClr="000000"/>
                  </a:solidFill>
                  <a:latin typeface="Times New Roman" pitchFamily="18" charset="0"/>
                  <a:ea typeface="华文行楷" panose="02010800040101010101" pitchFamily="2" charset="-122"/>
                  <a:cs typeface="+mn-cs"/>
                </a:rPr>
                <a:t>65</a:t>
              </a:r>
              <a:endParaRPr lang="en-US" altLang="zh-CN" sz="1600" b="1" i="1" kern="0">
                <a:solidFill>
                  <a:sysClr val="windowText" lastClr="000000"/>
                </a:solidFill>
                <a:latin typeface="Times New Roman" pitchFamily="18" charset="0"/>
                <a:ea typeface="华文行楷" panose="02010800040101010101" pitchFamily="2" charset="-122"/>
                <a:cs typeface="+mn-cs"/>
              </a:endParaRPr>
            </a:p>
          </p:txBody>
        </p:sp>
        <p:sp>
          <p:nvSpPr>
            <p:cNvPr id="481" name="Oval 89"/>
            <p:cNvSpPr>
              <a:spLocks noChangeArrowheads="1"/>
            </p:cNvSpPr>
            <p:nvPr/>
          </p:nvSpPr>
          <p:spPr bwMode="auto">
            <a:xfrm>
              <a:off x="1324" y="3677"/>
              <a:ext cx="272" cy="255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/>
          </p:spPr>
          <p:txBody>
            <a:bodyPr lIns="28800" tIns="0" rIns="0" bIns="0"/>
            <a:lstStyle/>
            <a:p>
              <a:pPr algn="just" eaLnBrk="0" fontAlgn="auto" hangingPunct="0">
                <a:lnSpc>
                  <a:spcPct val="7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b="1" kern="0">
                  <a:solidFill>
                    <a:sysClr val="windowText" lastClr="000000"/>
                  </a:solidFill>
                  <a:latin typeface="Times New Roman" pitchFamily="18" charset="0"/>
                  <a:ea typeface="华文行楷" panose="02010800040101010101" pitchFamily="2" charset="-122"/>
                  <a:cs typeface="+mn-cs"/>
                </a:rPr>
                <a:t>4</a:t>
              </a:r>
              <a:endParaRPr lang="en-US" altLang="zh-CN" sz="1600" b="1" i="1" kern="0">
                <a:solidFill>
                  <a:sysClr val="windowText" lastClr="000000"/>
                </a:solidFill>
                <a:latin typeface="Times New Roman" pitchFamily="18" charset="0"/>
                <a:ea typeface="华文行楷" panose="02010800040101010101" pitchFamily="2" charset="-122"/>
                <a:cs typeface="+mn-cs"/>
              </a:endParaRPr>
            </a:p>
          </p:txBody>
        </p:sp>
        <p:sp>
          <p:nvSpPr>
            <p:cNvPr id="482" name="Oval 90"/>
            <p:cNvSpPr>
              <a:spLocks noChangeArrowheads="1"/>
            </p:cNvSpPr>
            <p:nvPr/>
          </p:nvSpPr>
          <p:spPr bwMode="auto">
            <a:xfrm>
              <a:off x="1651" y="3673"/>
              <a:ext cx="272" cy="256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/>
          </p:spPr>
          <p:txBody>
            <a:bodyPr lIns="28800" tIns="0" rIns="0" bIns="0"/>
            <a:lstStyle/>
            <a:p>
              <a:pPr algn="just" eaLnBrk="0" fontAlgn="auto" hangingPunct="0">
                <a:lnSpc>
                  <a:spcPct val="7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b="1" kern="0">
                  <a:solidFill>
                    <a:sysClr val="windowText" lastClr="000000"/>
                  </a:solidFill>
                  <a:latin typeface="Times New Roman" pitchFamily="18" charset="0"/>
                  <a:ea typeface="华文行楷" panose="02010800040101010101" pitchFamily="2" charset="-122"/>
                  <a:cs typeface="+mn-cs"/>
                </a:rPr>
                <a:t>6</a:t>
              </a:r>
              <a:endParaRPr lang="en-US" altLang="zh-CN" sz="1600" b="1" i="1" kern="0">
                <a:solidFill>
                  <a:sysClr val="windowText" lastClr="000000"/>
                </a:solidFill>
                <a:latin typeface="Times New Roman" pitchFamily="18" charset="0"/>
                <a:ea typeface="华文行楷" panose="02010800040101010101" pitchFamily="2" charset="-122"/>
                <a:cs typeface="+mn-cs"/>
              </a:endParaRPr>
            </a:p>
          </p:txBody>
        </p:sp>
        <p:sp>
          <p:nvSpPr>
            <p:cNvPr id="483" name="Oval 91"/>
            <p:cNvSpPr>
              <a:spLocks noChangeArrowheads="1"/>
            </p:cNvSpPr>
            <p:nvPr/>
          </p:nvSpPr>
          <p:spPr bwMode="auto">
            <a:xfrm>
              <a:off x="1974" y="3671"/>
              <a:ext cx="272" cy="255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/>
          </p:spPr>
          <p:txBody>
            <a:bodyPr lIns="28800" tIns="0" rIns="0" bIns="0"/>
            <a:lstStyle/>
            <a:p>
              <a:pPr algn="just" eaLnBrk="0" fontAlgn="auto" hangingPunct="0">
                <a:lnSpc>
                  <a:spcPct val="7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b="1" kern="0">
                  <a:solidFill>
                    <a:sysClr val="windowText" lastClr="000000"/>
                  </a:solidFill>
                  <a:latin typeface="Times New Roman" pitchFamily="18" charset="0"/>
                  <a:ea typeface="华文行楷" panose="02010800040101010101" pitchFamily="2" charset="-122"/>
                  <a:cs typeface="+mn-cs"/>
                </a:rPr>
                <a:t>9</a:t>
              </a:r>
              <a:endParaRPr lang="en-US" altLang="zh-CN" sz="1600" b="1" i="1" kern="0">
                <a:solidFill>
                  <a:sysClr val="windowText" lastClr="000000"/>
                </a:solidFill>
                <a:latin typeface="Times New Roman" pitchFamily="18" charset="0"/>
                <a:ea typeface="华文行楷" panose="02010800040101010101" pitchFamily="2" charset="-122"/>
                <a:cs typeface="+mn-cs"/>
              </a:endParaRPr>
            </a:p>
          </p:txBody>
        </p:sp>
        <p:sp>
          <p:nvSpPr>
            <p:cNvPr id="484" name="Oval 92"/>
            <p:cNvSpPr>
              <a:spLocks noChangeArrowheads="1"/>
            </p:cNvSpPr>
            <p:nvPr/>
          </p:nvSpPr>
          <p:spPr bwMode="auto">
            <a:xfrm>
              <a:off x="2303" y="3673"/>
              <a:ext cx="272" cy="256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/>
          </p:spPr>
          <p:txBody>
            <a:bodyPr lIns="0" tIns="0" rIns="0" bIns="0"/>
            <a:lstStyle/>
            <a:p>
              <a:pPr algn="just" eaLnBrk="0" fontAlgn="auto" hangingPunct="0">
                <a:lnSpc>
                  <a:spcPct val="7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b="1" kern="0">
                  <a:solidFill>
                    <a:sysClr val="windowText" lastClr="000000"/>
                  </a:solidFill>
                  <a:latin typeface="Times New Roman" pitchFamily="18" charset="0"/>
                  <a:ea typeface="华文行楷" panose="02010800040101010101" pitchFamily="2" charset="-122"/>
                  <a:cs typeface="+mn-cs"/>
                </a:rPr>
                <a:t>11</a:t>
              </a:r>
              <a:endParaRPr lang="en-US" altLang="zh-CN" sz="1600" b="1" i="1" kern="0">
                <a:solidFill>
                  <a:sysClr val="windowText" lastClr="000000"/>
                </a:solidFill>
                <a:latin typeface="Times New Roman" pitchFamily="18" charset="0"/>
                <a:ea typeface="华文行楷" panose="02010800040101010101" pitchFamily="2" charset="-122"/>
                <a:cs typeface="+mn-cs"/>
              </a:endParaRPr>
            </a:p>
          </p:txBody>
        </p:sp>
        <p:sp>
          <p:nvSpPr>
            <p:cNvPr id="485" name="Oval 93"/>
            <p:cNvSpPr>
              <a:spLocks noChangeArrowheads="1"/>
            </p:cNvSpPr>
            <p:nvPr/>
          </p:nvSpPr>
          <p:spPr bwMode="auto">
            <a:xfrm>
              <a:off x="2641" y="3673"/>
              <a:ext cx="272" cy="256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/>
          </p:spPr>
          <p:txBody>
            <a:bodyPr lIns="0" tIns="0" rIns="0" bIns="0"/>
            <a:lstStyle/>
            <a:p>
              <a:pPr algn="just" eaLnBrk="0" fontAlgn="auto" hangingPunct="0">
                <a:lnSpc>
                  <a:spcPct val="7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b="1" kern="0">
                  <a:solidFill>
                    <a:sysClr val="windowText" lastClr="000000"/>
                  </a:solidFill>
                  <a:latin typeface="Times New Roman" pitchFamily="18" charset="0"/>
                  <a:ea typeface="华文行楷" panose="02010800040101010101" pitchFamily="2" charset="-122"/>
                  <a:cs typeface="+mn-cs"/>
                </a:rPr>
                <a:t>14</a:t>
              </a:r>
              <a:endParaRPr lang="en-US" altLang="zh-CN" sz="1600" b="1" i="1" kern="0">
                <a:solidFill>
                  <a:sysClr val="windowText" lastClr="000000"/>
                </a:solidFill>
                <a:latin typeface="Times New Roman" pitchFamily="18" charset="0"/>
                <a:ea typeface="华文行楷" panose="02010800040101010101" pitchFamily="2" charset="-122"/>
                <a:cs typeface="+mn-cs"/>
              </a:endParaRPr>
            </a:p>
          </p:txBody>
        </p:sp>
        <p:sp>
          <p:nvSpPr>
            <p:cNvPr id="486" name="Oval 94"/>
            <p:cNvSpPr>
              <a:spLocks noChangeArrowheads="1"/>
            </p:cNvSpPr>
            <p:nvPr/>
          </p:nvSpPr>
          <p:spPr bwMode="auto">
            <a:xfrm>
              <a:off x="2988" y="3671"/>
              <a:ext cx="271" cy="255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/>
          </p:spPr>
          <p:txBody>
            <a:bodyPr lIns="0" tIns="0" rIns="0" bIns="0"/>
            <a:lstStyle/>
            <a:p>
              <a:pPr algn="just" eaLnBrk="0" fontAlgn="auto" hangingPunct="0">
                <a:lnSpc>
                  <a:spcPct val="7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b="1" kern="0">
                  <a:solidFill>
                    <a:sysClr val="windowText" lastClr="000000"/>
                  </a:solidFill>
                  <a:latin typeface="Times New Roman" pitchFamily="18" charset="0"/>
                  <a:ea typeface="华文行楷" panose="02010800040101010101" pitchFamily="2" charset="-122"/>
                  <a:cs typeface="+mn-cs"/>
                </a:rPr>
                <a:t>16</a:t>
              </a:r>
              <a:endParaRPr lang="en-US" altLang="zh-CN" sz="1600" b="1" i="1" kern="0">
                <a:solidFill>
                  <a:sysClr val="windowText" lastClr="000000"/>
                </a:solidFill>
                <a:latin typeface="Times New Roman" pitchFamily="18" charset="0"/>
                <a:ea typeface="华文行楷" panose="02010800040101010101" pitchFamily="2" charset="-122"/>
                <a:cs typeface="+mn-cs"/>
              </a:endParaRPr>
            </a:p>
          </p:txBody>
        </p:sp>
        <p:sp>
          <p:nvSpPr>
            <p:cNvPr id="487" name="Oval 95"/>
            <p:cNvSpPr>
              <a:spLocks noChangeArrowheads="1"/>
            </p:cNvSpPr>
            <p:nvPr/>
          </p:nvSpPr>
          <p:spPr bwMode="auto">
            <a:xfrm>
              <a:off x="3331" y="3673"/>
              <a:ext cx="272" cy="256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/>
          </p:spPr>
          <p:txBody>
            <a:bodyPr lIns="0" tIns="0" rIns="0" bIns="0"/>
            <a:lstStyle/>
            <a:p>
              <a:pPr algn="just" eaLnBrk="0" fontAlgn="auto" hangingPunct="0">
                <a:lnSpc>
                  <a:spcPct val="7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b="1" kern="0">
                  <a:solidFill>
                    <a:sysClr val="windowText" lastClr="000000"/>
                  </a:solidFill>
                  <a:latin typeface="Times New Roman" pitchFamily="18" charset="0"/>
                  <a:ea typeface="华文行楷" panose="02010800040101010101" pitchFamily="2" charset="-122"/>
                  <a:cs typeface="+mn-cs"/>
                </a:rPr>
                <a:t>20</a:t>
              </a:r>
              <a:endParaRPr lang="en-US" altLang="zh-CN" sz="1600" b="1" i="1" kern="0">
                <a:solidFill>
                  <a:sysClr val="windowText" lastClr="000000"/>
                </a:solidFill>
                <a:latin typeface="Times New Roman" pitchFamily="18" charset="0"/>
                <a:ea typeface="华文行楷" panose="02010800040101010101" pitchFamily="2" charset="-122"/>
                <a:cs typeface="+mn-cs"/>
              </a:endParaRPr>
            </a:p>
          </p:txBody>
        </p:sp>
        <p:sp>
          <p:nvSpPr>
            <p:cNvPr id="488" name="Oval 96"/>
            <p:cNvSpPr>
              <a:spLocks noChangeArrowheads="1"/>
            </p:cNvSpPr>
            <p:nvPr/>
          </p:nvSpPr>
          <p:spPr bwMode="auto">
            <a:xfrm>
              <a:off x="3673" y="3671"/>
              <a:ext cx="272" cy="255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/>
          </p:spPr>
          <p:txBody>
            <a:bodyPr lIns="0" tIns="0" rIns="0" bIns="0"/>
            <a:lstStyle/>
            <a:p>
              <a:pPr algn="just" eaLnBrk="0" fontAlgn="auto" hangingPunct="0">
                <a:lnSpc>
                  <a:spcPct val="7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b="1" kern="0">
                  <a:solidFill>
                    <a:sysClr val="windowText" lastClr="000000"/>
                  </a:solidFill>
                  <a:latin typeface="Times New Roman" pitchFamily="18" charset="0"/>
                  <a:ea typeface="华文行楷" panose="02010800040101010101" pitchFamily="2" charset="-122"/>
                  <a:cs typeface="+mn-cs"/>
                </a:rPr>
                <a:t>22</a:t>
              </a:r>
              <a:endParaRPr lang="en-US" altLang="zh-CN" sz="1600" b="1" i="1" kern="0">
                <a:solidFill>
                  <a:sysClr val="windowText" lastClr="000000"/>
                </a:solidFill>
                <a:latin typeface="Times New Roman" pitchFamily="18" charset="0"/>
                <a:ea typeface="华文行楷" panose="02010800040101010101" pitchFamily="2" charset="-122"/>
                <a:cs typeface="+mn-cs"/>
              </a:endParaRPr>
            </a:p>
          </p:txBody>
        </p:sp>
        <p:sp>
          <p:nvSpPr>
            <p:cNvPr id="489" name="Oval 97"/>
            <p:cNvSpPr>
              <a:spLocks noChangeArrowheads="1"/>
            </p:cNvSpPr>
            <p:nvPr/>
          </p:nvSpPr>
          <p:spPr bwMode="auto">
            <a:xfrm>
              <a:off x="4011" y="3673"/>
              <a:ext cx="272" cy="256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/>
          </p:spPr>
          <p:txBody>
            <a:bodyPr lIns="0" tIns="0" rIns="0" bIns="0"/>
            <a:lstStyle/>
            <a:p>
              <a:pPr algn="just" eaLnBrk="0" fontAlgn="auto" hangingPunct="0">
                <a:lnSpc>
                  <a:spcPct val="7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b="1" kern="0">
                  <a:solidFill>
                    <a:sysClr val="windowText" lastClr="000000"/>
                  </a:solidFill>
                  <a:latin typeface="Times New Roman" pitchFamily="18" charset="0"/>
                  <a:ea typeface="华文行楷" panose="02010800040101010101" pitchFamily="2" charset="-122"/>
                  <a:cs typeface="+mn-cs"/>
                </a:rPr>
                <a:t>25</a:t>
              </a:r>
              <a:endParaRPr lang="en-US" altLang="zh-CN" sz="1600" b="1" i="1" kern="0">
                <a:solidFill>
                  <a:sysClr val="windowText" lastClr="000000"/>
                </a:solidFill>
                <a:latin typeface="Times New Roman" pitchFamily="18" charset="0"/>
                <a:ea typeface="华文行楷" panose="02010800040101010101" pitchFamily="2" charset="-122"/>
                <a:cs typeface="+mn-cs"/>
              </a:endParaRPr>
            </a:p>
          </p:txBody>
        </p:sp>
        <p:sp>
          <p:nvSpPr>
            <p:cNvPr id="490" name="Oval 98"/>
            <p:cNvSpPr>
              <a:spLocks noChangeArrowheads="1"/>
            </p:cNvSpPr>
            <p:nvPr/>
          </p:nvSpPr>
          <p:spPr bwMode="auto">
            <a:xfrm>
              <a:off x="4354" y="3673"/>
              <a:ext cx="271" cy="256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/>
          </p:spPr>
          <p:txBody>
            <a:bodyPr lIns="0" tIns="0" rIns="0" bIns="0"/>
            <a:lstStyle/>
            <a:p>
              <a:pPr algn="just" eaLnBrk="0" fontAlgn="auto" hangingPunct="0">
                <a:lnSpc>
                  <a:spcPct val="7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b="1" kern="0">
                  <a:solidFill>
                    <a:sysClr val="windowText" lastClr="000000"/>
                  </a:solidFill>
                  <a:latin typeface="Times New Roman" pitchFamily="18" charset="0"/>
                  <a:ea typeface="华文行楷" panose="02010800040101010101" pitchFamily="2" charset="-122"/>
                  <a:cs typeface="+mn-cs"/>
                </a:rPr>
                <a:t>27</a:t>
              </a:r>
              <a:endParaRPr lang="en-US" altLang="zh-CN" sz="1600" b="1" i="1" kern="0">
                <a:solidFill>
                  <a:sysClr val="windowText" lastClr="000000"/>
                </a:solidFill>
                <a:latin typeface="Times New Roman" pitchFamily="18" charset="0"/>
                <a:ea typeface="华文行楷" panose="02010800040101010101" pitchFamily="2" charset="-122"/>
                <a:cs typeface="+mn-cs"/>
              </a:endParaRPr>
            </a:p>
          </p:txBody>
        </p:sp>
        <p:sp>
          <p:nvSpPr>
            <p:cNvPr id="491" name="Oval 99"/>
            <p:cNvSpPr>
              <a:spLocks noChangeArrowheads="1"/>
            </p:cNvSpPr>
            <p:nvPr/>
          </p:nvSpPr>
          <p:spPr bwMode="auto">
            <a:xfrm>
              <a:off x="4696" y="3673"/>
              <a:ext cx="271" cy="256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/>
          </p:spPr>
          <p:txBody>
            <a:bodyPr lIns="0" tIns="0" rIns="0" bIns="0"/>
            <a:lstStyle/>
            <a:p>
              <a:pPr algn="just" eaLnBrk="0" fontAlgn="auto" hangingPunct="0">
                <a:lnSpc>
                  <a:spcPct val="7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b="1" kern="0">
                  <a:solidFill>
                    <a:sysClr val="windowText" lastClr="000000"/>
                  </a:solidFill>
                  <a:latin typeface="Times New Roman" pitchFamily="18" charset="0"/>
                  <a:ea typeface="华文行楷" panose="02010800040101010101" pitchFamily="2" charset="-122"/>
                  <a:cs typeface="+mn-cs"/>
                </a:rPr>
                <a:t>30</a:t>
              </a:r>
              <a:endParaRPr lang="en-US" altLang="zh-CN" sz="1600" b="1" i="1" kern="0">
                <a:solidFill>
                  <a:sysClr val="windowText" lastClr="000000"/>
                </a:solidFill>
                <a:latin typeface="Times New Roman" pitchFamily="18" charset="0"/>
                <a:ea typeface="华文行楷" panose="02010800040101010101" pitchFamily="2" charset="-122"/>
                <a:cs typeface="+mn-cs"/>
              </a:endParaRPr>
            </a:p>
          </p:txBody>
        </p:sp>
        <p:sp>
          <p:nvSpPr>
            <p:cNvPr id="492" name="Oval 100"/>
            <p:cNvSpPr>
              <a:spLocks noChangeArrowheads="1"/>
            </p:cNvSpPr>
            <p:nvPr/>
          </p:nvSpPr>
          <p:spPr bwMode="auto">
            <a:xfrm>
              <a:off x="5026" y="3671"/>
              <a:ext cx="272" cy="255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/>
          </p:spPr>
          <p:txBody>
            <a:bodyPr lIns="0" tIns="0" rIns="0" bIns="0"/>
            <a:lstStyle/>
            <a:p>
              <a:pPr algn="just" eaLnBrk="0" fontAlgn="auto" hangingPunct="0">
                <a:lnSpc>
                  <a:spcPct val="7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b="1" kern="0">
                  <a:solidFill>
                    <a:sysClr val="windowText" lastClr="000000"/>
                  </a:solidFill>
                  <a:latin typeface="Times New Roman" pitchFamily="18" charset="0"/>
                  <a:ea typeface="华文行楷" panose="02010800040101010101" pitchFamily="2" charset="-122"/>
                  <a:cs typeface="+mn-cs"/>
                </a:rPr>
                <a:t>32</a:t>
              </a:r>
              <a:endParaRPr lang="en-US" altLang="zh-CN" sz="1600" b="1" i="1" kern="0">
                <a:solidFill>
                  <a:sysClr val="windowText" lastClr="000000"/>
                </a:solidFill>
                <a:latin typeface="Times New Roman" pitchFamily="18" charset="0"/>
                <a:ea typeface="华文行楷" panose="02010800040101010101" pitchFamily="2" charset="-122"/>
                <a:cs typeface="+mn-cs"/>
              </a:endParaRPr>
            </a:p>
          </p:txBody>
        </p:sp>
        <p:sp>
          <p:nvSpPr>
            <p:cNvPr id="493" name="Oval 101"/>
            <p:cNvSpPr>
              <a:spLocks noChangeArrowheads="1"/>
            </p:cNvSpPr>
            <p:nvPr/>
          </p:nvSpPr>
          <p:spPr bwMode="auto">
            <a:xfrm>
              <a:off x="5344" y="3671"/>
              <a:ext cx="271" cy="255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/>
          </p:spPr>
          <p:txBody>
            <a:bodyPr lIns="0" tIns="0" rIns="0" bIns="0"/>
            <a:lstStyle/>
            <a:p>
              <a:pPr algn="just" eaLnBrk="0" fontAlgn="auto" hangingPunct="0">
                <a:lnSpc>
                  <a:spcPct val="7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b="1" kern="0">
                  <a:solidFill>
                    <a:sysClr val="windowText" lastClr="000000"/>
                  </a:solidFill>
                  <a:latin typeface="Times New Roman" pitchFamily="18" charset="0"/>
                  <a:ea typeface="华文行楷" panose="02010800040101010101" pitchFamily="2" charset="-122"/>
                  <a:cs typeface="+mn-cs"/>
                </a:rPr>
                <a:t>36</a:t>
              </a:r>
              <a:endParaRPr lang="en-US" altLang="zh-CN" sz="1600" b="1" i="1" kern="0">
                <a:solidFill>
                  <a:sysClr val="windowText" lastClr="000000"/>
                </a:solidFill>
                <a:latin typeface="Times New Roman" pitchFamily="18" charset="0"/>
                <a:ea typeface="华文行楷" panose="02010800040101010101" pitchFamily="2" charset="-122"/>
                <a:cs typeface="+mn-cs"/>
              </a:endParaRPr>
            </a:p>
          </p:txBody>
        </p:sp>
        <p:sp>
          <p:nvSpPr>
            <p:cNvPr id="494" name="Oval 102"/>
            <p:cNvSpPr>
              <a:spLocks noChangeArrowheads="1"/>
            </p:cNvSpPr>
            <p:nvPr/>
          </p:nvSpPr>
          <p:spPr bwMode="auto">
            <a:xfrm>
              <a:off x="5662" y="3671"/>
              <a:ext cx="272" cy="255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/>
          </p:spPr>
          <p:txBody>
            <a:bodyPr lIns="0" tIns="0" rIns="0" bIns="0"/>
            <a:lstStyle/>
            <a:p>
              <a:pPr algn="just" eaLnBrk="0" fontAlgn="auto" hangingPunct="0">
                <a:lnSpc>
                  <a:spcPct val="7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b="1" kern="0">
                  <a:solidFill>
                    <a:sysClr val="windowText" lastClr="000000"/>
                  </a:solidFill>
                  <a:latin typeface="Times New Roman" pitchFamily="18" charset="0"/>
                  <a:ea typeface="华文行楷" panose="02010800040101010101" pitchFamily="2" charset="-122"/>
                  <a:cs typeface="+mn-cs"/>
                </a:rPr>
                <a:t>38</a:t>
              </a:r>
              <a:endParaRPr lang="en-US" altLang="zh-CN" sz="1600" b="1" i="1" kern="0">
                <a:solidFill>
                  <a:sysClr val="windowText" lastClr="000000"/>
                </a:solidFill>
                <a:latin typeface="Times New Roman" pitchFamily="18" charset="0"/>
                <a:ea typeface="华文行楷" panose="02010800040101010101" pitchFamily="2" charset="-122"/>
                <a:cs typeface="+mn-cs"/>
              </a:endParaRPr>
            </a:p>
          </p:txBody>
        </p:sp>
        <p:sp>
          <p:nvSpPr>
            <p:cNvPr id="495" name="Oval 103"/>
            <p:cNvSpPr>
              <a:spLocks noChangeArrowheads="1"/>
            </p:cNvSpPr>
            <p:nvPr/>
          </p:nvSpPr>
          <p:spPr bwMode="auto">
            <a:xfrm>
              <a:off x="5992" y="3674"/>
              <a:ext cx="272" cy="255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/>
          </p:spPr>
          <p:txBody>
            <a:bodyPr lIns="0" tIns="0" rIns="0" bIns="0"/>
            <a:lstStyle/>
            <a:p>
              <a:pPr algn="just" eaLnBrk="0" fontAlgn="auto" hangingPunct="0">
                <a:lnSpc>
                  <a:spcPct val="7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b="1" kern="0">
                  <a:solidFill>
                    <a:sysClr val="windowText" lastClr="000000"/>
                  </a:solidFill>
                  <a:latin typeface="Times New Roman" pitchFamily="18" charset="0"/>
                  <a:ea typeface="华文行楷" panose="02010800040101010101" pitchFamily="2" charset="-122"/>
                  <a:cs typeface="+mn-cs"/>
                </a:rPr>
                <a:t>41</a:t>
              </a:r>
              <a:endParaRPr lang="en-US" altLang="zh-CN" sz="1600" b="1" i="1" kern="0">
                <a:solidFill>
                  <a:sysClr val="windowText" lastClr="000000"/>
                </a:solidFill>
                <a:latin typeface="Times New Roman" pitchFamily="18" charset="0"/>
                <a:ea typeface="华文行楷" panose="02010800040101010101" pitchFamily="2" charset="-122"/>
                <a:cs typeface="+mn-cs"/>
              </a:endParaRPr>
            </a:p>
          </p:txBody>
        </p:sp>
        <p:sp>
          <p:nvSpPr>
            <p:cNvPr id="496" name="Oval 104"/>
            <p:cNvSpPr>
              <a:spLocks noChangeArrowheads="1"/>
            </p:cNvSpPr>
            <p:nvPr/>
          </p:nvSpPr>
          <p:spPr bwMode="auto">
            <a:xfrm>
              <a:off x="6327" y="3677"/>
              <a:ext cx="272" cy="255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/>
          </p:spPr>
          <p:txBody>
            <a:bodyPr lIns="0" tIns="0" rIns="0" bIns="0"/>
            <a:lstStyle/>
            <a:p>
              <a:pPr algn="just" eaLnBrk="0" fontAlgn="auto" hangingPunct="0">
                <a:lnSpc>
                  <a:spcPct val="7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b="1" kern="0">
                  <a:solidFill>
                    <a:sysClr val="windowText" lastClr="000000"/>
                  </a:solidFill>
                  <a:latin typeface="Times New Roman" pitchFamily="18" charset="0"/>
                  <a:ea typeface="华文行楷" panose="02010800040101010101" pitchFamily="2" charset="-122"/>
                  <a:cs typeface="+mn-cs"/>
                </a:rPr>
                <a:t>43</a:t>
              </a:r>
              <a:endParaRPr lang="en-US" altLang="zh-CN" sz="1600" b="1" i="1" kern="0">
                <a:solidFill>
                  <a:sysClr val="windowText" lastClr="000000"/>
                </a:solidFill>
                <a:latin typeface="Times New Roman" pitchFamily="18" charset="0"/>
                <a:ea typeface="华文行楷" panose="02010800040101010101" pitchFamily="2" charset="-122"/>
                <a:cs typeface="+mn-cs"/>
              </a:endParaRPr>
            </a:p>
          </p:txBody>
        </p:sp>
        <p:sp>
          <p:nvSpPr>
            <p:cNvPr id="497" name="Oval 105"/>
            <p:cNvSpPr>
              <a:spLocks noChangeArrowheads="1"/>
            </p:cNvSpPr>
            <p:nvPr/>
          </p:nvSpPr>
          <p:spPr bwMode="auto">
            <a:xfrm>
              <a:off x="6653" y="3674"/>
              <a:ext cx="271" cy="255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/>
          </p:spPr>
          <p:txBody>
            <a:bodyPr lIns="0" tIns="0" rIns="0" bIns="0"/>
            <a:lstStyle/>
            <a:p>
              <a:pPr algn="just" eaLnBrk="0" fontAlgn="auto" hangingPunct="0">
                <a:lnSpc>
                  <a:spcPct val="7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b="1" kern="0">
                  <a:solidFill>
                    <a:sysClr val="windowText" lastClr="000000"/>
                  </a:solidFill>
                  <a:latin typeface="Times New Roman" pitchFamily="18" charset="0"/>
                  <a:ea typeface="华文行楷" panose="02010800040101010101" pitchFamily="2" charset="-122"/>
                  <a:cs typeface="+mn-cs"/>
                </a:rPr>
                <a:t>46</a:t>
              </a:r>
              <a:endParaRPr lang="en-US" altLang="zh-CN" sz="1600" b="1" i="1" kern="0">
                <a:solidFill>
                  <a:sysClr val="windowText" lastClr="000000"/>
                </a:solidFill>
                <a:latin typeface="Times New Roman" pitchFamily="18" charset="0"/>
                <a:ea typeface="华文行楷" panose="02010800040101010101" pitchFamily="2" charset="-122"/>
                <a:cs typeface="+mn-cs"/>
              </a:endParaRPr>
            </a:p>
          </p:txBody>
        </p:sp>
        <p:sp>
          <p:nvSpPr>
            <p:cNvPr id="498" name="Oval 106"/>
            <p:cNvSpPr>
              <a:spLocks noChangeArrowheads="1"/>
            </p:cNvSpPr>
            <p:nvPr/>
          </p:nvSpPr>
          <p:spPr bwMode="auto">
            <a:xfrm>
              <a:off x="6987" y="3674"/>
              <a:ext cx="271" cy="255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/>
          </p:spPr>
          <p:txBody>
            <a:bodyPr lIns="0" tIns="0" rIns="0" bIns="0"/>
            <a:lstStyle/>
            <a:p>
              <a:pPr algn="just" eaLnBrk="0" fontAlgn="auto" hangingPunct="0">
                <a:lnSpc>
                  <a:spcPct val="7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b="1" kern="0">
                  <a:solidFill>
                    <a:sysClr val="windowText" lastClr="000000"/>
                  </a:solidFill>
                  <a:latin typeface="Times New Roman" pitchFamily="18" charset="0"/>
                  <a:ea typeface="华文行楷" panose="02010800040101010101" pitchFamily="2" charset="-122"/>
                  <a:cs typeface="+mn-cs"/>
                </a:rPr>
                <a:t>48</a:t>
              </a:r>
              <a:endParaRPr lang="en-US" altLang="zh-CN" sz="1600" b="1" i="1" kern="0">
                <a:solidFill>
                  <a:sysClr val="windowText" lastClr="000000"/>
                </a:solidFill>
                <a:latin typeface="Times New Roman" pitchFamily="18" charset="0"/>
                <a:ea typeface="华文行楷" panose="02010800040101010101" pitchFamily="2" charset="-122"/>
                <a:cs typeface="+mn-cs"/>
              </a:endParaRPr>
            </a:p>
          </p:txBody>
        </p:sp>
        <p:sp>
          <p:nvSpPr>
            <p:cNvPr id="499" name="Oval 107"/>
            <p:cNvSpPr>
              <a:spLocks noChangeArrowheads="1"/>
            </p:cNvSpPr>
            <p:nvPr/>
          </p:nvSpPr>
          <p:spPr bwMode="auto">
            <a:xfrm>
              <a:off x="7317" y="3673"/>
              <a:ext cx="272" cy="255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/>
          </p:spPr>
          <p:txBody>
            <a:bodyPr lIns="0" tIns="0" rIns="0" bIns="0"/>
            <a:lstStyle/>
            <a:p>
              <a:pPr algn="just" eaLnBrk="0" fontAlgn="auto" hangingPunct="0">
                <a:lnSpc>
                  <a:spcPct val="7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b="1" kern="0">
                  <a:solidFill>
                    <a:sysClr val="windowText" lastClr="000000"/>
                  </a:solidFill>
                  <a:latin typeface="Times New Roman" pitchFamily="18" charset="0"/>
                  <a:ea typeface="华文行楷" panose="02010800040101010101" pitchFamily="2" charset="-122"/>
                  <a:cs typeface="+mn-cs"/>
                </a:rPr>
                <a:t>52</a:t>
              </a:r>
              <a:endParaRPr lang="en-US" altLang="zh-CN" sz="1600" b="1" i="1" kern="0">
                <a:solidFill>
                  <a:sysClr val="windowText" lastClr="000000"/>
                </a:solidFill>
                <a:latin typeface="Times New Roman" pitchFamily="18" charset="0"/>
                <a:ea typeface="华文行楷" panose="02010800040101010101" pitchFamily="2" charset="-122"/>
                <a:cs typeface="+mn-cs"/>
              </a:endParaRPr>
            </a:p>
          </p:txBody>
        </p:sp>
        <p:sp>
          <p:nvSpPr>
            <p:cNvPr id="500" name="Oval 108"/>
            <p:cNvSpPr>
              <a:spLocks noChangeArrowheads="1"/>
            </p:cNvSpPr>
            <p:nvPr/>
          </p:nvSpPr>
          <p:spPr bwMode="auto">
            <a:xfrm>
              <a:off x="7640" y="3673"/>
              <a:ext cx="272" cy="255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/>
          </p:spPr>
          <p:txBody>
            <a:bodyPr lIns="0" tIns="0" rIns="0" bIns="0"/>
            <a:lstStyle/>
            <a:p>
              <a:pPr algn="just" eaLnBrk="0" fontAlgn="auto" hangingPunct="0">
                <a:lnSpc>
                  <a:spcPct val="7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b="1" kern="0">
                  <a:solidFill>
                    <a:sysClr val="windowText" lastClr="000000"/>
                  </a:solidFill>
                  <a:latin typeface="Times New Roman" pitchFamily="18" charset="0"/>
                  <a:ea typeface="华文行楷" panose="02010800040101010101" pitchFamily="2" charset="-122"/>
                  <a:cs typeface="+mn-cs"/>
                </a:rPr>
                <a:t>54</a:t>
              </a:r>
              <a:endParaRPr lang="en-US" altLang="zh-CN" sz="1600" b="1" i="1" kern="0">
                <a:solidFill>
                  <a:sysClr val="windowText" lastClr="000000"/>
                </a:solidFill>
                <a:latin typeface="Times New Roman" pitchFamily="18" charset="0"/>
                <a:ea typeface="华文行楷" panose="02010800040101010101" pitchFamily="2" charset="-122"/>
                <a:cs typeface="+mn-cs"/>
              </a:endParaRPr>
            </a:p>
          </p:txBody>
        </p:sp>
        <p:sp>
          <p:nvSpPr>
            <p:cNvPr id="501" name="Oval 109"/>
            <p:cNvSpPr>
              <a:spLocks noChangeArrowheads="1"/>
            </p:cNvSpPr>
            <p:nvPr/>
          </p:nvSpPr>
          <p:spPr bwMode="auto">
            <a:xfrm>
              <a:off x="7977" y="3673"/>
              <a:ext cx="272" cy="255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/>
          </p:spPr>
          <p:txBody>
            <a:bodyPr lIns="0" tIns="0" rIns="0" bIns="0"/>
            <a:lstStyle/>
            <a:p>
              <a:pPr algn="just" eaLnBrk="0" fontAlgn="auto" hangingPunct="0">
                <a:lnSpc>
                  <a:spcPct val="7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b="1" kern="0">
                  <a:solidFill>
                    <a:sysClr val="windowText" lastClr="000000"/>
                  </a:solidFill>
                  <a:latin typeface="Times New Roman" pitchFamily="18" charset="0"/>
                  <a:ea typeface="华文行楷" panose="02010800040101010101" pitchFamily="2" charset="-122"/>
                  <a:cs typeface="+mn-cs"/>
                </a:rPr>
                <a:t>57</a:t>
              </a:r>
              <a:endParaRPr lang="en-US" altLang="zh-CN" sz="1600" b="1" i="1" kern="0">
                <a:solidFill>
                  <a:sysClr val="windowText" lastClr="000000"/>
                </a:solidFill>
                <a:latin typeface="Times New Roman" pitchFamily="18" charset="0"/>
                <a:ea typeface="华文行楷" panose="02010800040101010101" pitchFamily="2" charset="-122"/>
                <a:cs typeface="+mn-cs"/>
              </a:endParaRPr>
            </a:p>
          </p:txBody>
        </p:sp>
        <p:sp>
          <p:nvSpPr>
            <p:cNvPr id="502" name="Oval 110"/>
            <p:cNvSpPr>
              <a:spLocks noChangeArrowheads="1"/>
            </p:cNvSpPr>
            <p:nvPr/>
          </p:nvSpPr>
          <p:spPr bwMode="auto">
            <a:xfrm>
              <a:off x="8304" y="3673"/>
              <a:ext cx="272" cy="255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/>
          </p:spPr>
          <p:txBody>
            <a:bodyPr lIns="0" tIns="0" rIns="0" bIns="0"/>
            <a:lstStyle/>
            <a:p>
              <a:pPr algn="just" eaLnBrk="0" fontAlgn="auto" hangingPunct="0">
                <a:lnSpc>
                  <a:spcPct val="7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b="1" kern="0">
                  <a:solidFill>
                    <a:sysClr val="windowText" lastClr="000000"/>
                  </a:solidFill>
                  <a:latin typeface="Times New Roman" pitchFamily="18" charset="0"/>
                  <a:ea typeface="华文行楷" panose="02010800040101010101" pitchFamily="2" charset="-122"/>
                  <a:cs typeface="+mn-cs"/>
                </a:rPr>
                <a:t>59</a:t>
              </a:r>
              <a:endParaRPr lang="en-US" altLang="zh-CN" sz="1600" b="1" i="1" kern="0">
                <a:solidFill>
                  <a:sysClr val="windowText" lastClr="000000"/>
                </a:solidFill>
                <a:latin typeface="Times New Roman" pitchFamily="18" charset="0"/>
                <a:ea typeface="华文行楷" panose="02010800040101010101" pitchFamily="2" charset="-122"/>
                <a:cs typeface="+mn-cs"/>
              </a:endParaRPr>
            </a:p>
          </p:txBody>
        </p:sp>
        <p:sp>
          <p:nvSpPr>
            <p:cNvPr id="503" name="Oval 111"/>
            <p:cNvSpPr>
              <a:spLocks noChangeArrowheads="1"/>
            </p:cNvSpPr>
            <p:nvPr/>
          </p:nvSpPr>
          <p:spPr bwMode="auto">
            <a:xfrm>
              <a:off x="8635" y="3673"/>
              <a:ext cx="272" cy="255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/>
          </p:spPr>
          <p:txBody>
            <a:bodyPr lIns="0" tIns="0" rIns="0" bIns="0"/>
            <a:lstStyle/>
            <a:p>
              <a:pPr algn="just" eaLnBrk="0" fontAlgn="auto" hangingPunct="0">
                <a:lnSpc>
                  <a:spcPct val="7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b="1" kern="0">
                  <a:solidFill>
                    <a:sysClr val="windowText" lastClr="000000"/>
                  </a:solidFill>
                  <a:latin typeface="Times New Roman" pitchFamily="18" charset="0"/>
                  <a:ea typeface="华文行楷" panose="02010800040101010101" pitchFamily="2" charset="-122"/>
                  <a:cs typeface="+mn-cs"/>
                </a:rPr>
                <a:t>62</a:t>
              </a:r>
              <a:endParaRPr lang="en-US" altLang="zh-CN" sz="1600" b="1" i="1" kern="0">
                <a:solidFill>
                  <a:sysClr val="windowText" lastClr="000000"/>
                </a:solidFill>
                <a:latin typeface="Times New Roman" pitchFamily="18" charset="0"/>
                <a:ea typeface="华文行楷" panose="02010800040101010101" pitchFamily="2" charset="-122"/>
                <a:cs typeface="+mn-cs"/>
              </a:endParaRPr>
            </a:p>
          </p:txBody>
        </p:sp>
        <p:sp>
          <p:nvSpPr>
            <p:cNvPr id="504" name="Oval 112"/>
            <p:cNvSpPr>
              <a:spLocks noChangeArrowheads="1"/>
            </p:cNvSpPr>
            <p:nvPr/>
          </p:nvSpPr>
          <p:spPr bwMode="auto">
            <a:xfrm>
              <a:off x="8974" y="3673"/>
              <a:ext cx="272" cy="255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/>
          </p:spPr>
          <p:txBody>
            <a:bodyPr lIns="0" tIns="0" rIns="0" bIns="0"/>
            <a:lstStyle/>
            <a:p>
              <a:pPr algn="just" eaLnBrk="0" fontAlgn="auto" hangingPunct="0">
                <a:lnSpc>
                  <a:spcPct val="7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b="1" kern="0">
                  <a:solidFill>
                    <a:sysClr val="windowText" lastClr="000000"/>
                  </a:solidFill>
                  <a:latin typeface="Times New Roman" pitchFamily="18" charset="0"/>
                  <a:ea typeface="华文行楷" panose="02010800040101010101" pitchFamily="2" charset="-122"/>
                  <a:cs typeface="+mn-cs"/>
                </a:rPr>
                <a:t>64</a:t>
              </a:r>
              <a:endParaRPr lang="en-US" altLang="zh-CN" sz="1600" b="1" i="1" kern="0">
                <a:solidFill>
                  <a:sysClr val="windowText" lastClr="000000"/>
                </a:solidFill>
                <a:latin typeface="Times New Roman" pitchFamily="18" charset="0"/>
                <a:ea typeface="华文行楷" panose="02010800040101010101" pitchFamily="2" charset="-122"/>
                <a:cs typeface="+mn-cs"/>
              </a:endParaRPr>
            </a:p>
          </p:txBody>
        </p:sp>
        <p:sp>
          <p:nvSpPr>
            <p:cNvPr id="505" name="Oval 113"/>
            <p:cNvSpPr>
              <a:spLocks noChangeArrowheads="1"/>
            </p:cNvSpPr>
            <p:nvPr/>
          </p:nvSpPr>
          <p:spPr bwMode="auto">
            <a:xfrm>
              <a:off x="1511" y="2954"/>
              <a:ext cx="272" cy="255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/>
          </p:spPr>
          <p:txBody>
            <a:bodyPr lIns="28800" tIns="0" rIns="0" bIns="0"/>
            <a:lstStyle/>
            <a:p>
              <a:pPr algn="just" eaLnBrk="0" fontAlgn="auto" hangingPunct="0">
                <a:lnSpc>
                  <a:spcPct val="7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b="1" kern="0">
                  <a:solidFill>
                    <a:sysClr val="windowText" lastClr="000000"/>
                  </a:solidFill>
                  <a:latin typeface="Times New Roman" pitchFamily="18" charset="0"/>
                  <a:ea typeface="华文行楷" panose="02010800040101010101" pitchFamily="2" charset="-122"/>
                  <a:cs typeface="+mn-cs"/>
                </a:rPr>
                <a:t>3</a:t>
              </a:r>
              <a:endParaRPr lang="en-US" altLang="zh-CN" sz="1600" b="1" i="1" kern="0">
                <a:solidFill>
                  <a:sysClr val="windowText" lastClr="000000"/>
                </a:solidFill>
                <a:latin typeface="Times New Roman" pitchFamily="18" charset="0"/>
                <a:ea typeface="华文行楷" panose="02010800040101010101" pitchFamily="2" charset="-122"/>
                <a:cs typeface="+mn-cs"/>
              </a:endParaRPr>
            </a:p>
          </p:txBody>
        </p:sp>
        <p:sp>
          <p:nvSpPr>
            <p:cNvPr id="506" name="Oval 114"/>
            <p:cNvSpPr>
              <a:spLocks noChangeArrowheads="1"/>
            </p:cNvSpPr>
            <p:nvPr/>
          </p:nvSpPr>
          <p:spPr bwMode="auto">
            <a:xfrm>
              <a:off x="2157" y="2954"/>
              <a:ext cx="272" cy="256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/>
          </p:spPr>
          <p:txBody>
            <a:bodyPr lIns="28800" tIns="0" rIns="0" bIns="0"/>
            <a:lstStyle/>
            <a:p>
              <a:pPr algn="just" eaLnBrk="0" fontAlgn="auto" hangingPunct="0">
                <a:lnSpc>
                  <a:spcPct val="7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b="1" kern="0">
                  <a:solidFill>
                    <a:sysClr val="windowText" lastClr="000000"/>
                  </a:solidFill>
                  <a:latin typeface="Times New Roman" pitchFamily="18" charset="0"/>
                  <a:ea typeface="华文行楷" panose="02010800040101010101" pitchFamily="2" charset="-122"/>
                  <a:cs typeface="+mn-cs"/>
                </a:rPr>
                <a:t>8</a:t>
              </a:r>
              <a:endParaRPr lang="en-US" altLang="zh-CN" sz="1600" b="1" i="1" kern="0">
                <a:solidFill>
                  <a:sysClr val="windowText" lastClr="000000"/>
                </a:solidFill>
                <a:latin typeface="Times New Roman" pitchFamily="18" charset="0"/>
                <a:ea typeface="华文行楷" panose="02010800040101010101" pitchFamily="2" charset="-122"/>
                <a:cs typeface="+mn-cs"/>
              </a:endParaRPr>
            </a:p>
          </p:txBody>
        </p:sp>
        <p:sp>
          <p:nvSpPr>
            <p:cNvPr id="507" name="Oval 115"/>
            <p:cNvSpPr>
              <a:spLocks noChangeArrowheads="1"/>
            </p:cNvSpPr>
            <p:nvPr/>
          </p:nvSpPr>
          <p:spPr bwMode="auto">
            <a:xfrm>
              <a:off x="2817" y="2953"/>
              <a:ext cx="272" cy="255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/>
          </p:spPr>
          <p:txBody>
            <a:bodyPr lIns="0" tIns="0" rIns="0" bIns="0"/>
            <a:lstStyle/>
            <a:p>
              <a:pPr algn="just" eaLnBrk="0" fontAlgn="auto" hangingPunct="0">
                <a:lnSpc>
                  <a:spcPct val="7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b="1" kern="0">
                  <a:solidFill>
                    <a:sysClr val="windowText" lastClr="000000"/>
                  </a:solidFill>
                  <a:latin typeface="Times New Roman" pitchFamily="18" charset="0"/>
                  <a:ea typeface="华文行楷" panose="02010800040101010101" pitchFamily="2" charset="-122"/>
                  <a:cs typeface="+mn-cs"/>
                </a:rPr>
                <a:t>13</a:t>
              </a:r>
              <a:endParaRPr lang="en-US" altLang="zh-CN" sz="1600" b="1" i="1" kern="0">
                <a:solidFill>
                  <a:sysClr val="windowText" lastClr="000000"/>
                </a:solidFill>
                <a:latin typeface="Times New Roman" pitchFamily="18" charset="0"/>
                <a:ea typeface="华文行楷" panose="02010800040101010101" pitchFamily="2" charset="-122"/>
                <a:cs typeface="+mn-cs"/>
              </a:endParaRPr>
            </a:p>
          </p:txBody>
        </p:sp>
        <p:sp>
          <p:nvSpPr>
            <p:cNvPr id="508" name="Oval 116"/>
            <p:cNvSpPr>
              <a:spLocks noChangeArrowheads="1"/>
            </p:cNvSpPr>
            <p:nvPr/>
          </p:nvSpPr>
          <p:spPr bwMode="auto">
            <a:xfrm>
              <a:off x="3512" y="2953"/>
              <a:ext cx="272" cy="255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/>
          </p:spPr>
          <p:txBody>
            <a:bodyPr lIns="0" tIns="0" rIns="0" bIns="0"/>
            <a:lstStyle/>
            <a:p>
              <a:pPr algn="just" eaLnBrk="0" fontAlgn="auto" hangingPunct="0">
                <a:lnSpc>
                  <a:spcPct val="7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b="1" kern="0">
                  <a:solidFill>
                    <a:sysClr val="windowText" lastClr="000000"/>
                  </a:solidFill>
                  <a:latin typeface="Times New Roman" pitchFamily="18" charset="0"/>
                  <a:ea typeface="华文行楷" panose="02010800040101010101" pitchFamily="2" charset="-122"/>
                  <a:cs typeface="+mn-cs"/>
                </a:rPr>
                <a:t>19</a:t>
              </a:r>
              <a:endParaRPr lang="en-US" altLang="zh-CN" sz="1600" b="1" i="1" kern="0">
                <a:solidFill>
                  <a:sysClr val="windowText" lastClr="000000"/>
                </a:solidFill>
                <a:latin typeface="Times New Roman" pitchFamily="18" charset="0"/>
                <a:ea typeface="华文行楷" panose="02010800040101010101" pitchFamily="2" charset="-122"/>
                <a:cs typeface="+mn-cs"/>
              </a:endParaRPr>
            </a:p>
          </p:txBody>
        </p:sp>
        <p:sp>
          <p:nvSpPr>
            <p:cNvPr id="509" name="Oval 117"/>
            <p:cNvSpPr>
              <a:spLocks noChangeArrowheads="1"/>
            </p:cNvSpPr>
            <p:nvPr/>
          </p:nvSpPr>
          <p:spPr bwMode="auto">
            <a:xfrm>
              <a:off x="4165" y="2954"/>
              <a:ext cx="271" cy="256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/>
          </p:spPr>
          <p:txBody>
            <a:bodyPr lIns="0" tIns="0" rIns="0" bIns="0"/>
            <a:lstStyle/>
            <a:p>
              <a:pPr algn="just" eaLnBrk="0" fontAlgn="auto" hangingPunct="0">
                <a:lnSpc>
                  <a:spcPct val="7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b="1" kern="0">
                  <a:solidFill>
                    <a:sysClr val="windowText" lastClr="000000"/>
                  </a:solidFill>
                  <a:latin typeface="Times New Roman" pitchFamily="18" charset="0"/>
                  <a:ea typeface="华文行楷" panose="02010800040101010101" pitchFamily="2" charset="-122"/>
                  <a:cs typeface="+mn-cs"/>
                </a:rPr>
                <a:t>24</a:t>
              </a:r>
              <a:endParaRPr lang="en-US" altLang="zh-CN" sz="1600" b="1" i="1" kern="0">
                <a:solidFill>
                  <a:sysClr val="windowText" lastClr="000000"/>
                </a:solidFill>
                <a:latin typeface="Times New Roman" pitchFamily="18" charset="0"/>
                <a:ea typeface="华文行楷" panose="02010800040101010101" pitchFamily="2" charset="-122"/>
                <a:cs typeface="+mn-cs"/>
              </a:endParaRPr>
            </a:p>
          </p:txBody>
        </p:sp>
        <p:sp>
          <p:nvSpPr>
            <p:cNvPr id="510" name="Oval 118"/>
            <p:cNvSpPr>
              <a:spLocks noChangeArrowheads="1"/>
            </p:cNvSpPr>
            <p:nvPr/>
          </p:nvSpPr>
          <p:spPr bwMode="auto">
            <a:xfrm>
              <a:off x="4836" y="2953"/>
              <a:ext cx="272" cy="255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/>
          </p:spPr>
          <p:txBody>
            <a:bodyPr lIns="0" tIns="0" rIns="0" bIns="0"/>
            <a:lstStyle/>
            <a:p>
              <a:pPr algn="just" eaLnBrk="0" fontAlgn="auto" hangingPunct="0">
                <a:lnSpc>
                  <a:spcPct val="7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b="1" kern="0">
                  <a:solidFill>
                    <a:sysClr val="windowText" lastClr="000000"/>
                  </a:solidFill>
                  <a:latin typeface="Times New Roman" pitchFamily="18" charset="0"/>
                  <a:ea typeface="华文行楷" panose="02010800040101010101" pitchFamily="2" charset="-122"/>
                  <a:cs typeface="+mn-cs"/>
                </a:rPr>
                <a:t>29</a:t>
              </a:r>
              <a:endParaRPr lang="en-US" altLang="zh-CN" sz="1600" b="1" i="1" kern="0">
                <a:solidFill>
                  <a:sysClr val="windowText" lastClr="000000"/>
                </a:solidFill>
                <a:latin typeface="Times New Roman" pitchFamily="18" charset="0"/>
                <a:ea typeface="华文行楷" panose="02010800040101010101" pitchFamily="2" charset="-122"/>
                <a:cs typeface="+mn-cs"/>
              </a:endParaRPr>
            </a:p>
          </p:txBody>
        </p:sp>
        <p:sp>
          <p:nvSpPr>
            <p:cNvPr id="511" name="Oval 119"/>
            <p:cNvSpPr>
              <a:spLocks noChangeArrowheads="1"/>
            </p:cNvSpPr>
            <p:nvPr/>
          </p:nvSpPr>
          <p:spPr bwMode="auto">
            <a:xfrm>
              <a:off x="5472" y="2953"/>
              <a:ext cx="272" cy="255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/>
          </p:spPr>
          <p:txBody>
            <a:bodyPr lIns="0" tIns="0" rIns="0" bIns="0"/>
            <a:lstStyle/>
            <a:p>
              <a:pPr algn="just" eaLnBrk="0" fontAlgn="auto" hangingPunct="0">
                <a:lnSpc>
                  <a:spcPct val="7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b="1" kern="0">
                  <a:solidFill>
                    <a:sysClr val="windowText" lastClr="000000"/>
                  </a:solidFill>
                  <a:latin typeface="Times New Roman" pitchFamily="18" charset="0"/>
                  <a:ea typeface="华文行楷" panose="02010800040101010101" pitchFamily="2" charset="-122"/>
                  <a:cs typeface="+mn-cs"/>
                </a:rPr>
                <a:t>35</a:t>
              </a:r>
              <a:endParaRPr lang="en-US" altLang="zh-CN" sz="1600" b="1" i="1" kern="0">
                <a:solidFill>
                  <a:sysClr val="windowText" lastClr="000000"/>
                </a:solidFill>
                <a:latin typeface="Times New Roman" pitchFamily="18" charset="0"/>
                <a:ea typeface="华文行楷" panose="02010800040101010101" pitchFamily="2" charset="-122"/>
                <a:cs typeface="+mn-cs"/>
              </a:endParaRPr>
            </a:p>
          </p:txBody>
        </p:sp>
        <p:sp>
          <p:nvSpPr>
            <p:cNvPr id="512" name="Oval 120"/>
            <p:cNvSpPr>
              <a:spLocks noChangeArrowheads="1"/>
            </p:cNvSpPr>
            <p:nvPr/>
          </p:nvSpPr>
          <p:spPr bwMode="auto">
            <a:xfrm>
              <a:off x="6137" y="2959"/>
              <a:ext cx="271" cy="255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/>
          </p:spPr>
          <p:txBody>
            <a:bodyPr lIns="0" tIns="0" rIns="0" bIns="0"/>
            <a:lstStyle/>
            <a:p>
              <a:pPr algn="just" eaLnBrk="0" fontAlgn="auto" hangingPunct="0">
                <a:lnSpc>
                  <a:spcPct val="7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b="1" kern="0">
                  <a:solidFill>
                    <a:sysClr val="windowText" lastClr="000000"/>
                  </a:solidFill>
                  <a:latin typeface="Times New Roman" pitchFamily="18" charset="0"/>
                  <a:ea typeface="华文行楷" panose="02010800040101010101" pitchFamily="2" charset="-122"/>
                  <a:cs typeface="+mn-cs"/>
                </a:rPr>
                <a:t>40</a:t>
              </a:r>
              <a:endParaRPr lang="en-US" altLang="zh-CN" sz="1600" b="1" i="1" kern="0">
                <a:solidFill>
                  <a:sysClr val="windowText" lastClr="000000"/>
                </a:solidFill>
                <a:latin typeface="Times New Roman" pitchFamily="18" charset="0"/>
                <a:ea typeface="华文行楷" panose="02010800040101010101" pitchFamily="2" charset="-122"/>
                <a:cs typeface="+mn-cs"/>
              </a:endParaRPr>
            </a:p>
          </p:txBody>
        </p:sp>
        <p:sp>
          <p:nvSpPr>
            <p:cNvPr id="513" name="Oval 121"/>
            <p:cNvSpPr>
              <a:spLocks noChangeArrowheads="1"/>
            </p:cNvSpPr>
            <p:nvPr/>
          </p:nvSpPr>
          <p:spPr bwMode="auto">
            <a:xfrm>
              <a:off x="6795" y="2956"/>
              <a:ext cx="272" cy="255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/>
          </p:spPr>
          <p:txBody>
            <a:bodyPr lIns="0" tIns="0" rIns="0" bIns="0"/>
            <a:lstStyle/>
            <a:p>
              <a:pPr algn="just" eaLnBrk="0" fontAlgn="auto" hangingPunct="0">
                <a:lnSpc>
                  <a:spcPct val="7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b="1" kern="0">
                  <a:solidFill>
                    <a:sysClr val="windowText" lastClr="000000"/>
                  </a:solidFill>
                  <a:latin typeface="Times New Roman" pitchFamily="18" charset="0"/>
                  <a:ea typeface="华文行楷" panose="02010800040101010101" pitchFamily="2" charset="-122"/>
                  <a:cs typeface="+mn-cs"/>
                </a:rPr>
                <a:t>45</a:t>
              </a:r>
              <a:endParaRPr lang="en-US" altLang="zh-CN" sz="1600" b="1" i="1" kern="0">
                <a:solidFill>
                  <a:sysClr val="windowText" lastClr="000000"/>
                </a:solidFill>
                <a:latin typeface="Times New Roman" pitchFamily="18" charset="0"/>
                <a:ea typeface="华文行楷" panose="02010800040101010101" pitchFamily="2" charset="-122"/>
                <a:cs typeface="+mn-cs"/>
              </a:endParaRPr>
            </a:p>
          </p:txBody>
        </p:sp>
        <p:sp>
          <p:nvSpPr>
            <p:cNvPr id="514" name="Oval 122"/>
            <p:cNvSpPr>
              <a:spLocks noChangeArrowheads="1"/>
            </p:cNvSpPr>
            <p:nvPr/>
          </p:nvSpPr>
          <p:spPr bwMode="auto">
            <a:xfrm>
              <a:off x="7450" y="2954"/>
              <a:ext cx="272" cy="255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/>
          </p:spPr>
          <p:txBody>
            <a:bodyPr lIns="0" tIns="0" rIns="0" bIns="0"/>
            <a:lstStyle/>
            <a:p>
              <a:pPr algn="just" eaLnBrk="0" fontAlgn="auto" hangingPunct="0">
                <a:lnSpc>
                  <a:spcPct val="7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b="1" kern="0">
                  <a:solidFill>
                    <a:sysClr val="windowText" lastClr="000000"/>
                  </a:solidFill>
                  <a:latin typeface="Times New Roman" pitchFamily="18" charset="0"/>
                  <a:ea typeface="华文行楷" panose="02010800040101010101" pitchFamily="2" charset="-122"/>
                  <a:cs typeface="+mn-cs"/>
                </a:rPr>
                <a:t>51</a:t>
              </a:r>
              <a:endParaRPr lang="en-US" altLang="zh-CN" sz="1600" b="1" i="1" kern="0">
                <a:solidFill>
                  <a:sysClr val="windowText" lastClr="000000"/>
                </a:solidFill>
                <a:latin typeface="Times New Roman" pitchFamily="18" charset="0"/>
                <a:ea typeface="华文行楷" panose="02010800040101010101" pitchFamily="2" charset="-122"/>
                <a:cs typeface="+mn-cs"/>
              </a:endParaRPr>
            </a:p>
          </p:txBody>
        </p:sp>
        <p:sp>
          <p:nvSpPr>
            <p:cNvPr id="515" name="Oval 123"/>
            <p:cNvSpPr>
              <a:spLocks noChangeArrowheads="1"/>
            </p:cNvSpPr>
            <p:nvPr/>
          </p:nvSpPr>
          <p:spPr bwMode="auto">
            <a:xfrm>
              <a:off x="8114" y="2954"/>
              <a:ext cx="271" cy="255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/>
          </p:spPr>
          <p:txBody>
            <a:bodyPr lIns="0" tIns="0" rIns="0" bIns="0"/>
            <a:lstStyle/>
            <a:p>
              <a:pPr algn="just" eaLnBrk="0" fontAlgn="auto" hangingPunct="0">
                <a:lnSpc>
                  <a:spcPct val="7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b="1" kern="0">
                  <a:solidFill>
                    <a:sysClr val="windowText" lastClr="000000"/>
                  </a:solidFill>
                  <a:latin typeface="Times New Roman" pitchFamily="18" charset="0"/>
                  <a:ea typeface="华文行楷" panose="02010800040101010101" pitchFamily="2" charset="-122"/>
                  <a:cs typeface="+mn-cs"/>
                </a:rPr>
                <a:t>56</a:t>
              </a:r>
              <a:endParaRPr lang="en-US" altLang="zh-CN" sz="1600" b="1" i="1" kern="0">
                <a:solidFill>
                  <a:sysClr val="windowText" lastClr="000000"/>
                </a:solidFill>
                <a:latin typeface="Times New Roman" pitchFamily="18" charset="0"/>
                <a:ea typeface="华文行楷" panose="02010800040101010101" pitchFamily="2" charset="-122"/>
                <a:cs typeface="+mn-cs"/>
              </a:endParaRPr>
            </a:p>
          </p:txBody>
        </p:sp>
        <p:sp>
          <p:nvSpPr>
            <p:cNvPr id="516" name="Oval 124"/>
            <p:cNvSpPr>
              <a:spLocks noChangeArrowheads="1"/>
            </p:cNvSpPr>
            <p:nvPr/>
          </p:nvSpPr>
          <p:spPr bwMode="auto">
            <a:xfrm>
              <a:off x="8784" y="2954"/>
              <a:ext cx="272" cy="255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/>
          </p:spPr>
          <p:txBody>
            <a:bodyPr lIns="0" tIns="0" rIns="0" bIns="0"/>
            <a:lstStyle/>
            <a:p>
              <a:pPr algn="just" eaLnBrk="0" fontAlgn="auto" hangingPunct="0">
                <a:lnSpc>
                  <a:spcPct val="7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b="1" kern="0">
                  <a:solidFill>
                    <a:sysClr val="windowText" lastClr="000000"/>
                  </a:solidFill>
                  <a:latin typeface="Times New Roman" pitchFamily="18" charset="0"/>
                  <a:ea typeface="华文行楷" panose="02010800040101010101" pitchFamily="2" charset="-122"/>
                  <a:cs typeface="+mn-cs"/>
                </a:rPr>
                <a:t>61</a:t>
              </a:r>
              <a:endParaRPr lang="en-US" altLang="zh-CN" sz="1600" b="1" i="1" kern="0">
                <a:solidFill>
                  <a:sysClr val="windowText" lastClr="000000"/>
                </a:solidFill>
                <a:latin typeface="Times New Roman" pitchFamily="18" charset="0"/>
                <a:ea typeface="华文行楷" panose="02010800040101010101" pitchFamily="2" charset="-122"/>
                <a:cs typeface="+mn-cs"/>
              </a:endParaRPr>
            </a:p>
          </p:txBody>
        </p:sp>
        <p:sp>
          <p:nvSpPr>
            <p:cNvPr id="517" name="Oval 125"/>
            <p:cNvSpPr>
              <a:spLocks noChangeArrowheads="1"/>
            </p:cNvSpPr>
            <p:nvPr/>
          </p:nvSpPr>
          <p:spPr bwMode="auto">
            <a:xfrm>
              <a:off x="2153" y="2212"/>
              <a:ext cx="271" cy="255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/>
          </p:spPr>
          <p:txBody>
            <a:bodyPr lIns="28800" tIns="0" rIns="0" bIns="0"/>
            <a:lstStyle/>
            <a:p>
              <a:pPr algn="just" eaLnBrk="0" fontAlgn="auto" hangingPunct="0">
                <a:lnSpc>
                  <a:spcPct val="7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b="1" kern="0">
                  <a:solidFill>
                    <a:sysClr val="windowText" lastClr="000000"/>
                  </a:solidFill>
                  <a:latin typeface="Times New Roman" pitchFamily="18" charset="0"/>
                  <a:ea typeface="华文行楷" panose="02010800040101010101" pitchFamily="2" charset="-122"/>
                  <a:cs typeface="+mn-cs"/>
                </a:rPr>
                <a:t>2</a:t>
              </a:r>
              <a:endParaRPr lang="en-US" altLang="zh-CN" sz="1600" b="1" i="1" kern="0">
                <a:solidFill>
                  <a:sysClr val="windowText" lastClr="000000"/>
                </a:solidFill>
                <a:latin typeface="Times New Roman" pitchFamily="18" charset="0"/>
                <a:ea typeface="华文行楷" panose="02010800040101010101" pitchFamily="2" charset="-122"/>
                <a:cs typeface="+mn-cs"/>
              </a:endParaRPr>
            </a:p>
          </p:txBody>
        </p:sp>
        <p:sp>
          <p:nvSpPr>
            <p:cNvPr id="518" name="Oval 126"/>
            <p:cNvSpPr>
              <a:spLocks noChangeArrowheads="1"/>
            </p:cNvSpPr>
            <p:nvPr/>
          </p:nvSpPr>
          <p:spPr bwMode="auto">
            <a:xfrm>
              <a:off x="4157" y="2212"/>
              <a:ext cx="272" cy="255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/>
          </p:spPr>
          <p:txBody>
            <a:bodyPr lIns="0" tIns="0" rIns="0" bIns="0"/>
            <a:lstStyle/>
            <a:p>
              <a:pPr algn="just" eaLnBrk="0" fontAlgn="auto" hangingPunct="0">
                <a:lnSpc>
                  <a:spcPct val="7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b="1" kern="0">
                  <a:solidFill>
                    <a:sysClr val="windowText" lastClr="000000"/>
                  </a:solidFill>
                  <a:latin typeface="Times New Roman" pitchFamily="18" charset="0"/>
                  <a:ea typeface="华文行楷" panose="02010800040101010101" pitchFamily="2" charset="-122"/>
                  <a:cs typeface="+mn-cs"/>
                </a:rPr>
                <a:t>18</a:t>
              </a:r>
              <a:endParaRPr lang="en-US" altLang="zh-CN" sz="1600" b="1" i="1" kern="0">
                <a:solidFill>
                  <a:sysClr val="windowText" lastClr="000000"/>
                </a:solidFill>
                <a:latin typeface="Times New Roman" pitchFamily="18" charset="0"/>
                <a:ea typeface="华文行楷" panose="02010800040101010101" pitchFamily="2" charset="-122"/>
                <a:cs typeface="+mn-cs"/>
              </a:endParaRPr>
            </a:p>
          </p:txBody>
        </p:sp>
        <p:sp>
          <p:nvSpPr>
            <p:cNvPr id="519" name="Oval 127"/>
            <p:cNvSpPr>
              <a:spLocks noChangeArrowheads="1"/>
            </p:cNvSpPr>
            <p:nvPr/>
          </p:nvSpPr>
          <p:spPr bwMode="auto">
            <a:xfrm>
              <a:off x="6123" y="2212"/>
              <a:ext cx="272" cy="255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/>
          </p:spPr>
          <p:txBody>
            <a:bodyPr lIns="0" tIns="0" rIns="0" bIns="0"/>
            <a:lstStyle/>
            <a:p>
              <a:pPr algn="just" eaLnBrk="0" fontAlgn="auto" hangingPunct="0">
                <a:lnSpc>
                  <a:spcPct val="7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b="1" kern="0">
                  <a:solidFill>
                    <a:sysClr val="windowText" lastClr="000000"/>
                  </a:solidFill>
                  <a:latin typeface="Times New Roman" pitchFamily="18" charset="0"/>
                  <a:ea typeface="华文行楷" panose="02010800040101010101" pitchFamily="2" charset="-122"/>
                  <a:cs typeface="+mn-cs"/>
                </a:rPr>
                <a:t>34</a:t>
              </a:r>
              <a:endParaRPr lang="en-US" altLang="zh-CN" sz="1600" b="1" i="1" kern="0">
                <a:solidFill>
                  <a:sysClr val="windowText" lastClr="000000"/>
                </a:solidFill>
                <a:latin typeface="Times New Roman" pitchFamily="18" charset="0"/>
                <a:ea typeface="华文行楷" panose="02010800040101010101" pitchFamily="2" charset="-122"/>
                <a:cs typeface="+mn-cs"/>
              </a:endParaRPr>
            </a:p>
          </p:txBody>
        </p:sp>
        <p:sp>
          <p:nvSpPr>
            <p:cNvPr id="520" name="Oval 128"/>
            <p:cNvSpPr>
              <a:spLocks noChangeArrowheads="1"/>
            </p:cNvSpPr>
            <p:nvPr/>
          </p:nvSpPr>
          <p:spPr bwMode="auto">
            <a:xfrm>
              <a:off x="8117" y="2215"/>
              <a:ext cx="271" cy="255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/>
          </p:spPr>
          <p:txBody>
            <a:bodyPr lIns="0" tIns="0" rIns="0" bIns="0"/>
            <a:lstStyle/>
            <a:p>
              <a:pPr algn="just" eaLnBrk="0" fontAlgn="auto" hangingPunct="0">
                <a:lnSpc>
                  <a:spcPct val="7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b="1" kern="0">
                  <a:solidFill>
                    <a:sysClr val="windowText" lastClr="000000"/>
                  </a:solidFill>
                  <a:latin typeface="Times New Roman" pitchFamily="18" charset="0"/>
                  <a:ea typeface="华文行楷" panose="02010800040101010101" pitchFamily="2" charset="-122"/>
                  <a:cs typeface="+mn-cs"/>
                </a:rPr>
                <a:t>50</a:t>
              </a:r>
              <a:endParaRPr lang="en-US" altLang="zh-CN" sz="1600" b="1" i="1" kern="0">
                <a:solidFill>
                  <a:sysClr val="windowText" lastClr="000000"/>
                </a:solidFill>
                <a:latin typeface="Times New Roman" pitchFamily="18" charset="0"/>
                <a:ea typeface="华文行楷" panose="02010800040101010101" pitchFamily="2" charset="-122"/>
                <a:cs typeface="+mn-cs"/>
              </a:endParaRPr>
            </a:p>
          </p:txBody>
        </p:sp>
        <p:sp>
          <p:nvSpPr>
            <p:cNvPr id="521" name="Oval 129"/>
            <p:cNvSpPr>
              <a:spLocks noChangeArrowheads="1"/>
            </p:cNvSpPr>
            <p:nvPr/>
          </p:nvSpPr>
          <p:spPr bwMode="auto">
            <a:xfrm>
              <a:off x="5128" y="1575"/>
              <a:ext cx="272" cy="255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/>
          </p:spPr>
          <p:txBody>
            <a:bodyPr lIns="28800" tIns="0" rIns="0" bIns="0"/>
            <a:lstStyle/>
            <a:p>
              <a:pPr algn="just" eaLnBrk="0" fontAlgn="auto" hangingPunct="0">
                <a:lnSpc>
                  <a:spcPct val="7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b="1" kern="0">
                  <a:solidFill>
                    <a:sysClr val="windowText" lastClr="000000"/>
                  </a:solidFill>
                  <a:latin typeface="Times New Roman" pitchFamily="18" charset="0"/>
                  <a:ea typeface="华文行楷" panose="02010800040101010101" pitchFamily="2" charset="-122"/>
                  <a:cs typeface="+mn-cs"/>
                </a:rPr>
                <a:t>1</a:t>
              </a:r>
              <a:endParaRPr lang="en-US" altLang="zh-CN" sz="1600" b="1" i="1" kern="0">
                <a:solidFill>
                  <a:sysClr val="windowText" lastClr="000000"/>
                </a:solidFill>
                <a:latin typeface="Times New Roman" pitchFamily="18" charset="0"/>
                <a:ea typeface="华文行楷" panose="02010800040101010101" pitchFamily="2" charset="-122"/>
                <a:cs typeface="+mn-cs"/>
              </a:endParaRPr>
            </a:p>
          </p:txBody>
        </p:sp>
        <p:sp>
          <p:nvSpPr>
            <p:cNvPr id="522" name="Line 130"/>
            <p:cNvSpPr>
              <a:spLocks noChangeShapeType="1"/>
            </p:cNvSpPr>
            <p:nvPr/>
          </p:nvSpPr>
          <p:spPr bwMode="auto">
            <a:xfrm flipH="1">
              <a:off x="2351" y="1716"/>
              <a:ext cx="2780" cy="49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/>
          </p:spPr>
          <p:txBody>
            <a:bodyPr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Arial" panose="020B0604020202020204" pitchFamily="34" charset="0"/>
                <a:ea typeface="华文行楷" panose="02010800040101010101" pitchFamily="2" charset="-122"/>
                <a:cs typeface="+mn-cs"/>
              </a:endParaRPr>
            </a:p>
          </p:txBody>
        </p:sp>
        <p:sp>
          <p:nvSpPr>
            <p:cNvPr id="523" name="Line 131"/>
            <p:cNvSpPr>
              <a:spLocks noChangeShapeType="1"/>
            </p:cNvSpPr>
            <p:nvPr/>
          </p:nvSpPr>
          <p:spPr bwMode="auto">
            <a:xfrm flipH="1">
              <a:off x="4362" y="1778"/>
              <a:ext cx="790" cy="43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/>
          </p:spPr>
          <p:txBody>
            <a:bodyPr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Arial" panose="020B0604020202020204" pitchFamily="34" charset="0"/>
                <a:ea typeface="华文行楷" panose="02010800040101010101" pitchFamily="2" charset="-122"/>
                <a:cs typeface="+mn-cs"/>
              </a:endParaRPr>
            </a:p>
          </p:txBody>
        </p:sp>
        <p:sp>
          <p:nvSpPr>
            <p:cNvPr id="524" name="Line 132"/>
            <p:cNvSpPr>
              <a:spLocks noChangeShapeType="1"/>
            </p:cNvSpPr>
            <p:nvPr/>
          </p:nvSpPr>
          <p:spPr bwMode="auto">
            <a:xfrm>
              <a:off x="5381" y="1770"/>
              <a:ext cx="831" cy="45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/>
          </p:spPr>
          <p:txBody>
            <a:bodyPr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Arial" panose="020B0604020202020204" pitchFamily="34" charset="0"/>
                <a:ea typeface="华文行楷" panose="02010800040101010101" pitchFamily="2" charset="-122"/>
                <a:cs typeface="+mn-cs"/>
              </a:endParaRPr>
            </a:p>
          </p:txBody>
        </p:sp>
        <p:sp>
          <p:nvSpPr>
            <p:cNvPr id="525" name="Line 133"/>
            <p:cNvSpPr>
              <a:spLocks noChangeShapeType="1"/>
            </p:cNvSpPr>
            <p:nvPr/>
          </p:nvSpPr>
          <p:spPr bwMode="auto">
            <a:xfrm>
              <a:off x="5411" y="1698"/>
              <a:ext cx="2760" cy="53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/>
          </p:spPr>
          <p:txBody>
            <a:bodyPr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Arial" panose="020B0604020202020204" pitchFamily="34" charset="0"/>
                <a:ea typeface="华文行楷" panose="02010800040101010101" pitchFamily="2" charset="-122"/>
                <a:cs typeface="+mn-cs"/>
              </a:endParaRPr>
            </a:p>
          </p:txBody>
        </p:sp>
        <p:sp>
          <p:nvSpPr>
            <p:cNvPr id="526" name="Line 134"/>
            <p:cNvSpPr>
              <a:spLocks noChangeShapeType="1"/>
            </p:cNvSpPr>
            <p:nvPr/>
          </p:nvSpPr>
          <p:spPr bwMode="auto">
            <a:xfrm flipH="1">
              <a:off x="1711" y="2409"/>
              <a:ext cx="451" cy="56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/>
          </p:spPr>
          <p:txBody>
            <a:bodyPr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Arial" panose="020B0604020202020204" pitchFamily="34" charset="0"/>
                <a:ea typeface="华文行楷" panose="02010800040101010101" pitchFamily="2" charset="-122"/>
                <a:cs typeface="+mn-cs"/>
              </a:endParaRPr>
            </a:p>
          </p:txBody>
        </p:sp>
        <p:sp>
          <p:nvSpPr>
            <p:cNvPr id="527" name="Line 135"/>
            <p:cNvSpPr>
              <a:spLocks noChangeShapeType="1"/>
            </p:cNvSpPr>
            <p:nvPr/>
          </p:nvSpPr>
          <p:spPr bwMode="auto">
            <a:xfrm>
              <a:off x="2282" y="2470"/>
              <a:ext cx="0" cy="48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/>
          </p:spPr>
          <p:txBody>
            <a:bodyPr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Arial" panose="020B0604020202020204" pitchFamily="34" charset="0"/>
                <a:ea typeface="华文行楷" panose="02010800040101010101" pitchFamily="2" charset="-122"/>
                <a:cs typeface="+mn-cs"/>
              </a:endParaRPr>
            </a:p>
          </p:txBody>
        </p:sp>
        <p:sp>
          <p:nvSpPr>
            <p:cNvPr id="528" name="Line 136"/>
            <p:cNvSpPr>
              <a:spLocks noChangeShapeType="1"/>
            </p:cNvSpPr>
            <p:nvPr/>
          </p:nvSpPr>
          <p:spPr bwMode="auto">
            <a:xfrm flipH="1">
              <a:off x="3731" y="2430"/>
              <a:ext cx="439" cy="54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/>
          </p:spPr>
          <p:txBody>
            <a:bodyPr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Arial" panose="020B0604020202020204" pitchFamily="34" charset="0"/>
                <a:ea typeface="华文行楷" panose="02010800040101010101" pitchFamily="2" charset="-122"/>
                <a:cs typeface="+mn-cs"/>
              </a:endParaRPr>
            </a:p>
          </p:txBody>
        </p:sp>
        <p:sp>
          <p:nvSpPr>
            <p:cNvPr id="529" name="Line 137"/>
            <p:cNvSpPr>
              <a:spLocks noChangeShapeType="1"/>
            </p:cNvSpPr>
            <p:nvPr/>
          </p:nvSpPr>
          <p:spPr bwMode="auto">
            <a:xfrm>
              <a:off x="4291" y="2472"/>
              <a:ext cx="0" cy="48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/>
          </p:spPr>
          <p:txBody>
            <a:bodyPr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Arial" panose="020B0604020202020204" pitchFamily="34" charset="0"/>
                <a:ea typeface="华文行楷" panose="02010800040101010101" pitchFamily="2" charset="-122"/>
                <a:cs typeface="+mn-cs"/>
              </a:endParaRPr>
            </a:p>
          </p:txBody>
        </p:sp>
        <p:sp>
          <p:nvSpPr>
            <p:cNvPr id="530" name="Line 138"/>
            <p:cNvSpPr>
              <a:spLocks noChangeShapeType="1"/>
            </p:cNvSpPr>
            <p:nvPr/>
          </p:nvSpPr>
          <p:spPr bwMode="auto">
            <a:xfrm>
              <a:off x="4391" y="2430"/>
              <a:ext cx="500" cy="54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/>
          </p:spPr>
          <p:txBody>
            <a:bodyPr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Arial" panose="020B0604020202020204" pitchFamily="34" charset="0"/>
                <a:ea typeface="华文行楷" panose="02010800040101010101" pitchFamily="2" charset="-122"/>
                <a:cs typeface="+mn-cs"/>
              </a:endParaRPr>
            </a:p>
          </p:txBody>
        </p:sp>
        <p:sp>
          <p:nvSpPr>
            <p:cNvPr id="531" name="Line 139"/>
            <p:cNvSpPr>
              <a:spLocks noChangeShapeType="1"/>
            </p:cNvSpPr>
            <p:nvPr/>
          </p:nvSpPr>
          <p:spPr bwMode="auto">
            <a:xfrm flipH="1">
              <a:off x="5681" y="2429"/>
              <a:ext cx="461" cy="55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/>
          </p:spPr>
          <p:txBody>
            <a:bodyPr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Arial" panose="020B0604020202020204" pitchFamily="34" charset="0"/>
                <a:ea typeface="华文行楷" panose="02010800040101010101" pitchFamily="2" charset="-122"/>
                <a:cs typeface="+mn-cs"/>
              </a:endParaRPr>
            </a:p>
          </p:txBody>
        </p:sp>
        <p:sp>
          <p:nvSpPr>
            <p:cNvPr id="532" name="Line 140"/>
            <p:cNvSpPr>
              <a:spLocks noChangeShapeType="1"/>
            </p:cNvSpPr>
            <p:nvPr/>
          </p:nvSpPr>
          <p:spPr bwMode="auto">
            <a:xfrm>
              <a:off x="6260" y="2488"/>
              <a:ext cx="0" cy="45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/>
          </p:spPr>
          <p:txBody>
            <a:bodyPr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Arial" panose="020B0604020202020204" pitchFamily="34" charset="0"/>
                <a:ea typeface="华文行楷" panose="02010800040101010101" pitchFamily="2" charset="-122"/>
                <a:cs typeface="+mn-cs"/>
              </a:endParaRPr>
            </a:p>
          </p:txBody>
        </p:sp>
        <p:sp>
          <p:nvSpPr>
            <p:cNvPr id="533" name="Line 141"/>
            <p:cNvSpPr>
              <a:spLocks noChangeShapeType="1"/>
            </p:cNvSpPr>
            <p:nvPr/>
          </p:nvSpPr>
          <p:spPr bwMode="auto">
            <a:xfrm>
              <a:off x="6371" y="2439"/>
              <a:ext cx="461" cy="54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/>
          </p:spPr>
          <p:txBody>
            <a:bodyPr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Arial" panose="020B0604020202020204" pitchFamily="34" charset="0"/>
                <a:ea typeface="华文行楷" panose="02010800040101010101" pitchFamily="2" charset="-122"/>
                <a:cs typeface="+mn-cs"/>
              </a:endParaRPr>
            </a:p>
          </p:txBody>
        </p:sp>
        <p:sp>
          <p:nvSpPr>
            <p:cNvPr id="534" name="Line 142"/>
            <p:cNvSpPr>
              <a:spLocks noChangeShapeType="1"/>
            </p:cNvSpPr>
            <p:nvPr/>
          </p:nvSpPr>
          <p:spPr bwMode="auto">
            <a:xfrm flipH="1">
              <a:off x="7671" y="2428"/>
              <a:ext cx="461" cy="54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/>
          </p:spPr>
          <p:txBody>
            <a:bodyPr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Arial" panose="020B0604020202020204" pitchFamily="34" charset="0"/>
                <a:ea typeface="华文行楷" panose="02010800040101010101" pitchFamily="2" charset="-122"/>
                <a:cs typeface="+mn-cs"/>
              </a:endParaRPr>
            </a:p>
          </p:txBody>
        </p:sp>
        <p:sp>
          <p:nvSpPr>
            <p:cNvPr id="535" name="Line 143"/>
            <p:cNvSpPr>
              <a:spLocks noChangeShapeType="1"/>
            </p:cNvSpPr>
            <p:nvPr/>
          </p:nvSpPr>
          <p:spPr bwMode="auto">
            <a:xfrm flipH="1">
              <a:off x="8251" y="2488"/>
              <a:ext cx="0" cy="46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/>
          </p:spPr>
          <p:txBody>
            <a:bodyPr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Arial" panose="020B0604020202020204" pitchFamily="34" charset="0"/>
                <a:ea typeface="华文行楷" panose="02010800040101010101" pitchFamily="2" charset="-122"/>
                <a:cs typeface="+mn-cs"/>
              </a:endParaRPr>
            </a:p>
          </p:txBody>
        </p:sp>
        <p:sp>
          <p:nvSpPr>
            <p:cNvPr id="536" name="Line 144"/>
            <p:cNvSpPr>
              <a:spLocks noChangeShapeType="1"/>
            </p:cNvSpPr>
            <p:nvPr/>
          </p:nvSpPr>
          <p:spPr bwMode="auto">
            <a:xfrm>
              <a:off x="8361" y="2437"/>
              <a:ext cx="451" cy="5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/>
          </p:spPr>
          <p:txBody>
            <a:bodyPr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Arial" panose="020B0604020202020204" pitchFamily="34" charset="0"/>
                <a:ea typeface="华文行楷" panose="02010800040101010101" pitchFamily="2" charset="-122"/>
                <a:cs typeface="+mn-cs"/>
              </a:endParaRPr>
            </a:p>
          </p:txBody>
        </p:sp>
        <p:sp>
          <p:nvSpPr>
            <p:cNvPr id="537" name="Line 145"/>
            <p:cNvSpPr>
              <a:spLocks noChangeShapeType="1"/>
            </p:cNvSpPr>
            <p:nvPr/>
          </p:nvSpPr>
          <p:spPr bwMode="auto">
            <a:xfrm flipH="1">
              <a:off x="1451" y="3188"/>
              <a:ext cx="130" cy="48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/>
          </p:spPr>
          <p:txBody>
            <a:bodyPr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Arial" panose="020B0604020202020204" pitchFamily="34" charset="0"/>
                <a:ea typeface="华文行楷" panose="02010800040101010101" pitchFamily="2" charset="-122"/>
                <a:cs typeface="+mn-cs"/>
              </a:endParaRPr>
            </a:p>
          </p:txBody>
        </p:sp>
        <p:sp>
          <p:nvSpPr>
            <p:cNvPr id="538" name="Line 146"/>
            <p:cNvSpPr>
              <a:spLocks noChangeShapeType="1"/>
            </p:cNvSpPr>
            <p:nvPr/>
          </p:nvSpPr>
          <p:spPr bwMode="auto">
            <a:xfrm>
              <a:off x="1690" y="3188"/>
              <a:ext cx="100" cy="49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/>
          </p:spPr>
          <p:txBody>
            <a:bodyPr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Arial" panose="020B0604020202020204" pitchFamily="34" charset="0"/>
                <a:ea typeface="华文行楷" panose="02010800040101010101" pitchFamily="2" charset="-122"/>
                <a:cs typeface="+mn-cs"/>
              </a:endParaRPr>
            </a:p>
          </p:txBody>
        </p:sp>
        <p:sp>
          <p:nvSpPr>
            <p:cNvPr id="539" name="Line 147"/>
            <p:cNvSpPr>
              <a:spLocks noChangeShapeType="1"/>
            </p:cNvSpPr>
            <p:nvPr/>
          </p:nvSpPr>
          <p:spPr bwMode="auto">
            <a:xfrm flipH="1">
              <a:off x="2121" y="3198"/>
              <a:ext cx="110" cy="47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/>
          </p:spPr>
          <p:txBody>
            <a:bodyPr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Arial" panose="020B0604020202020204" pitchFamily="34" charset="0"/>
                <a:ea typeface="华文行楷" panose="02010800040101010101" pitchFamily="2" charset="-122"/>
                <a:cs typeface="+mn-cs"/>
              </a:endParaRPr>
            </a:p>
          </p:txBody>
        </p:sp>
        <p:sp>
          <p:nvSpPr>
            <p:cNvPr id="540" name="Line 148"/>
            <p:cNvSpPr>
              <a:spLocks noChangeShapeType="1"/>
            </p:cNvSpPr>
            <p:nvPr/>
          </p:nvSpPr>
          <p:spPr bwMode="auto">
            <a:xfrm>
              <a:off x="2341" y="3198"/>
              <a:ext cx="90" cy="47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/>
          </p:spPr>
          <p:txBody>
            <a:bodyPr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Arial" panose="020B0604020202020204" pitchFamily="34" charset="0"/>
                <a:ea typeface="华文行楷" panose="02010800040101010101" pitchFamily="2" charset="-122"/>
                <a:cs typeface="+mn-cs"/>
              </a:endParaRPr>
            </a:p>
          </p:txBody>
        </p:sp>
        <p:sp>
          <p:nvSpPr>
            <p:cNvPr id="541" name="Line 149"/>
            <p:cNvSpPr>
              <a:spLocks noChangeShapeType="1"/>
            </p:cNvSpPr>
            <p:nvPr/>
          </p:nvSpPr>
          <p:spPr bwMode="auto">
            <a:xfrm flipH="1">
              <a:off x="2790" y="3209"/>
              <a:ext cx="110" cy="46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/>
          </p:spPr>
          <p:txBody>
            <a:bodyPr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Arial" panose="020B0604020202020204" pitchFamily="34" charset="0"/>
                <a:ea typeface="华文行楷" panose="02010800040101010101" pitchFamily="2" charset="-122"/>
                <a:cs typeface="+mn-cs"/>
              </a:endParaRPr>
            </a:p>
          </p:txBody>
        </p:sp>
        <p:sp>
          <p:nvSpPr>
            <p:cNvPr id="542" name="Line 150"/>
            <p:cNvSpPr>
              <a:spLocks noChangeShapeType="1"/>
            </p:cNvSpPr>
            <p:nvPr/>
          </p:nvSpPr>
          <p:spPr bwMode="auto">
            <a:xfrm>
              <a:off x="3011" y="3209"/>
              <a:ext cx="100" cy="46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/>
          </p:spPr>
          <p:txBody>
            <a:bodyPr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Arial" panose="020B0604020202020204" pitchFamily="34" charset="0"/>
                <a:ea typeface="华文行楷" panose="02010800040101010101" pitchFamily="2" charset="-122"/>
                <a:cs typeface="+mn-cs"/>
              </a:endParaRPr>
            </a:p>
          </p:txBody>
        </p:sp>
        <p:sp>
          <p:nvSpPr>
            <p:cNvPr id="543" name="Line 151"/>
            <p:cNvSpPr>
              <a:spLocks noChangeShapeType="1"/>
            </p:cNvSpPr>
            <p:nvPr/>
          </p:nvSpPr>
          <p:spPr bwMode="auto">
            <a:xfrm flipH="1">
              <a:off x="4141" y="3197"/>
              <a:ext cx="120" cy="47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/>
          </p:spPr>
          <p:txBody>
            <a:bodyPr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Arial" panose="020B0604020202020204" pitchFamily="34" charset="0"/>
                <a:ea typeface="华文行楷" panose="02010800040101010101" pitchFamily="2" charset="-122"/>
                <a:cs typeface="+mn-cs"/>
              </a:endParaRPr>
            </a:p>
          </p:txBody>
        </p:sp>
        <p:sp>
          <p:nvSpPr>
            <p:cNvPr id="544" name="Line 152"/>
            <p:cNvSpPr>
              <a:spLocks noChangeShapeType="1"/>
            </p:cNvSpPr>
            <p:nvPr/>
          </p:nvSpPr>
          <p:spPr bwMode="auto">
            <a:xfrm>
              <a:off x="4370" y="3197"/>
              <a:ext cx="110" cy="48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/>
          </p:spPr>
          <p:txBody>
            <a:bodyPr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Arial" panose="020B0604020202020204" pitchFamily="34" charset="0"/>
                <a:ea typeface="华文行楷" panose="02010800040101010101" pitchFamily="2" charset="-122"/>
                <a:cs typeface="+mn-cs"/>
              </a:endParaRPr>
            </a:p>
          </p:txBody>
        </p:sp>
        <p:sp>
          <p:nvSpPr>
            <p:cNvPr id="545" name="Line 153"/>
            <p:cNvSpPr>
              <a:spLocks noChangeShapeType="1"/>
            </p:cNvSpPr>
            <p:nvPr/>
          </p:nvSpPr>
          <p:spPr bwMode="auto">
            <a:xfrm flipH="1">
              <a:off x="4831" y="3209"/>
              <a:ext cx="100" cy="47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/>
          </p:spPr>
          <p:txBody>
            <a:bodyPr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Arial" panose="020B0604020202020204" pitchFamily="34" charset="0"/>
                <a:ea typeface="华文行楷" panose="02010800040101010101" pitchFamily="2" charset="-122"/>
                <a:cs typeface="+mn-cs"/>
              </a:endParaRPr>
            </a:p>
          </p:txBody>
        </p:sp>
        <p:sp>
          <p:nvSpPr>
            <p:cNvPr id="546" name="Line 154"/>
            <p:cNvSpPr>
              <a:spLocks noChangeShapeType="1"/>
            </p:cNvSpPr>
            <p:nvPr/>
          </p:nvSpPr>
          <p:spPr bwMode="auto">
            <a:xfrm>
              <a:off x="5041" y="3188"/>
              <a:ext cx="100" cy="48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/>
          </p:spPr>
          <p:txBody>
            <a:bodyPr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Arial" panose="020B0604020202020204" pitchFamily="34" charset="0"/>
                <a:ea typeface="华文行楷" panose="02010800040101010101" pitchFamily="2" charset="-122"/>
                <a:cs typeface="+mn-cs"/>
              </a:endParaRPr>
            </a:p>
          </p:txBody>
        </p:sp>
        <p:sp>
          <p:nvSpPr>
            <p:cNvPr id="547" name="Line 155"/>
            <p:cNvSpPr>
              <a:spLocks noChangeShapeType="1"/>
            </p:cNvSpPr>
            <p:nvPr/>
          </p:nvSpPr>
          <p:spPr bwMode="auto">
            <a:xfrm flipH="1">
              <a:off x="3480" y="3200"/>
              <a:ext cx="110" cy="46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/>
          </p:spPr>
          <p:txBody>
            <a:bodyPr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Arial" panose="020B0604020202020204" pitchFamily="34" charset="0"/>
                <a:ea typeface="华文行楷" panose="02010800040101010101" pitchFamily="2" charset="-122"/>
                <a:cs typeface="+mn-cs"/>
              </a:endParaRPr>
            </a:p>
          </p:txBody>
        </p:sp>
        <p:sp>
          <p:nvSpPr>
            <p:cNvPr id="548" name="Line 156"/>
            <p:cNvSpPr>
              <a:spLocks noChangeShapeType="1"/>
            </p:cNvSpPr>
            <p:nvPr/>
          </p:nvSpPr>
          <p:spPr bwMode="auto">
            <a:xfrm>
              <a:off x="3701" y="3200"/>
              <a:ext cx="90" cy="47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/>
          </p:spPr>
          <p:txBody>
            <a:bodyPr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Arial" panose="020B0604020202020204" pitchFamily="34" charset="0"/>
                <a:ea typeface="华文行楷" panose="02010800040101010101" pitchFamily="2" charset="-122"/>
                <a:cs typeface="+mn-cs"/>
              </a:endParaRPr>
            </a:p>
          </p:txBody>
        </p:sp>
        <p:sp>
          <p:nvSpPr>
            <p:cNvPr id="549" name="Line 157"/>
            <p:cNvSpPr>
              <a:spLocks noChangeShapeType="1"/>
            </p:cNvSpPr>
            <p:nvPr/>
          </p:nvSpPr>
          <p:spPr bwMode="auto">
            <a:xfrm flipH="1">
              <a:off x="5460" y="3200"/>
              <a:ext cx="100" cy="47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/>
          </p:spPr>
          <p:txBody>
            <a:bodyPr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Arial" panose="020B0604020202020204" pitchFamily="34" charset="0"/>
                <a:ea typeface="华文行楷" panose="02010800040101010101" pitchFamily="2" charset="-122"/>
                <a:cs typeface="+mn-cs"/>
              </a:endParaRPr>
            </a:p>
          </p:txBody>
        </p:sp>
        <p:sp>
          <p:nvSpPr>
            <p:cNvPr id="550" name="Line 158"/>
            <p:cNvSpPr>
              <a:spLocks noChangeShapeType="1"/>
            </p:cNvSpPr>
            <p:nvPr/>
          </p:nvSpPr>
          <p:spPr bwMode="auto">
            <a:xfrm>
              <a:off x="5671" y="3200"/>
              <a:ext cx="100" cy="46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/>
          </p:spPr>
          <p:txBody>
            <a:bodyPr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Arial" panose="020B0604020202020204" pitchFamily="34" charset="0"/>
                <a:ea typeface="华文行楷" panose="02010800040101010101" pitchFamily="2" charset="-122"/>
                <a:cs typeface="+mn-cs"/>
              </a:endParaRPr>
            </a:p>
          </p:txBody>
        </p:sp>
        <p:sp>
          <p:nvSpPr>
            <p:cNvPr id="551" name="Line 159"/>
            <p:cNvSpPr>
              <a:spLocks noChangeShapeType="1"/>
            </p:cNvSpPr>
            <p:nvPr/>
          </p:nvSpPr>
          <p:spPr bwMode="auto">
            <a:xfrm flipH="1">
              <a:off x="6111" y="3221"/>
              <a:ext cx="110" cy="45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/>
          </p:spPr>
          <p:txBody>
            <a:bodyPr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Arial" panose="020B0604020202020204" pitchFamily="34" charset="0"/>
                <a:ea typeface="华文行楷" panose="02010800040101010101" pitchFamily="2" charset="-122"/>
                <a:cs typeface="+mn-cs"/>
              </a:endParaRPr>
            </a:p>
          </p:txBody>
        </p:sp>
        <p:sp>
          <p:nvSpPr>
            <p:cNvPr id="552" name="Line 160"/>
            <p:cNvSpPr>
              <a:spLocks noChangeShapeType="1"/>
            </p:cNvSpPr>
            <p:nvPr/>
          </p:nvSpPr>
          <p:spPr bwMode="auto">
            <a:xfrm>
              <a:off x="6331" y="3221"/>
              <a:ext cx="90" cy="45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/>
          </p:spPr>
          <p:txBody>
            <a:bodyPr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Arial" panose="020B0604020202020204" pitchFamily="34" charset="0"/>
                <a:ea typeface="华文行楷" panose="02010800040101010101" pitchFamily="2" charset="-122"/>
                <a:cs typeface="+mn-cs"/>
              </a:endParaRPr>
            </a:p>
          </p:txBody>
        </p:sp>
        <p:sp>
          <p:nvSpPr>
            <p:cNvPr id="553" name="Line 161"/>
            <p:cNvSpPr>
              <a:spLocks noChangeShapeType="1"/>
            </p:cNvSpPr>
            <p:nvPr/>
          </p:nvSpPr>
          <p:spPr bwMode="auto">
            <a:xfrm flipH="1">
              <a:off x="6781" y="3209"/>
              <a:ext cx="110" cy="46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/>
          </p:spPr>
          <p:txBody>
            <a:bodyPr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Arial" panose="020B0604020202020204" pitchFamily="34" charset="0"/>
                <a:ea typeface="华文行楷" panose="02010800040101010101" pitchFamily="2" charset="-122"/>
                <a:cs typeface="+mn-cs"/>
              </a:endParaRPr>
            </a:p>
          </p:txBody>
        </p:sp>
        <p:sp>
          <p:nvSpPr>
            <p:cNvPr id="554" name="Line 162"/>
            <p:cNvSpPr>
              <a:spLocks noChangeShapeType="1"/>
            </p:cNvSpPr>
            <p:nvPr/>
          </p:nvSpPr>
          <p:spPr bwMode="auto">
            <a:xfrm>
              <a:off x="7001" y="3209"/>
              <a:ext cx="100" cy="46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/>
          </p:spPr>
          <p:txBody>
            <a:bodyPr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Arial" panose="020B0604020202020204" pitchFamily="34" charset="0"/>
                <a:ea typeface="华文行楷" panose="02010800040101010101" pitchFamily="2" charset="-122"/>
                <a:cs typeface="+mn-cs"/>
              </a:endParaRPr>
            </a:p>
          </p:txBody>
        </p:sp>
        <p:sp>
          <p:nvSpPr>
            <p:cNvPr id="555" name="Line 163"/>
            <p:cNvSpPr>
              <a:spLocks noChangeShapeType="1"/>
            </p:cNvSpPr>
            <p:nvPr/>
          </p:nvSpPr>
          <p:spPr bwMode="auto">
            <a:xfrm flipH="1">
              <a:off x="7440" y="3209"/>
              <a:ext cx="100" cy="47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/>
          </p:spPr>
          <p:txBody>
            <a:bodyPr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Arial" panose="020B0604020202020204" pitchFamily="34" charset="0"/>
                <a:ea typeface="华文行楷" panose="02010800040101010101" pitchFamily="2" charset="-122"/>
                <a:cs typeface="+mn-cs"/>
              </a:endParaRPr>
            </a:p>
          </p:txBody>
        </p:sp>
        <p:sp>
          <p:nvSpPr>
            <p:cNvPr id="556" name="Line 164"/>
            <p:cNvSpPr>
              <a:spLocks noChangeShapeType="1"/>
            </p:cNvSpPr>
            <p:nvPr/>
          </p:nvSpPr>
          <p:spPr bwMode="auto">
            <a:xfrm>
              <a:off x="7650" y="3209"/>
              <a:ext cx="110" cy="47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/>
          </p:spPr>
          <p:txBody>
            <a:bodyPr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Arial" panose="020B0604020202020204" pitchFamily="34" charset="0"/>
                <a:ea typeface="华文行楷" panose="02010800040101010101" pitchFamily="2" charset="-122"/>
                <a:cs typeface="+mn-cs"/>
              </a:endParaRPr>
            </a:p>
          </p:txBody>
        </p:sp>
        <p:sp>
          <p:nvSpPr>
            <p:cNvPr id="557" name="Line 165"/>
            <p:cNvSpPr>
              <a:spLocks noChangeShapeType="1"/>
            </p:cNvSpPr>
            <p:nvPr/>
          </p:nvSpPr>
          <p:spPr bwMode="auto">
            <a:xfrm flipH="1">
              <a:off x="8091" y="3200"/>
              <a:ext cx="110" cy="46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/>
          </p:spPr>
          <p:txBody>
            <a:bodyPr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Arial" panose="020B0604020202020204" pitchFamily="34" charset="0"/>
                <a:ea typeface="华文行楷" panose="02010800040101010101" pitchFamily="2" charset="-122"/>
                <a:cs typeface="+mn-cs"/>
              </a:endParaRPr>
            </a:p>
          </p:txBody>
        </p:sp>
        <p:sp>
          <p:nvSpPr>
            <p:cNvPr id="558" name="Line 166"/>
            <p:cNvSpPr>
              <a:spLocks noChangeShapeType="1"/>
            </p:cNvSpPr>
            <p:nvPr/>
          </p:nvSpPr>
          <p:spPr bwMode="auto">
            <a:xfrm>
              <a:off x="8311" y="3200"/>
              <a:ext cx="100" cy="48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/>
          </p:spPr>
          <p:txBody>
            <a:bodyPr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Arial" panose="020B0604020202020204" pitchFamily="34" charset="0"/>
                <a:ea typeface="华文行楷" panose="02010800040101010101" pitchFamily="2" charset="-122"/>
                <a:cs typeface="+mn-cs"/>
              </a:endParaRPr>
            </a:p>
          </p:txBody>
        </p:sp>
        <p:sp>
          <p:nvSpPr>
            <p:cNvPr id="559" name="Line 167"/>
            <p:cNvSpPr>
              <a:spLocks noChangeShapeType="1"/>
            </p:cNvSpPr>
            <p:nvPr/>
          </p:nvSpPr>
          <p:spPr bwMode="auto">
            <a:xfrm flipH="1">
              <a:off x="8771" y="3200"/>
              <a:ext cx="110" cy="46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/>
          </p:spPr>
          <p:txBody>
            <a:bodyPr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Arial" panose="020B0604020202020204" pitchFamily="34" charset="0"/>
                <a:ea typeface="华文行楷" panose="02010800040101010101" pitchFamily="2" charset="-122"/>
                <a:cs typeface="+mn-cs"/>
              </a:endParaRPr>
            </a:p>
          </p:txBody>
        </p:sp>
        <p:sp>
          <p:nvSpPr>
            <p:cNvPr id="560" name="Line 168"/>
            <p:cNvSpPr>
              <a:spLocks noChangeShapeType="1"/>
            </p:cNvSpPr>
            <p:nvPr/>
          </p:nvSpPr>
          <p:spPr bwMode="auto">
            <a:xfrm>
              <a:off x="8991" y="3200"/>
              <a:ext cx="100" cy="47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/>
          </p:spPr>
          <p:txBody>
            <a:bodyPr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Arial" panose="020B0604020202020204" pitchFamily="34" charset="0"/>
                <a:ea typeface="华文行楷" panose="02010800040101010101" pitchFamily="2" charset="-122"/>
                <a:cs typeface="+mn-cs"/>
              </a:endParaRPr>
            </a:p>
          </p:txBody>
        </p:sp>
        <p:sp>
          <p:nvSpPr>
            <p:cNvPr id="561" name="Line 169"/>
            <p:cNvSpPr>
              <a:spLocks noChangeShapeType="1"/>
            </p:cNvSpPr>
            <p:nvPr/>
          </p:nvSpPr>
          <p:spPr bwMode="auto">
            <a:xfrm>
              <a:off x="1441" y="3939"/>
              <a:ext cx="0" cy="45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/>
          </p:spPr>
          <p:txBody>
            <a:bodyPr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Arial" panose="020B0604020202020204" pitchFamily="34" charset="0"/>
                <a:ea typeface="华文行楷" panose="02010800040101010101" pitchFamily="2" charset="-122"/>
                <a:cs typeface="+mn-cs"/>
              </a:endParaRPr>
            </a:p>
          </p:txBody>
        </p:sp>
        <p:sp>
          <p:nvSpPr>
            <p:cNvPr id="562" name="Line 170"/>
            <p:cNvSpPr>
              <a:spLocks noChangeShapeType="1"/>
            </p:cNvSpPr>
            <p:nvPr/>
          </p:nvSpPr>
          <p:spPr bwMode="auto">
            <a:xfrm>
              <a:off x="1790" y="3939"/>
              <a:ext cx="0" cy="45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/>
          </p:spPr>
          <p:txBody>
            <a:bodyPr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Arial" panose="020B0604020202020204" pitchFamily="34" charset="0"/>
                <a:ea typeface="华文行楷" panose="02010800040101010101" pitchFamily="2" charset="-122"/>
                <a:cs typeface="+mn-cs"/>
              </a:endParaRPr>
            </a:p>
          </p:txBody>
        </p:sp>
        <p:sp>
          <p:nvSpPr>
            <p:cNvPr id="563" name="Line 171"/>
            <p:cNvSpPr>
              <a:spLocks noChangeShapeType="1"/>
            </p:cNvSpPr>
            <p:nvPr/>
          </p:nvSpPr>
          <p:spPr bwMode="auto">
            <a:xfrm>
              <a:off x="2111" y="3939"/>
              <a:ext cx="0" cy="45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/>
          </p:spPr>
          <p:txBody>
            <a:bodyPr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Arial" panose="020B0604020202020204" pitchFamily="34" charset="0"/>
                <a:ea typeface="华文行楷" panose="02010800040101010101" pitchFamily="2" charset="-122"/>
                <a:cs typeface="+mn-cs"/>
              </a:endParaRPr>
            </a:p>
          </p:txBody>
        </p:sp>
        <p:sp>
          <p:nvSpPr>
            <p:cNvPr id="564" name="Line 172"/>
            <p:cNvSpPr>
              <a:spLocks noChangeShapeType="1"/>
            </p:cNvSpPr>
            <p:nvPr/>
          </p:nvSpPr>
          <p:spPr bwMode="auto">
            <a:xfrm>
              <a:off x="2431" y="3939"/>
              <a:ext cx="0" cy="45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/>
          </p:spPr>
          <p:txBody>
            <a:bodyPr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Arial" panose="020B0604020202020204" pitchFamily="34" charset="0"/>
                <a:ea typeface="华文行楷" panose="02010800040101010101" pitchFamily="2" charset="-122"/>
                <a:cs typeface="+mn-cs"/>
              </a:endParaRPr>
            </a:p>
          </p:txBody>
        </p:sp>
        <p:sp>
          <p:nvSpPr>
            <p:cNvPr id="565" name="Line 173"/>
            <p:cNvSpPr>
              <a:spLocks noChangeShapeType="1"/>
            </p:cNvSpPr>
            <p:nvPr/>
          </p:nvSpPr>
          <p:spPr bwMode="auto">
            <a:xfrm>
              <a:off x="2772" y="3939"/>
              <a:ext cx="0" cy="45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/>
          </p:spPr>
          <p:txBody>
            <a:bodyPr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Arial" panose="020B0604020202020204" pitchFamily="34" charset="0"/>
                <a:ea typeface="华文行楷" panose="02010800040101010101" pitchFamily="2" charset="-122"/>
                <a:cs typeface="+mn-cs"/>
              </a:endParaRPr>
            </a:p>
          </p:txBody>
        </p:sp>
        <p:sp>
          <p:nvSpPr>
            <p:cNvPr id="566" name="Line 174"/>
            <p:cNvSpPr>
              <a:spLocks noChangeShapeType="1"/>
            </p:cNvSpPr>
            <p:nvPr/>
          </p:nvSpPr>
          <p:spPr bwMode="auto">
            <a:xfrm>
              <a:off x="3111" y="3927"/>
              <a:ext cx="0" cy="45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/>
          </p:spPr>
          <p:txBody>
            <a:bodyPr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Arial" panose="020B0604020202020204" pitchFamily="34" charset="0"/>
                <a:ea typeface="华文行楷" panose="02010800040101010101" pitchFamily="2" charset="-122"/>
                <a:cs typeface="+mn-cs"/>
              </a:endParaRPr>
            </a:p>
          </p:txBody>
        </p:sp>
        <p:sp>
          <p:nvSpPr>
            <p:cNvPr id="567" name="Line 175"/>
            <p:cNvSpPr>
              <a:spLocks noChangeShapeType="1"/>
            </p:cNvSpPr>
            <p:nvPr/>
          </p:nvSpPr>
          <p:spPr bwMode="auto">
            <a:xfrm>
              <a:off x="3462" y="3939"/>
              <a:ext cx="0" cy="45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/>
          </p:spPr>
          <p:txBody>
            <a:bodyPr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Arial" panose="020B0604020202020204" pitchFamily="34" charset="0"/>
                <a:ea typeface="华文行楷" panose="02010800040101010101" pitchFamily="2" charset="-122"/>
                <a:cs typeface="+mn-cs"/>
              </a:endParaRPr>
            </a:p>
          </p:txBody>
        </p:sp>
        <p:sp>
          <p:nvSpPr>
            <p:cNvPr id="568" name="Line 176"/>
            <p:cNvSpPr>
              <a:spLocks noChangeShapeType="1"/>
            </p:cNvSpPr>
            <p:nvPr/>
          </p:nvSpPr>
          <p:spPr bwMode="auto">
            <a:xfrm>
              <a:off x="3801" y="3939"/>
              <a:ext cx="0" cy="45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/>
          </p:spPr>
          <p:txBody>
            <a:bodyPr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Arial" panose="020B0604020202020204" pitchFamily="34" charset="0"/>
                <a:ea typeface="华文行楷" panose="02010800040101010101" pitchFamily="2" charset="-122"/>
                <a:cs typeface="+mn-cs"/>
              </a:endParaRPr>
            </a:p>
          </p:txBody>
        </p:sp>
        <p:sp>
          <p:nvSpPr>
            <p:cNvPr id="569" name="Line 177"/>
            <p:cNvSpPr>
              <a:spLocks noChangeShapeType="1"/>
            </p:cNvSpPr>
            <p:nvPr/>
          </p:nvSpPr>
          <p:spPr bwMode="auto">
            <a:xfrm>
              <a:off x="4151" y="3930"/>
              <a:ext cx="0" cy="45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/>
          </p:spPr>
          <p:txBody>
            <a:bodyPr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Arial" panose="020B0604020202020204" pitchFamily="34" charset="0"/>
                <a:ea typeface="华文行楷" panose="02010800040101010101" pitchFamily="2" charset="-122"/>
                <a:cs typeface="+mn-cs"/>
              </a:endParaRPr>
            </a:p>
          </p:txBody>
        </p:sp>
        <p:sp>
          <p:nvSpPr>
            <p:cNvPr id="570" name="Line 178"/>
            <p:cNvSpPr>
              <a:spLocks noChangeShapeType="1"/>
            </p:cNvSpPr>
            <p:nvPr/>
          </p:nvSpPr>
          <p:spPr bwMode="auto">
            <a:xfrm>
              <a:off x="4481" y="3937"/>
              <a:ext cx="0" cy="45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/>
          </p:spPr>
          <p:txBody>
            <a:bodyPr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Arial" panose="020B0604020202020204" pitchFamily="34" charset="0"/>
                <a:ea typeface="华文行楷" panose="02010800040101010101" pitchFamily="2" charset="-122"/>
                <a:cs typeface="+mn-cs"/>
              </a:endParaRPr>
            </a:p>
          </p:txBody>
        </p:sp>
        <p:sp>
          <p:nvSpPr>
            <p:cNvPr id="571" name="Line 179"/>
            <p:cNvSpPr>
              <a:spLocks noChangeShapeType="1"/>
            </p:cNvSpPr>
            <p:nvPr/>
          </p:nvSpPr>
          <p:spPr bwMode="auto">
            <a:xfrm>
              <a:off x="4831" y="3927"/>
              <a:ext cx="0" cy="45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/>
          </p:spPr>
          <p:txBody>
            <a:bodyPr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Arial" panose="020B0604020202020204" pitchFamily="34" charset="0"/>
                <a:ea typeface="华文行楷" panose="02010800040101010101" pitchFamily="2" charset="-122"/>
                <a:cs typeface="+mn-cs"/>
              </a:endParaRPr>
            </a:p>
          </p:txBody>
        </p:sp>
        <p:sp>
          <p:nvSpPr>
            <p:cNvPr id="572" name="Line 180"/>
            <p:cNvSpPr>
              <a:spLocks noChangeShapeType="1"/>
            </p:cNvSpPr>
            <p:nvPr/>
          </p:nvSpPr>
          <p:spPr bwMode="auto">
            <a:xfrm>
              <a:off x="5160" y="3927"/>
              <a:ext cx="0" cy="45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/>
          </p:spPr>
          <p:txBody>
            <a:bodyPr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Arial" panose="020B0604020202020204" pitchFamily="34" charset="0"/>
                <a:ea typeface="华文行楷" panose="02010800040101010101" pitchFamily="2" charset="-122"/>
                <a:cs typeface="+mn-cs"/>
              </a:endParaRPr>
            </a:p>
          </p:txBody>
        </p:sp>
        <p:sp>
          <p:nvSpPr>
            <p:cNvPr id="573" name="Line 181"/>
            <p:cNvSpPr>
              <a:spLocks noChangeShapeType="1"/>
            </p:cNvSpPr>
            <p:nvPr/>
          </p:nvSpPr>
          <p:spPr bwMode="auto">
            <a:xfrm>
              <a:off x="5481" y="3927"/>
              <a:ext cx="0" cy="45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/>
          </p:spPr>
          <p:txBody>
            <a:bodyPr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Arial" panose="020B0604020202020204" pitchFamily="34" charset="0"/>
                <a:ea typeface="华文行楷" panose="02010800040101010101" pitchFamily="2" charset="-122"/>
                <a:cs typeface="+mn-cs"/>
              </a:endParaRPr>
            </a:p>
          </p:txBody>
        </p:sp>
        <p:sp>
          <p:nvSpPr>
            <p:cNvPr id="574" name="Line 182"/>
            <p:cNvSpPr>
              <a:spLocks noChangeShapeType="1"/>
            </p:cNvSpPr>
            <p:nvPr/>
          </p:nvSpPr>
          <p:spPr bwMode="auto">
            <a:xfrm>
              <a:off x="5801" y="3927"/>
              <a:ext cx="0" cy="45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/>
          </p:spPr>
          <p:txBody>
            <a:bodyPr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Arial" panose="020B0604020202020204" pitchFamily="34" charset="0"/>
                <a:ea typeface="华文行楷" panose="02010800040101010101" pitchFamily="2" charset="-122"/>
                <a:cs typeface="+mn-cs"/>
              </a:endParaRPr>
            </a:p>
          </p:txBody>
        </p:sp>
        <p:sp>
          <p:nvSpPr>
            <p:cNvPr id="575" name="Line 183"/>
            <p:cNvSpPr>
              <a:spLocks noChangeShapeType="1"/>
            </p:cNvSpPr>
            <p:nvPr/>
          </p:nvSpPr>
          <p:spPr bwMode="auto">
            <a:xfrm>
              <a:off x="6131" y="3937"/>
              <a:ext cx="0" cy="45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/>
          </p:spPr>
          <p:txBody>
            <a:bodyPr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Arial" panose="020B0604020202020204" pitchFamily="34" charset="0"/>
                <a:ea typeface="华文行楷" panose="02010800040101010101" pitchFamily="2" charset="-122"/>
                <a:cs typeface="+mn-cs"/>
              </a:endParaRPr>
            </a:p>
          </p:txBody>
        </p:sp>
        <p:sp>
          <p:nvSpPr>
            <p:cNvPr id="576" name="Line 184"/>
            <p:cNvSpPr>
              <a:spLocks noChangeShapeType="1"/>
            </p:cNvSpPr>
            <p:nvPr/>
          </p:nvSpPr>
          <p:spPr bwMode="auto">
            <a:xfrm>
              <a:off x="6460" y="3937"/>
              <a:ext cx="0" cy="45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/>
          </p:spPr>
          <p:txBody>
            <a:bodyPr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Arial" panose="020B0604020202020204" pitchFamily="34" charset="0"/>
                <a:ea typeface="华文行楷" panose="02010800040101010101" pitchFamily="2" charset="-122"/>
                <a:cs typeface="+mn-cs"/>
              </a:endParaRPr>
            </a:p>
          </p:txBody>
        </p:sp>
        <p:sp>
          <p:nvSpPr>
            <p:cNvPr id="577" name="Line 185"/>
            <p:cNvSpPr>
              <a:spLocks noChangeShapeType="1"/>
            </p:cNvSpPr>
            <p:nvPr/>
          </p:nvSpPr>
          <p:spPr bwMode="auto">
            <a:xfrm>
              <a:off x="6791" y="3935"/>
              <a:ext cx="0" cy="45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/>
          </p:spPr>
          <p:txBody>
            <a:bodyPr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Arial" panose="020B0604020202020204" pitchFamily="34" charset="0"/>
                <a:ea typeface="华文行楷" panose="02010800040101010101" pitchFamily="2" charset="-122"/>
                <a:cs typeface="+mn-cs"/>
              </a:endParaRPr>
            </a:p>
          </p:txBody>
        </p:sp>
        <p:sp>
          <p:nvSpPr>
            <p:cNvPr id="578" name="Line 186"/>
            <p:cNvSpPr>
              <a:spLocks noChangeShapeType="1"/>
            </p:cNvSpPr>
            <p:nvPr/>
          </p:nvSpPr>
          <p:spPr bwMode="auto">
            <a:xfrm>
              <a:off x="7121" y="3937"/>
              <a:ext cx="0" cy="45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/>
          </p:spPr>
          <p:txBody>
            <a:bodyPr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Arial" panose="020B0604020202020204" pitchFamily="34" charset="0"/>
                <a:ea typeface="华文行楷" panose="02010800040101010101" pitchFamily="2" charset="-122"/>
                <a:cs typeface="+mn-cs"/>
              </a:endParaRPr>
            </a:p>
          </p:txBody>
        </p:sp>
        <p:sp>
          <p:nvSpPr>
            <p:cNvPr id="579" name="Line 187"/>
            <p:cNvSpPr>
              <a:spLocks noChangeShapeType="1"/>
            </p:cNvSpPr>
            <p:nvPr/>
          </p:nvSpPr>
          <p:spPr bwMode="auto">
            <a:xfrm>
              <a:off x="7461" y="3927"/>
              <a:ext cx="0" cy="45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/>
          </p:spPr>
          <p:txBody>
            <a:bodyPr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Arial" panose="020B0604020202020204" pitchFamily="34" charset="0"/>
                <a:ea typeface="华文行楷" panose="02010800040101010101" pitchFamily="2" charset="-122"/>
                <a:cs typeface="+mn-cs"/>
              </a:endParaRPr>
            </a:p>
          </p:txBody>
        </p:sp>
        <p:sp>
          <p:nvSpPr>
            <p:cNvPr id="580" name="Line 188"/>
            <p:cNvSpPr>
              <a:spLocks noChangeShapeType="1"/>
            </p:cNvSpPr>
            <p:nvPr/>
          </p:nvSpPr>
          <p:spPr bwMode="auto">
            <a:xfrm>
              <a:off x="7771" y="3915"/>
              <a:ext cx="0" cy="45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/>
          </p:spPr>
          <p:txBody>
            <a:bodyPr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Arial" panose="020B0604020202020204" pitchFamily="34" charset="0"/>
                <a:ea typeface="华文行楷" panose="02010800040101010101" pitchFamily="2" charset="-122"/>
                <a:cs typeface="+mn-cs"/>
              </a:endParaRPr>
            </a:p>
          </p:txBody>
        </p:sp>
        <p:sp>
          <p:nvSpPr>
            <p:cNvPr id="581" name="Line 189"/>
            <p:cNvSpPr>
              <a:spLocks noChangeShapeType="1"/>
            </p:cNvSpPr>
            <p:nvPr/>
          </p:nvSpPr>
          <p:spPr bwMode="auto">
            <a:xfrm>
              <a:off x="8111" y="3927"/>
              <a:ext cx="0" cy="45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/>
          </p:spPr>
          <p:txBody>
            <a:bodyPr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Arial" panose="020B0604020202020204" pitchFamily="34" charset="0"/>
                <a:ea typeface="华文行楷" panose="02010800040101010101" pitchFamily="2" charset="-122"/>
                <a:cs typeface="+mn-cs"/>
              </a:endParaRPr>
            </a:p>
          </p:txBody>
        </p:sp>
        <p:sp>
          <p:nvSpPr>
            <p:cNvPr id="582" name="Line 190"/>
            <p:cNvSpPr>
              <a:spLocks noChangeShapeType="1"/>
            </p:cNvSpPr>
            <p:nvPr/>
          </p:nvSpPr>
          <p:spPr bwMode="auto">
            <a:xfrm>
              <a:off x="8440" y="3927"/>
              <a:ext cx="0" cy="45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/>
          </p:spPr>
          <p:txBody>
            <a:bodyPr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Arial" panose="020B0604020202020204" pitchFamily="34" charset="0"/>
                <a:ea typeface="华文行楷" panose="02010800040101010101" pitchFamily="2" charset="-122"/>
                <a:cs typeface="+mn-cs"/>
              </a:endParaRPr>
            </a:p>
          </p:txBody>
        </p:sp>
        <p:sp>
          <p:nvSpPr>
            <p:cNvPr id="583" name="Line 191"/>
            <p:cNvSpPr>
              <a:spLocks noChangeShapeType="1"/>
            </p:cNvSpPr>
            <p:nvPr/>
          </p:nvSpPr>
          <p:spPr bwMode="auto">
            <a:xfrm>
              <a:off x="8771" y="3927"/>
              <a:ext cx="0" cy="45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/>
          </p:spPr>
          <p:txBody>
            <a:bodyPr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Arial" panose="020B0604020202020204" pitchFamily="34" charset="0"/>
                <a:ea typeface="华文行楷" panose="02010800040101010101" pitchFamily="2" charset="-122"/>
                <a:cs typeface="+mn-cs"/>
              </a:endParaRPr>
            </a:p>
          </p:txBody>
        </p:sp>
        <p:sp>
          <p:nvSpPr>
            <p:cNvPr id="584" name="Line 192"/>
            <p:cNvSpPr>
              <a:spLocks noChangeShapeType="1"/>
            </p:cNvSpPr>
            <p:nvPr/>
          </p:nvSpPr>
          <p:spPr bwMode="auto">
            <a:xfrm>
              <a:off x="9112" y="3937"/>
              <a:ext cx="0" cy="45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/>
          </p:spPr>
          <p:txBody>
            <a:bodyPr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Arial" panose="020B0604020202020204" pitchFamily="34" charset="0"/>
                <a:ea typeface="华文行楷" panose="02010800040101010101" pitchFamily="2" charset="-122"/>
                <a:cs typeface="+mn-cs"/>
              </a:endParaRPr>
            </a:p>
          </p:txBody>
        </p:sp>
        <p:sp>
          <p:nvSpPr>
            <p:cNvPr id="585" name="Text Box 193"/>
            <p:cNvSpPr txBox="1">
              <a:spLocks noChangeArrowheads="1"/>
            </p:cNvSpPr>
            <p:nvPr/>
          </p:nvSpPr>
          <p:spPr bwMode="auto">
            <a:xfrm>
              <a:off x="3562" y="1702"/>
              <a:ext cx="170" cy="189"/>
            </a:xfrm>
            <a:prstGeom prst="rect">
              <a:avLst/>
            </a:prstGeom>
            <a:noFill/>
            <a:ln>
              <a:noFill/>
            </a:ln>
            <a:extLst/>
          </p:spPr>
          <p:txBody>
            <a:bodyPr lIns="0" tIns="0" rIns="0" bIns="0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just" fontAlgn="auto">
                <a:lnSpc>
                  <a:spcPct val="7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b="1" kern="0">
                  <a:solidFill>
                    <a:srgbClr val="000000"/>
                  </a:solidFill>
                  <a:latin typeface="Times New Roman" pitchFamily="18" charset="0"/>
                  <a:cs typeface="+mn-cs"/>
                </a:rPr>
                <a:t>1</a:t>
              </a:r>
            </a:p>
          </p:txBody>
        </p:sp>
        <p:sp>
          <p:nvSpPr>
            <p:cNvPr id="586" name="Text Box 194"/>
            <p:cNvSpPr txBox="1">
              <a:spLocks noChangeArrowheads="1"/>
            </p:cNvSpPr>
            <p:nvPr/>
          </p:nvSpPr>
          <p:spPr bwMode="auto">
            <a:xfrm>
              <a:off x="4831" y="1959"/>
              <a:ext cx="170" cy="189"/>
            </a:xfrm>
            <a:prstGeom prst="rect">
              <a:avLst/>
            </a:prstGeom>
            <a:noFill/>
            <a:ln>
              <a:noFill/>
            </a:ln>
            <a:extLst/>
          </p:spPr>
          <p:txBody>
            <a:bodyPr lIns="0" tIns="0" rIns="0" bIns="0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just" fontAlgn="auto">
                <a:lnSpc>
                  <a:spcPct val="7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b="1" kern="0">
                  <a:solidFill>
                    <a:srgbClr val="000000"/>
                  </a:solidFill>
                  <a:latin typeface="Times New Roman" pitchFamily="18" charset="0"/>
                  <a:cs typeface="+mn-cs"/>
                </a:rPr>
                <a:t>2</a:t>
              </a:r>
            </a:p>
          </p:txBody>
        </p:sp>
        <p:sp>
          <p:nvSpPr>
            <p:cNvPr id="587" name="Text Box 195"/>
            <p:cNvSpPr txBox="1">
              <a:spLocks noChangeArrowheads="1"/>
            </p:cNvSpPr>
            <p:nvPr/>
          </p:nvSpPr>
          <p:spPr bwMode="auto">
            <a:xfrm>
              <a:off x="5542" y="1960"/>
              <a:ext cx="170" cy="189"/>
            </a:xfrm>
            <a:prstGeom prst="rect">
              <a:avLst/>
            </a:prstGeom>
            <a:noFill/>
            <a:ln>
              <a:noFill/>
            </a:ln>
            <a:extLst/>
          </p:spPr>
          <p:txBody>
            <a:bodyPr lIns="0" tIns="0" rIns="0" bIns="0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just" fontAlgn="auto">
                <a:lnSpc>
                  <a:spcPct val="7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b="1" kern="0">
                  <a:solidFill>
                    <a:srgbClr val="000000"/>
                  </a:solidFill>
                  <a:latin typeface="Times New Roman" pitchFamily="18" charset="0"/>
                  <a:cs typeface="+mn-cs"/>
                </a:rPr>
                <a:t>3</a:t>
              </a:r>
            </a:p>
          </p:txBody>
        </p:sp>
        <p:sp>
          <p:nvSpPr>
            <p:cNvPr id="588" name="Text Box 196"/>
            <p:cNvSpPr txBox="1">
              <a:spLocks noChangeArrowheads="1"/>
            </p:cNvSpPr>
            <p:nvPr/>
          </p:nvSpPr>
          <p:spPr bwMode="auto">
            <a:xfrm>
              <a:off x="6801" y="1731"/>
              <a:ext cx="170" cy="189"/>
            </a:xfrm>
            <a:prstGeom prst="rect">
              <a:avLst/>
            </a:prstGeom>
            <a:noFill/>
            <a:ln>
              <a:noFill/>
            </a:ln>
            <a:extLst/>
          </p:spPr>
          <p:txBody>
            <a:bodyPr lIns="0" tIns="0" rIns="0" bIns="0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just" fontAlgn="auto">
                <a:lnSpc>
                  <a:spcPct val="7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b="1" kern="0">
                  <a:solidFill>
                    <a:srgbClr val="000000"/>
                  </a:solidFill>
                  <a:latin typeface="Times New Roman" pitchFamily="18" charset="0"/>
                  <a:cs typeface="+mn-cs"/>
                </a:rPr>
                <a:t>4</a:t>
              </a:r>
            </a:p>
          </p:txBody>
        </p:sp>
        <p:sp>
          <p:nvSpPr>
            <p:cNvPr id="589" name="Text Box 197"/>
            <p:cNvSpPr txBox="1">
              <a:spLocks noChangeArrowheads="1"/>
            </p:cNvSpPr>
            <p:nvPr/>
          </p:nvSpPr>
          <p:spPr bwMode="auto">
            <a:xfrm>
              <a:off x="2082" y="2608"/>
              <a:ext cx="170" cy="189"/>
            </a:xfrm>
            <a:prstGeom prst="rect">
              <a:avLst/>
            </a:prstGeom>
            <a:noFill/>
            <a:ln>
              <a:noFill/>
            </a:ln>
            <a:extLst/>
          </p:spPr>
          <p:txBody>
            <a:bodyPr lIns="0" tIns="0" rIns="0" bIns="0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just" fontAlgn="auto">
                <a:lnSpc>
                  <a:spcPct val="7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b="1" kern="0">
                  <a:solidFill>
                    <a:srgbClr val="000000"/>
                  </a:solidFill>
                  <a:latin typeface="Times New Roman" pitchFamily="18" charset="0"/>
                  <a:cs typeface="+mn-cs"/>
                </a:rPr>
                <a:t>3</a:t>
              </a:r>
            </a:p>
          </p:txBody>
        </p:sp>
        <p:sp>
          <p:nvSpPr>
            <p:cNvPr id="590" name="Text Box 198"/>
            <p:cNvSpPr txBox="1">
              <a:spLocks noChangeArrowheads="1"/>
            </p:cNvSpPr>
            <p:nvPr/>
          </p:nvSpPr>
          <p:spPr bwMode="auto">
            <a:xfrm>
              <a:off x="2401" y="2610"/>
              <a:ext cx="171" cy="189"/>
            </a:xfrm>
            <a:prstGeom prst="rect">
              <a:avLst/>
            </a:prstGeom>
            <a:noFill/>
            <a:ln>
              <a:noFill/>
            </a:ln>
            <a:extLst/>
          </p:spPr>
          <p:txBody>
            <a:bodyPr lIns="0" tIns="0" rIns="0" bIns="0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just" fontAlgn="auto">
                <a:lnSpc>
                  <a:spcPct val="7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b="1" kern="0">
                  <a:solidFill>
                    <a:srgbClr val="000000"/>
                  </a:solidFill>
                  <a:latin typeface="Times New Roman" pitchFamily="18" charset="0"/>
                  <a:cs typeface="+mn-cs"/>
                </a:rPr>
                <a:t>4</a:t>
              </a:r>
            </a:p>
          </p:txBody>
        </p:sp>
        <p:sp>
          <p:nvSpPr>
            <p:cNvPr id="591" name="Line 199"/>
            <p:cNvSpPr>
              <a:spLocks noChangeShapeType="1"/>
            </p:cNvSpPr>
            <p:nvPr/>
          </p:nvSpPr>
          <p:spPr bwMode="auto">
            <a:xfrm>
              <a:off x="2390" y="2418"/>
              <a:ext cx="471" cy="57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/>
          </p:spPr>
          <p:txBody>
            <a:bodyPr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Arial" panose="020B0604020202020204" pitchFamily="34" charset="0"/>
                <a:ea typeface="华文行楷" panose="02010800040101010101" pitchFamily="2" charset="-122"/>
                <a:cs typeface="+mn-cs"/>
              </a:endParaRPr>
            </a:p>
          </p:txBody>
        </p:sp>
      </p:grpSp>
      <p:sp>
        <p:nvSpPr>
          <p:cNvPr id="201" name="矩形 2"/>
          <p:cNvSpPr>
            <a:spLocks noChangeArrowheads="1"/>
          </p:cNvSpPr>
          <p:nvPr/>
        </p:nvSpPr>
        <p:spPr bwMode="auto">
          <a:xfrm>
            <a:off x="329130" y="654554"/>
            <a:ext cx="1893467" cy="502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just">
              <a:lnSpc>
                <a:spcPct val="120000"/>
              </a:lnSpc>
              <a:spcBef>
                <a:spcPct val="30000"/>
              </a:spcBef>
            </a:pPr>
            <a:r>
              <a:rPr kumimoji="1" lang="en-US" altLang="zh-CN" sz="2400" b="1" dirty="0" smtClean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3</a:t>
            </a:r>
            <a:r>
              <a:rPr kumimoji="1" lang="zh-CN" altLang="en-US" sz="2400" b="1" dirty="0" smtClean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、解空间树</a:t>
            </a:r>
            <a:endParaRPr kumimoji="1" lang="zh-CN" altLang="en-US" sz="2400" b="1" dirty="0">
              <a:solidFill>
                <a:srgbClr val="FF0000"/>
              </a:solidFill>
              <a:latin typeface="Consolas" pitchFamily="49" charset="0"/>
              <a:cs typeface="Consolas" pitchFamily="49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ChangeArrowheads="1"/>
          </p:cNvSpPr>
          <p:nvPr/>
        </p:nvSpPr>
        <p:spPr bwMode="auto">
          <a:xfrm>
            <a:off x="563563" y="2243123"/>
            <a:ext cx="7561262" cy="553998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anchor="ctr">
            <a:spAutoFit/>
          </a:bodyPr>
          <a:lstStyle/>
          <a:p>
            <a:pPr>
              <a:lnSpc>
                <a:spcPct val="150000"/>
              </a:lnSpc>
              <a:buClr>
                <a:srgbClr val="000514"/>
              </a:buClr>
              <a:buFont typeface="Wingdings" pitchFamily="2" charset="2"/>
              <a:buChar char="u"/>
              <a:defRPr/>
            </a:pPr>
            <a:r>
              <a:rPr lang="en-US" altLang="zh-CN" sz="2000" b="1" dirty="0">
                <a:solidFill>
                  <a:srgbClr val="0000FF"/>
                </a:solidFill>
                <a:latin typeface="+mn-ea"/>
                <a:ea typeface="+mn-ea"/>
                <a:cs typeface="+mn-cs"/>
              </a:rPr>
              <a:t> </a:t>
            </a:r>
            <a:r>
              <a:rPr lang="zh-CN" altLang="en-US" sz="2000" b="1" dirty="0">
                <a:solidFill>
                  <a:srgbClr val="0000FF"/>
                </a:solidFill>
                <a:latin typeface="+mn-ea"/>
                <a:ea typeface="+mn-ea"/>
                <a:cs typeface="+mn-cs"/>
              </a:rPr>
              <a:t>树中的结点：求解过程的一个状态</a:t>
            </a:r>
          </a:p>
        </p:txBody>
      </p:sp>
      <p:sp>
        <p:nvSpPr>
          <p:cNvPr id="3" name="Rectangle 7"/>
          <p:cNvSpPr>
            <a:spLocks noChangeArrowheads="1"/>
          </p:cNvSpPr>
          <p:nvPr/>
        </p:nvSpPr>
        <p:spPr bwMode="auto">
          <a:xfrm>
            <a:off x="563563" y="3251186"/>
            <a:ext cx="7704137" cy="553998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anchor="ctr">
            <a:spAutoFit/>
          </a:bodyPr>
          <a:lstStyle/>
          <a:p>
            <a:pPr>
              <a:lnSpc>
                <a:spcPct val="150000"/>
              </a:lnSpc>
              <a:buClr>
                <a:srgbClr val="000514"/>
              </a:buClr>
              <a:buFont typeface="Wingdings" pitchFamily="2" charset="2"/>
              <a:buChar char="u"/>
              <a:defRPr/>
            </a:pPr>
            <a:r>
              <a:rPr lang="en-US" altLang="zh-CN" sz="2000" b="1" dirty="0">
                <a:solidFill>
                  <a:srgbClr val="0000FF"/>
                </a:solidFill>
                <a:latin typeface="+mn-ea"/>
                <a:ea typeface="+mn-ea"/>
                <a:cs typeface="+mn-cs"/>
              </a:rPr>
              <a:t> </a:t>
            </a:r>
            <a:r>
              <a:rPr lang="zh-CN" altLang="en-US" sz="2000" b="1" dirty="0">
                <a:solidFill>
                  <a:srgbClr val="0000FF"/>
                </a:solidFill>
                <a:latin typeface="+mn-ea"/>
                <a:ea typeface="+mn-ea"/>
                <a:cs typeface="+mn-cs"/>
              </a:rPr>
              <a:t>树中的边：标示 </a:t>
            </a:r>
            <a:r>
              <a:rPr lang="en-US" altLang="zh-CN" sz="2000" b="1" dirty="0">
                <a:solidFill>
                  <a:srgbClr val="0000FF"/>
                </a:solidFill>
                <a:latin typeface="+mn-ea"/>
                <a:ea typeface="+mn-ea"/>
                <a:cs typeface="+mn-cs"/>
              </a:rPr>
              <a:t>x</a:t>
            </a:r>
            <a:r>
              <a:rPr lang="en-US" altLang="zh-CN" sz="2000" b="1" baseline="-25000" dirty="0">
                <a:solidFill>
                  <a:srgbClr val="0000FF"/>
                </a:solidFill>
                <a:latin typeface="+mn-ea"/>
                <a:ea typeface="+mn-ea"/>
                <a:cs typeface="+mn-cs"/>
              </a:rPr>
              <a:t>i</a:t>
            </a:r>
            <a:r>
              <a:rPr lang="en-US" altLang="zh-CN" sz="2000" b="1" dirty="0">
                <a:solidFill>
                  <a:srgbClr val="0000FF"/>
                </a:solidFill>
                <a:latin typeface="+mn-ea"/>
                <a:ea typeface="+mn-ea"/>
                <a:cs typeface="+mn-cs"/>
              </a:rPr>
              <a:t> </a:t>
            </a:r>
            <a:r>
              <a:rPr lang="zh-CN" altLang="en-US" sz="2000" b="1" dirty="0">
                <a:solidFill>
                  <a:srgbClr val="0000FF"/>
                </a:solidFill>
                <a:latin typeface="+mn-ea"/>
                <a:ea typeface="+mn-ea"/>
                <a:cs typeface="+mn-cs"/>
              </a:rPr>
              <a:t>的一个可能的值</a:t>
            </a:r>
          </a:p>
        </p:txBody>
      </p:sp>
      <p:sp>
        <p:nvSpPr>
          <p:cNvPr id="4" name="Rectangle 8"/>
          <p:cNvSpPr>
            <a:spLocks noChangeArrowheads="1"/>
          </p:cNvSpPr>
          <p:nvPr/>
        </p:nvSpPr>
        <p:spPr bwMode="auto">
          <a:xfrm>
            <a:off x="563563" y="4194161"/>
            <a:ext cx="8604250" cy="553998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anchor="ctr">
            <a:spAutoFit/>
          </a:bodyPr>
          <a:lstStyle/>
          <a:p>
            <a:pPr>
              <a:lnSpc>
                <a:spcPct val="150000"/>
              </a:lnSpc>
              <a:buClr>
                <a:srgbClr val="000514"/>
              </a:buClr>
              <a:buFont typeface="Wingdings" pitchFamily="2" charset="2"/>
              <a:buChar char="u"/>
              <a:defRPr/>
            </a:pPr>
            <a:r>
              <a:rPr lang="en-US" altLang="zh-CN" sz="2000" b="1" dirty="0">
                <a:solidFill>
                  <a:srgbClr val="0000FF"/>
                </a:solidFill>
                <a:latin typeface="+mn-ea"/>
                <a:ea typeface="+mn-ea"/>
                <a:cs typeface="+mn-cs"/>
              </a:rPr>
              <a:t> </a:t>
            </a:r>
            <a:r>
              <a:rPr lang="zh-CN" altLang="en-US" sz="2000" b="1" dirty="0">
                <a:solidFill>
                  <a:srgbClr val="0000FF"/>
                </a:solidFill>
                <a:latin typeface="+mn-ea"/>
                <a:ea typeface="+mn-ea"/>
                <a:cs typeface="+mn-cs"/>
              </a:rPr>
              <a:t>解向量： 由根结点到任意</a:t>
            </a:r>
            <a:r>
              <a:rPr lang="zh-CN" altLang="en-US" sz="2000" b="1" dirty="0" smtClean="0">
                <a:solidFill>
                  <a:srgbClr val="0000FF"/>
                </a:solidFill>
                <a:latin typeface="+mn-ea"/>
                <a:ea typeface="+mn-ea"/>
                <a:cs typeface="+mn-cs"/>
              </a:rPr>
              <a:t>（或叶</a:t>
            </a:r>
            <a:r>
              <a:rPr lang="zh-CN" altLang="en-US" sz="2000" b="1" dirty="0">
                <a:solidFill>
                  <a:srgbClr val="0000FF"/>
                </a:solidFill>
                <a:latin typeface="+mn-ea"/>
                <a:ea typeface="+mn-ea"/>
                <a:cs typeface="+mn-cs"/>
              </a:rPr>
              <a:t>）结点的路径定义</a:t>
            </a:r>
          </a:p>
        </p:txBody>
      </p:sp>
      <p:sp>
        <p:nvSpPr>
          <p:cNvPr id="5" name="Rectangle 9"/>
          <p:cNvSpPr>
            <a:spLocks noChangeArrowheads="1"/>
          </p:cNvSpPr>
          <p:nvPr/>
        </p:nvSpPr>
        <p:spPr bwMode="auto">
          <a:xfrm>
            <a:off x="563563" y="5116498"/>
            <a:ext cx="8424862" cy="553998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anchor="ctr">
            <a:spAutoFit/>
          </a:bodyPr>
          <a:lstStyle/>
          <a:p>
            <a:pPr>
              <a:lnSpc>
                <a:spcPct val="150000"/>
              </a:lnSpc>
              <a:buClr>
                <a:srgbClr val="000514"/>
              </a:buClr>
              <a:buFont typeface="Wingdings" pitchFamily="2" charset="2"/>
              <a:buChar char="u"/>
              <a:defRPr/>
            </a:pPr>
            <a:r>
              <a:rPr lang="en-US" altLang="zh-CN" sz="2000" b="1" dirty="0">
                <a:solidFill>
                  <a:srgbClr val="0000FF"/>
                </a:solidFill>
                <a:latin typeface="+mn-ea"/>
                <a:ea typeface="+mn-ea"/>
                <a:cs typeface="+mn-cs"/>
              </a:rPr>
              <a:t> </a:t>
            </a:r>
            <a:r>
              <a:rPr lang="zh-CN" altLang="en-US" sz="2000" b="1" dirty="0">
                <a:solidFill>
                  <a:srgbClr val="0000FF"/>
                </a:solidFill>
                <a:latin typeface="+mn-ea"/>
                <a:ea typeface="+mn-ea"/>
                <a:cs typeface="+mn-cs"/>
              </a:rPr>
              <a:t>解空间：由根结点到所有</a:t>
            </a:r>
            <a:r>
              <a:rPr lang="zh-CN" altLang="en-US" sz="2000" b="1" dirty="0" smtClean="0">
                <a:solidFill>
                  <a:srgbClr val="0000FF"/>
                </a:solidFill>
                <a:latin typeface="+mn-ea"/>
                <a:ea typeface="+mn-ea"/>
                <a:cs typeface="+mn-cs"/>
              </a:rPr>
              <a:t>（或叶</a:t>
            </a:r>
            <a:r>
              <a:rPr lang="zh-CN" altLang="en-US" sz="2000" b="1" dirty="0">
                <a:solidFill>
                  <a:srgbClr val="0000FF"/>
                </a:solidFill>
                <a:latin typeface="+mn-ea"/>
                <a:ea typeface="+mn-ea"/>
                <a:cs typeface="+mn-cs"/>
              </a:rPr>
              <a:t>）结点的路径定义</a:t>
            </a:r>
          </a:p>
        </p:txBody>
      </p:sp>
      <p:sp>
        <p:nvSpPr>
          <p:cNvPr id="6" name="Text Box 10"/>
          <p:cNvSpPr txBox="1">
            <a:spLocks noChangeArrowheads="1"/>
          </p:cNvSpPr>
          <p:nvPr/>
        </p:nvSpPr>
        <p:spPr bwMode="auto">
          <a:xfrm>
            <a:off x="532398" y="1569210"/>
            <a:ext cx="1980029" cy="40011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zh-CN" altLang="en-US" sz="2000" b="1" dirty="0" smtClean="0">
                <a:solidFill>
                  <a:srgbClr val="FF0000"/>
                </a:solidFill>
                <a:latin typeface="+mn-ea"/>
                <a:ea typeface="+mn-ea"/>
                <a:cs typeface="+mn-cs"/>
              </a:rPr>
              <a:t>解空间树</a:t>
            </a:r>
            <a:r>
              <a:rPr lang="zh-CN" altLang="en-US" sz="2000" b="1" dirty="0">
                <a:solidFill>
                  <a:srgbClr val="FF0000"/>
                </a:solidFill>
                <a:latin typeface="+mn-ea"/>
                <a:ea typeface="+mn-ea"/>
                <a:cs typeface="+mn-cs"/>
              </a:rPr>
              <a:t>的特点</a:t>
            </a:r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 smtClean="0">
                <a:sym typeface="+mn-ea"/>
              </a:rPr>
              <a:t>问题的解空间</a:t>
            </a: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ext Box 2"/>
          <p:cNvSpPr txBox="1">
            <a:spLocks noChangeArrowheads="1"/>
          </p:cNvSpPr>
          <p:nvPr/>
        </p:nvSpPr>
        <p:spPr bwMode="auto">
          <a:xfrm>
            <a:off x="323850" y="549275"/>
            <a:ext cx="8496300" cy="4001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zh-CN" altLang="en-US" sz="2000" b="1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解</a:t>
            </a:r>
            <a:r>
              <a:rPr lang="zh-CN" altLang="en-US" sz="20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空间树通常有两种</a:t>
            </a:r>
            <a:r>
              <a:rPr lang="zh-CN" altLang="en-US" sz="2000" b="1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类</a:t>
            </a:r>
            <a:r>
              <a:rPr lang="zh-CN" altLang="en-US" sz="2000" b="1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型：</a:t>
            </a:r>
            <a:endParaRPr lang="en-US" altLang="zh-CN" sz="2000" b="1" smtClean="0">
              <a:solidFill>
                <a:srgbClr val="0000FF"/>
              </a:solidFill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28596" y="1285860"/>
            <a:ext cx="8215370" cy="114143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tIns="108000" bIns="108000" rtlCol="0">
            <a:spAutoFit/>
          </a:bodyPr>
          <a:lstStyle/>
          <a:p>
            <a:pPr marL="457200" indent="-457200">
              <a:lnSpc>
                <a:spcPct val="150000"/>
              </a:lnSpc>
              <a:buBlip>
                <a:blip r:embed="rId2"/>
              </a:buBlip>
            </a:pPr>
            <a:r>
              <a:rPr lang="zh-CN" altLang="en-US" sz="2000" b="1" smtClean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子集树：</a:t>
            </a:r>
            <a:r>
              <a:rPr lang="zh-CN" altLang="en-US" sz="2000" b="1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当所给的问题是从</a:t>
            </a:r>
            <a:r>
              <a:rPr lang="en-US" altLang="zh-CN" sz="2000" b="1" i="1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n</a:t>
            </a:r>
            <a:r>
              <a:rPr lang="zh-CN" altLang="en-US" sz="2000" b="1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个元素的集合</a:t>
            </a:r>
            <a:r>
              <a:rPr lang="en-US" altLang="zh-CN" sz="2000" b="1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S</a:t>
            </a:r>
            <a:r>
              <a:rPr lang="zh-CN" altLang="en-US" sz="2000" b="1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中找出满足某种性质的子集时，相应的解空间树称为</a:t>
            </a:r>
            <a:r>
              <a:rPr lang="zh-CN" altLang="en-US" sz="2000" b="1" smtClean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子集树</a:t>
            </a:r>
            <a:r>
              <a:rPr lang="zh-CN" altLang="en-US" sz="2000" b="1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。　</a:t>
            </a:r>
          </a:p>
        </p:txBody>
      </p:sp>
      <p:grpSp>
        <p:nvGrpSpPr>
          <p:cNvPr id="55" name="Group 56"/>
          <p:cNvGrpSpPr>
            <a:grpSpLocks/>
          </p:cNvGrpSpPr>
          <p:nvPr/>
        </p:nvGrpSpPr>
        <p:grpSpPr bwMode="auto">
          <a:xfrm>
            <a:off x="927133" y="2568933"/>
            <a:ext cx="6140450" cy="3384550"/>
            <a:chOff x="158" y="1026"/>
            <a:chExt cx="3868" cy="2132"/>
          </a:xfrm>
        </p:grpSpPr>
        <p:sp>
          <p:nvSpPr>
            <p:cNvPr id="63" name="Line 4"/>
            <p:cNvSpPr>
              <a:spLocks noChangeShapeType="1"/>
            </p:cNvSpPr>
            <p:nvPr/>
          </p:nvSpPr>
          <p:spPr bwMode="auto">
            <a:xfrm flipH="1">
              <a:off x="1120" y="1194"/>
              <a:ext cx="836" cy="44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lIns="72000" tIns="72000" rIns="0"/>
            <a:lstStyle/>
            <a:p>
              <a:endParaRPr lang="zh-CN" altLang="en-US">
                <a:solidFill>
                  <a:srgbClr val="0000FF"/>
                </a:solidFill>
              </a:endParaRPr>
            </a:p>
          </p:txBody>
        </p:sp>
        <p:sp>
          <p:nvSpPr>
            <p:cNvPr id="64" name="Line 5"/>
            <p:cNvSpPr>
              <a:spLocks noChangeShapeType="1"/>
            </p:cNvSpPr>
            <p:nvPr/>
          </p:nvSpPr>
          <p:spPr bwMode="auto">
            <a:xfrm>
              <a:off x="2172" y="1202"/>
              <a:ext cx="893" cy="42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lIns="72000" tIns="72000" rIns="0"/>
            <a:lstStyle/>
            <a:p>
              <a:endParaRPr lang="zh-CN" altLang="en-US">
                <a:solidFill>
                  <a:srgbClr val="0000FF"/>
                </a:solidFill>
              </a:endParaRPr>
            </a:p>
          </p:txBody>
        </p:sp>
        <p:sp>
          <p:nvSpPr>
            <p:cNvPr id="65" name="Line 6"/>
            <p:cNvSpPr>
              <a:spLocks noChangeShapeType="1"/>
            </p:cNvSpPr>
            <p:nvPr/>
          </p:nvSpPr>
          <p:spPr bwMode="auto">
            <a:xfrm flipH="1">
              <a:off x="591" y="1783"/>
              <a:ext cx="361" cy="46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lIns="72000" tIns="72000" rIns="0"/>
            <a:lstStyle/>
            <a:p>
              <a:endParaRPr lang="zh-CN" altLang="en-US">
                <a:solidFill>
                  <a:srgbClr val="0000FF"/>
                </a:solidFill>
              </a:endParaRPr>
            </a:p>
          </p:txBody>
        </p:sp>
        <p:sp>
          <p:nvSpPr>
            <p:cNvPr id="66" name="Line 7"/>
            <p:cNvSpPr>
              <a:spLocks noChangeShapeType="1"/>
            </p:cNvSpPr>
            <p:nvPr/>
          </p:nvSpPr>
          <p:spPr bwMode="auto">
            <a:xfrm>
              <a:off x="1113" y="1798"/>
              <a:ext cx="337" cy="46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lIns="72000" tIns="72000" rIns="0"/>
            <a:lstStyle/>
            <a:p>
              <a:endParaRPr lang="zh-CN" altLang="en-US">
                <a:solidFill>
                  <a:srgbClr val="0000FF"/>
                </a:solidFill>
              </a:endParaRPr>
            </a:p>
          </p:txBody>
        </p:sp>
        <p:sp>
          <p:nvSpPr>
            <p:cNvPr id="67" name="Line 8"/>
            <p:cNvSpPr>
              <a:spLocks noChangeShapeType="1"/>
            </p:cNvSpPr>
            <p:nvPr/>
          </p:nvSpPr>
          <p:spPr bwMode="auto">
            <a:xfrm flipH="1">
              <a:off x="2726" y="1772"/>
              <a:ext cx="361" cy="51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lIns="0" tIns="72000" rIns="0"/>
            <a:lstStyle/>
            <a:p>
              <a:endParaRPr lang="zh-CN" altLang="en-US">
                <a:solidFill>
                  <a:srgbClr val="0000FF"/>
                </a:solidFill>
              </a:endParaRPr>
            </a:p>
          </p:txBody>
        </p:sp>
        <p:sp>
          <p:nvSpPr>
            <p:cNvPr id="68" name="Line 9"/>
            <p:cNvSpPr>
              <a:spLocks noChangeShapeType="1"/>
            </p:cNvSpPr>
            <p:nvPr/>
          </p:nvSpPr>
          <p:spPr bwMode="auto">
            <a:xfrm>
              <a:off x="3256" y="1762"/>
              <a:ext cx="337" cy="5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lIns="0" tIns="72000" rIns="0"/>
            <a:lstStyle/>
            <a:p>
              <a:endParaRPr lang="zh-CN" altLang="en-US">
                <a:solidFill>
                  <a:srgbClr val="0000FF"/>
                </a:solidFill>
              </a:endParaRPr>
            </a:p>
          </p:txBody>
        </p:sp>
        <p:sp>
          <p:nvSpPr>
            <p:cNvPr id="69" name="Line 10"/>
            <p:cNvSpPr>
              <a:spLocks noChangeShapeType="1"/>
            </p:cNvSpPr>
            <p:nvPr/>
          </p:nvSpPr>
          <p:spPr bwMode="auto">
            <a:xfrm flipH="1">
              <a:off x="303" y="2451"/>
              <a:ext cx="176" cy="46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lIns="72000" tIns="72000" rIns="0"/>
            <a:lstStyle/>
            <a:p>
              <a:endParaRPr lang="zh-CN" altLang="en-US">
                <a:solidFill>
                  <a:srgbClr val="0000FF"/>
                </a:solidFill>
              </a:endParaRPr>
            </a:p>
          </p:txBody>
        </p:sp>
        <p:sp>
          <p:nvSpPr>
            <p:cNvPr id="70" name="Line 11"/>
            <p:cNvSpPr>
              <a:spLocks noChangeShapeType="1"/>
            </p:cNvSpPr>
            <p:nvPr/>
          </p:nvSpPr>
          <p:spPr bwMode="auto">
            <a:xfrm>
              <a:off x="607" y="2461"/>
              <a:ext cx="145" cy="45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lIns="72000" tIns="72000" rIns="0"/>
            <a:lstStyle/>
            <a:p>
              <a:endParaRPr lang="zh-CN" altLang="en-US">
                <a:solidFill>
                  <a:srgbClr val="0000FF"/>
                </a:solidFill>
              </a:endParaRPr>
            </a:p>
          </p:txBody>
        </p:sp>
        <p:sp>
          <p:nvSpPr>
            <p:cNvPr id="71" name="Line 12"/>
            <p:cNvSpPr>
              <a:spLocks noChangeShapeType="1"/>
            </p:cNvSpPr>
            <p:nvPr/>
          </p:nvSpPr>
          <p:spPr bwMode="auto">
            <a:xfrm flipH="1">
              <a:off x="1273" y="2462"/>
              <a:ext cx="193" cy="45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lIns="72000" tIns="72000" rIns="0"/>
            <a:lstStyle/>
            <a:p>
              <a:endParaRPr lang="zh-CN" altLang="en-US">
                <a:solidFill>
                  <a:srgbClr val="0000FF"/>
                </a:solidFill>
              </a:endParaRPr>
            </a:p>
          </p:txBody>
        </p:sp>
        <p:sp>
          <p:nvSpPr>
            <p:cNvPr id="72" name="Line 13"/>
            <p:cNvSpPr>
              <a:spLocks noChangeShapeType="1"/>
            </p:cNvSpPr>
            <p:nvPr/>
          </p:nvSpPr>
          <p:spPr bwMode="auto">
            <a:xfrm>
              <a:off x="1586" y="2447"/>
              <a:ext cx="176" cy="46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lIns="72000" tIns="72000" rIns="0"/>
            <a:lstStyle/>
            <a:p>
              <a:endParaRPr lang="zh-CN" altLang="en-US">
                <a:solidFill>
                  <a:srgbClr val="0000FF"/>
                </a:solidFill>
              </a:endParaRPr>
            </a:p>
          </p:txBody>
        </p:sp>
        <p:sp>
          <p:nvSpPr>
            <p:cNvPr id="73" name="Line 14"/>
            <p:cNvSpPr>
              <a:spLocks noChangeShapeType="1"/>
            </p:cNvSpPr>
            <p:nvPr/>
          </p:nvSpPr>
          <p:spPr bwMode="auto">
            <a:xfrm flipH="1">
              <a:off x="2445" y="2469"/>
              <a:ext cx="177" cy="43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lIns="0" tIns="72000" rIns="0"/>
            <a:lstStyle/>
            <a:p>
              <a:endParaRPr lang="zh-CN" altLang="en-US">
                <a:solidFill>
                  <a:srgbClr val="0000FF"/>
                </a:solidFill>
              </a:endParaRPr>
            </a:p>
          </p:txBody>
        </p:sp>
        <p:sp>
          <p:nvSpPr>
            <p:cNvPr id="74" name="Line 15"/>
            <p:cNvSpPr>
              <a:spLocks noChangeShapeType="1"/>
            </p:cNvSpPr>
            <p:nvPr/>
          </p:nvSpPr>
          <p:spPr bwMode="auto">
            <a:xfrm>
              <a:off x="2766" y="2476"/>
              <a:ext cx="160" cy="45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lIns="0" tIns="72000" rIns="0"/>
            <a:lstStyle/>
            <a:p>
              <a:endParaRPr lang="zh-CN" altLang="en-US">
                <a:solidFill>
                  <a:srgbClr val="0000FF"/>
                </a:solidFill>
              </a:endParaRPr>
            </a:p>
          </p:txBody>
        </p:sp>
        <p:sp>
          <p:nvSpPr>
            <p:cNvPr id="75" name="Line 16"/>
            <p:cNvSpPr>
              <a:spLocks noChangeShapeType="1"/>
            </p:cNvSpPr>
            <p:nvPr/>
          </p:nvSpPr>
          <p:spPr bwMode="auto">
            <a:xfrm flipH="1">
              <a:off x="3416" y="2469"/>
              <a:ext cx="152" cy="44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lIns="0" tIns="72000" rIns="0"/>
            <a:lstStyle/>
            <a:p>
              <a:endParaRPr lang="zh-CN" altLang="en-US">
                <a:solidFill>
                  <a:srgbClr val="0000FF"/>
                </a:solidFill>
              </a:endParaRPr>
            </a:p>
          </p:txBody>
        </p:sp>
        <p:sp>
          <p:nvSpPr>
            <p:cNvPr id="76" name="Line 17"/>
            <p:cNvSpPr>
              <a:spLocks noChangeShapeType="1"/>
            </p:cNvSpPr>
            <p:nvPr/>
          </p:nvSpPr>
          <p:spPr bwMode="auto">
            <a:xfrm>
              <a:off x="3729" y="2469"/>
              <a:ext cx="152" cy="46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lIns="0" tIns="72000" rIns="0"/>
            <a:lstStyle/>
            <a:p>
              <a:endParaRPr lang="zh-CN" altLang="en-US">
                <a:solidFill>
                  <a:srgbClr val="0000FF"/>
                </a:solidFill>
              </a:endParaRPr>
            </a:p>
          </p:txBody>
        </p:sp>
        <p:sp>
          <p:nvSpPr>
            <p:cNvPr id="77" name="Text Box 18"/>
            <p:cNvSpPr txBox="1">
              <a:spLocks noChangeArrowheads="1"/>
            </p:cNvSpPr>
            <p:nvPr/>
          </p:nvSpPr>
          <p:spPr bwMode="auto">
            <a:xfrm>
              <a:off x="1322" y="1279"/>
              <a:ext cx="144" cy="15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72000" tIns="72000" rIns="0" bIns="0"/>
            <a:lstStyle/>
            <a:p>
              <a:pPr algn="just" eaLnBrk="0" hangingPunct="0">
                <a:lnSpc>
                  <a:spcPct val="80000"/>
                </a:lnSpc>
              </a:pPr>
              <a:r>
                <a:rPr lang="en-US" altLang="zh-CN" b="1">
                  <a:solidFill>
                    <a:srgbClr val="0000FF"/>
                  </a:solidFill>
                  <a:latin typeface="Times New Roman" pitchFamily="18" charset="0"/>
                  <a:ea typeface="宋体" charset="-122"/>
                </a:rPr>
                <a:t>1</a:t>
              </a:r>
            </a:p>
          </p:txBody>
        </p:sp>
        <p:sp>
          <p:nvSpPr>
            <p:cNvPr id="78" name="Text Box 19"/>
            <p:cNvSpPr txBox="1">
              <a:spLocks noChangeArrowheads="1"/>
            </p:cNvSpPr>
            <p:nvPr/>
          </p:nvSpPr>
          <p:spPr bwMode="auto">
            <a:xfrm>
              <a:off x="591" y="1855"/>
              <a:ext cx="145" cy="15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72000" tIns="72000" rIns="0" bIns="0"/>
            <a:lstStyle/>
            <a:p>
              <a:pPr algn="just" eaLnBrk="0" hangingPunct="0">
                <a:lnSpc>
                  <a:spcPct val="80000"/>
                </a:lnSpc>
              </a:pPr>
              <a:r>
                <a:rPr lang="en-US" altLang="zh-CN" b="1">
                  <a:solidFill>
                    <a:srgbClr val="0000FF"/>
                  </a:solidFill>
                  <a:latin typeface="Times New Roman" pitchFamily="18" charset="0"/>
                  <a:ea typeface="宋体" charset="-122"/>
                </a:rPr>
                <a:t>1</a:t>
              </a:r>
            </a:p>
          </p:txBody>
        </p:sp>
        <p:sp>
          <p:nvSpPr>
            <p:cNvPr id="79" name="Text Box 20"/>
            <p:cNvSpPr txBox="1">
              <a:spLocks noChangeArrowheads="1"/>
            </p:cNvSpPr>
            <p:nvPr/>
          </p:nvSpPr>
          <p:spPr bwMode="auto">
            <a:xfrm>
              <a:off x="191" y="2555"/>
              <a:ext cx="143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72000" tIns="72000" rIns="0" bIns="0"/>
            <a:lstStyle/>
            <a:p>
              <a:pPr algn="just" eaLnBrk="0" hangingPunct="0">
                <a:lnSpc>
                  <a:spcPct val="80000"/>
                </a:lnSpc>
              </a:pPr>
              <a:r>
                <a:rPr lang="en-US" altLang="zh-CN" b="1">
                  <a:solidFill>
                    <a:srgbClr val="0000FF"/>
                  </a:solidFill>
                  <a:latin typeface="Times New Roman" pitchFamily="18" charset="0"/>
                  <a:ea typeface="宋体" charset="-122"/>
                </a:rPr>
                <a:t>1</a:t>
              </a:r>
            </a:p>
          </p:txBody>
        </p:sp>
        <p:sp>
          <p:nvSpPr>
            <p:cNvPr id="80" name="Text Box 21"/>
            <p:cNvSpPr txBox="1">
              <a:spLocks noChangeArrowheads="1"/>
            </p:cNvSpPr>
            <p:nvPr/>
          </p:nvSpPr>
          <p:spPr bwMode="auto">
            <a:xfrm>
              <a:off x="1177" y="2551"/>
              <a:ext cx="145" cy="15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72000" tIns="72000" rIns="0" bIns="0"/>
            <a:lstStyle/>
            <a:p>
              <a:pPr algn="just" eaLnBrk="0" hangingPunct="0">
                <a:lnSpc>
                  <a:spcPct val="80000"/>
                </a:lnSpc>
              </a:pPr>
              <a:r>
                <a:rPr lang="en-US" altLang="zh-CN" b="1">
                  <a:solidFill>
                    <a:srgbClr val="0000FF"/>
                  </a:solidFill>
                  <a:latin typeface="Times New Roman" pitchFamily="18" charset="0"/>
                  <a:ea typeface="宋体" charset="-122"/>
                </a:rPr>
                <a:t>1</a:t>
              </a:r>
            </a:p>
          </p:txBody>
        </p:sp>
        <p:sp>
          <p:nvSpPr>
            <p:cNvPr id="81" name="Text Box 22"/>
            <p:cNvSpPr txBox="1">
              <a:spLocks noChangeArrowheads="1"/>
            </p:cNvSpPr>
            <p:nvPr/>
          </p:nvSpPr>
          <p:spPr bwMode="auto">
            <a:xfrm>
              <a:off x="2365" y="2573"/>
              <a:ext cx="145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72000" rIns="0" bIns="0"/>
            <a:lstStyle/>
            <a:p>
              <a:pPr algn="just" eaLnBrk="0" hangingPunct="0">
                <a:lnSpc>
                  <a:spcPct val="80000"/>
                </a:lnSpc>
              </a:pPr>
              <a:r>
                <a:rPr lang="en-US" altLang="zh-CN" b="1">
                  <a:solidFill>
                    <a:srgbClr val="0000FF"/>
                  </a:solidFill>
                  <a:latin typeface="Times New Roman" pitchFamily="18" charset="0"/>
                  <a:ea typeface="宋体" charset="-122"/>
                </a:rPr>
                <a:t>1</a:t>
              </a:r>
            </a:p>
          </p:txBody>
        </p:sp>
        <p:sp>
          <p:nvSpPr>
            <p:cNvPr id="82" name="Text Box 23"/>
            <p:cNvSpPr txBox="1">
              <a:spLocks noChangeArrowheads="1"/>
            </p:cNvSpPr>
            <p:nvPr/>
          </p:nvSpPr>
          <p:spPr bwMode="auto">
            <a:xfrm>
              <a:off x="3320" y="2570"/>
              <a:ext cx="145" cy="15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72000" rIns="0" bIns="0"/>
            <a:lstStyle/>
            <a:p>
              <a:pPr algn="just" eaLnBrk="0" hangingPunct="0">
                <a:lnSpc>
                  <a:spcPct val="80000"/>
                </a:lnSpc>
              </a:pPr>
              <a:r>
                <a:rPr lang="en-US" altLang="zh-CN" b="1">
                  <a:solidFill>
                    <a:srgbClr val="0000FF"/>
                  </a:solidFill>
                  <a:latin typeface="Times New Roman" pitchFamily="18" charset="0"/>
                  <a:ea typeface="宋体" charset="-122"/>
                </a:rPr>
                <a:t>1</a:t>
              </a:r>
            </a:p>
          </p:txBody>
        </p:sp>
        <p:sp>
          <p:nvSpPr>
            <p:cNvPr id="83" name="Text Box 24"/>
            <p:cNvSpPr txBox="1">
              <a:spLocks noChangeArrowheads="1"/>
            </p:cNvSpPr>
            <p:nvPr/>
          </p:nvSpPr>
          <p:spPr bwMode="auto">
            <a:xfrm>
              <a:off x="2717" y="1279"/>
              <a:ext cx="145" cy="15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72000" tIns="72000" rIns="0" bIns="0"/>
            <a:lstStyle/>
            <a:p>
              <a:pPr algn="just" eaLnBrk="0" hangingPunct="0">
                <a:lnSpc>
                  <a:spcPct val="80000"/>
                </a:lnSpc>
              </a:pPr>
              <a:r>
                <a:rPr lang="en-US" altLang="zh-CN" b="1">
                  <a:solidFill>
                    <a:srgbClr val="0000FF"/>
                  </a:solidFill>
                  <a:latin typeface="Times New Roman" pitchFamily="18" charset="0"/>
                  <a:ea typeface="宋体" charset="-122"/>
                </a:rPr>
                <a:t>0</a:t>
              </a:r>
            </a:p>
          </p:txBody>
        </p:sp>
        <p:sp>
          <p:nvSpPr>
            <p:cNvPr id="84" name="Text Box 25"/>
            <p:cNvSpPr txBox="1">
              <a:spLocks noChangeArrowheads="1"/>
            </p:cNvSpPr>
            <p:nvPr/>
          </p:nvSpPr>
          <p:spPr bwMode="auto">
            <a:xfrm>
              <a:off x="1337" y="1858"/>
              <a:ext cx="145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72000" tIns="72000" rIns="0" bIns="0"/>
            <a:lstStyle/>
            <a:p>
              <a:pPr algn="just" eaLnBrk="0" hangingPunct="0">
                <a:lnSpc>
                  <a:spcPct val="80000"/>
                </a:lnSpc>
              </a:pPr>
              <a:r>
                <a:rPr lang="en-US" altLang="zh-CN" b="1">
                  <a:solidFill>
                    <a:srgbClr val="0000FF"/>
                  </a:solidFill>
                  <a:latin typeface="Times New Roman" pitchFamily="18" charset="0"/>
                  <a:ea typeface="宋体" charset="-122"/>
                </a:rPr>
                <a:t>0</a:t>
              </a:r>
            </a:p>
          </p:txBody>
        </p:sp>
        <p:sp>
          <p:nvSpPr>
            <p:cNvPr id="85" name="Text Box 26"/>
            <p:cNvSpPr txBox="1">
              <a:spLocks noChangeArrowheads="1"/>
            </p:cNvSpPr>
            <p:nvPr/>
          </p:nvSpPr>
          <p:spPr bwMode="auto">
            <a:xfrm>
              <a:off x="728" y="2547"/>
              <a:ext cx="145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72000" tIns="72000" rIns="0" bIns="0"/>
            <a:lstStyle/>
            <a:p>
              <a:pPr algn="just" eaLnBrk="0" hangingPunct="0">
                <a:lnSpc>
                  <a:spcPct val="80000"/>
                </a:lnSpc>
              </a:pPr>
              <a:r>
                <a:rPr lang="en-US" altLang="zh-CN" b="1">
                  <a:solidFill>
                    <a:srgbClr val="0000FF"/>
                  </a:solidFill>
                  <a:latin typeface="Times New Roman" pitchFamily="18" charset="0"/>
                  <a:ea typeface="宋体" charset="-122"/>
                </a:rPr>
                <a:t>0</a:t>
              </a:r>
            </a:p>
          </p:txBody>
        </p:sp>
        <p:sp>
          <p:nvSpPr>
            <p:cNvPr id="86" name="Text Box 27"/>
            <p:cNvSpPr txBox="1">
              <a:spLocks noChangeArrowheads="1"/>
            </p:cNvSpPr>
            <p:nvPr/>
          </p:nvSpPr>
          <p:spPr bwMode="auto">
            <a:xfrm>
              <a:off x="1747" y="2555"/>
              <a:ext cx="145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72000" tIns="72000" rIns="0" bIns="0"/>
            <a:lstStyle/>
            <a:p>
              <a:pPr algn="just" eaLnBrk="0" hangingPunct="0">
                <a:lnSpc>
                  <a:spcPct val="80000"/>
                </a:lnSpc>
              </a:pPr>
              <a:r>
                <a:rPr lang="en-US" altLang="zh-CN" b="1">
                  <a:solidFill>
                    <a:srgbClr val="0000FF"/>
                  </a:solidFill>
                  <a:latin typeface="Times New Roman" pitchFamily="18" charset="0"/>
                  <a:ea typeface="宋体" charset="-122"/>
                </a:rPr>
                <a:t>0</a:t>
              </a:r>
            </a:p>
          </p:txBody>
        </p:sp>
        <p:sp>
          <p:nvSpPr>
            <p:cNvPr id="87" name="Text Box 28"/>
            <p:cNvSpPr txBox="1">
              <a:spLocks noChangeArrowheads="1"/>
            </p:cNvSpPr>
            <p:nvPr/>
          </p:nvSpPr>
          <p:spPr bwMode="auto">
            <a:xfrm>
              <a:off x="2902" y="2565"/>
              <a:ext cx="145" cy="15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72000" rIns="0" bIns="0"/>
            <a:lstStyle/>
            <a:p>
              <a:pPr algn="just" eaLnBrk="0" hangingPunct="0">
                <a:lnSpc>
                  <a:spcPct val="80000"/>
                </a:lnSpc>
              </a:pPr>
              <a:r>
                <a:rPr lang="en-US" altLang="zh-CN" b="1">
                  <a:solidFill>
                    <a:srgbClr val="0000FF"/>
                  </a:solidFill>
                  <a:latin typeface="Times New Roman" pitchFamily="18" charset="0"/>
                  <a:ea typeface="宋体" charset="-122"/>
                </a:rPr>
                <a:t>0</a:t>
              </a:r>
            </a:p>
          </p:txBody>
        </p:sp>
        <p:sp>
          <p:nvSpPr>
            <p:cNvPr id="88" name="Text Box 29"/>
            <p:cNvSpPr txBox="1">
              <a:spLocks noChangeArrowheads="1"/>
            </p:cNvSpPr>
            <p:nvPr/>
          </p:nvSpPr>
          <p:spPr bwMode="auto">
            <a:xfrm>
              <a:off x="3520" y="1883"/>
              <a:ext cx="145" cy="15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72000" rIns="0" bIns="0"/>
            <a:lstStyle/>
            <a:p>
              <a:pPr algn="just" eaLnBrk="0" hangingPunct="0">
                <a:lnSpc>
                  <a:spcPct val="80000"/>
                </a:lnSpc>
              </a:pPr>
              <a:r>
                <a:rPr lang="en-US" altLang="zh-CN" b="1">
                  <a:solidFill>
                    <a:srgbClr val="0000FF"/>
                  </a:solidFill>
                  <a:latin typeface="Times New Roman" pitchFamily="18" charset="0"/>
                  <a:ea typeface="宋体" charset="-122"/>
                </a:rPr>
                <a:t>0</a:t>
              </a:r>
            </a:p>
          </p:txBody>
        </p:sp>
        <p:sp>
          <p:nvSpPr>
            <p:cNvPr id="89" name="Text Box 30"/>
            <p:cNvSpPr txBox="1">
              <a:spLocks noChangeArrowheads="1"/>
            </p:cNvSpPr>
            <p:nvPr/>
          </p:nvSpPr>
          <p:spPr bwMode="auto">
            <a:xfrm>
              <a:off x="3881" y="2555"/>
              <a:ext cx="145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72000" rIns="0" bIns="0"/>
            <a:lstStyle/>
            <a:p>
              <a:pPr algn="just" eaLnBrk="0" hangingPunct="0">
                <a:lnSpc>
                  <a:spcPct val="80000"/>
                </a:lnSpc>
              </a:pPr>
              <a:r>
                <a:rPr lang="en-US" altLang="zh-CN" b="1">
                  <a:solidFill>
                    <a:srgbClr val="0000FF"/>
                  </a:solidFill>
                  <a:latin typeface="Times New Roman" pitchFamily="18" charset="0"/>
                  <a:ea typeface="宋体" charset="-122"/>
                </a:rPr>
                <a:t>0</a:t>
              </a:r>
            </a:p>
          </p:txBody>
        </p:sp>
        <p:sp>
          <p:nvSpPr>
            <p:cNvPr id="90" name="Text Box 31"/>
            <p:cNvSpPr txBox="1">
              <a:spLocks noChangeArrowheads="1"/>
            </p:cNvSpPr>
            <p:nvPr/>
          </p:nvSpPr>
          <p:spPr bwMode="auto">
            <a:xfrm>
              <a:off x="2726" y="1881"/>
              <a:ext cx="145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72000" rIns="0" bIns="0"/>
            <a:lstStyle/>
            <a:p>
              <a:pPr algn="just" eaLnBrk="0" hangingPunct="0">
                <a:lnSpc>
                  <a:spcPct val="80000"/>
                </a:lnSpc>
              </a:pPr>
              <a:r>
                <a:rPr lang="en-US" altLang="zh-CN" b="1">
                  <a:solidFill>
                    <a:srgbClr val="0000FF"/>
                  </a:solidFill>
                  <a:latin typeface="Times New Roman" pitchFamily="18" charset="0"/>
                  <a:ea typeface="宋体" charset="-122"/>
                </a:rPr>
                <a:t>1</a:t>
              </a:r>
            </a:p>
          </p:txBody>
        </p:sp>
        <p:sp>
          <p:nvSpPr>
            <p:cNvPr id="91" name="Oval 40"/>
            <p:cNvSpPr>
              <a:spLocks noChangeArrowheads="1"/>
            </p:cNvSpPr>
            <p:nvPr/>
          </p:nvSpPr>
          <p:spPr bwMode="auto">
            <a:xfrm>
              <a:off x="1947" y="1026"/>
              <a:ext cx="218" cy="219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lIns="72000" tIns="72000" rIns="0" bIns="0"/>
            <a:lstStyle/>
            <a:p>
              <a:pPr algn="just" eaLnBrk="0" hangingPunct="0">
                <a:lnSpc>
                  <a:spcPct val="72000"/>
                </a:lnSpc>
              </a:pPr>
              <a:r>
                <a:rPr lang="en-US" altLang="zh-CN" b="1">
                  <a:solidFill>
                    <a:srgbClr val="0000FF"/>
                  </a:solidFill>
                  <a:latin typeface="Times New Roman" pitchFamily="18" charset="0"/>
                  <a:ea typeface="宋体" charset="-122"/>
                </a:rPr>
                <a:t>1</a:t>
              </a:r>
              <a:endParaRPr lang="en-US" altLang="zh-CN" b="1" i="1">
                <a:solidFill>
                  <a:srgbClr val="0000FF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92" name="Oval 41"/>
            <p:cNvSpPr>
              <a:spLocks noChangeArrowheads="1"/>
            </p:cNvSpPr>
            <p:nvPr/>
          </p:nvSpPr>
          <p:spPr bwMode="auto">
            <a:xfrm>
              <a:off x="928" y="1593"/>
              <a:ext cx="219" cy="221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lIns="72000" tIns="72000" rIns="0" bIns="0"/>
            <a:lstStyle/>
            <a:p>
              <a:pPr algn="just" eaLnBrk="0" hangingPunct="0">
                <a:lnSpc>
                  <a:spcPct val="72000"/>
                </a:lnSpc>
              </a:pPr>
              <a:r>
                <a:rPr lang="en-US" altLang="zh-CN" b="1">
                  <a:solidFill>
                    <a:srgbClr val="0000FF"/>
                  </a:solidFill>
                  <a:latin typeface="Times New Roman" pitchFamily="18" charset="0"/>
                  <a:ea typeface="宋体" charset="-122"/>
                </a:rPr>
                <a:t>2</a:t>
              </a:r>
              <a:endParaRPr lang="en-US" altLang="zh-CN" b="1" i="1">
                <a:solidFill>
                  <a:srgbClr val="0000FF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93" name="Oval 42"/>
            <p:cNvSpPr>
              <a:spLocks noChangeArrowheads="1"/>
            </p:cNvSpPr>
            <p:nvPr/>
          </p:nvSpPr>
          <p:spPr bwMode="auto">
            <a:xfrm>
              <a:off x="455" y="2249"/>
              <a:ext cx="218" cy="221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lIns="72000" tIns="72000" rIns="0" bIns="0"/>
            <a:lstStyle/>
            <a:p>
              <a:pPr algn="just" eaLnBrk="0" hangingPunct="0">
                <a:lnSpc>
                  <a:spcPct val="72000"/>
                </a:lnSpc>
              </a:pPr>
              <a:r>
                <a:rPr lang="en-US" altLang="zh-CN" b="1">
                  <a:solidFill>
                    <a:srgbClr val="0000FF"/>
                  </a:solidFill>
                  <a:latin typeface="Times New Roman" pitchFamily="18" charset="0"/>
                  <a:ea typeface="宋体" charset="-122"/>
                </a:rPr>
                <a:t>3</a:t>
              </a:r>
              <a:endParaRPr lang="en-US" altLang="zh-CN" b="1" i="1">
                <a:solidFill>
                  <a:srgbClr val="0000FF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94" name="Oval 43"/>
            <p:cNvSpPr>
              <a:spLocks noChangeArrowheads="1"/>
            </p:cNvSpPr>
            <p:nvPr/>
          </p:nvSpPr>
          <p:spPr bwMode="auto">
            <a:xfrm>
              <a:off x="158" y="2914"/>
              <a:ext cx="218" cy="219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lIns="72000" tIns="72000" rIns="0" bIns="0"/>
            <a:lstStyle/>
            <a:p>
              <a:pPr algn="just" eaLnBrk="0" hangingPunct="0">
                <a:lnSpc>
                  <a:spcPct val="72000"/>
                </a:lnSpc>
              </a:pPr>
              <a:r>
                <a:rPr lang="en-US" altLang="zh-CN" b="1">
                  <a:solidFill>
                    <a:srgbClr val="0000FF"/>
                  </a:solidFill>
                  <a:latin typeface="Times New Roman" pitchFamily="18" charset="0"/>
                  <a:ea typeface="宋体" charset="-122"/>
                </a:rPr>
                <a:t>4</a:t>
              </a:r>
              <a:endParaRPr lang="en-US" altLang="zh-CN" b="1" i="1">
                <a:solidFill>
                  <a:srgbClr val="0000FF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95" name="Oval 44"/>
            <p:cNvSpPr>
              <a:spLocks noChangeArrowheads="1"/>
            </p:cNvSpPr>
            <p:nvPr/>
          </p:nvSpPr>
          <p:spPr bwMode="auto">
            <a:xfrm>
              <a:off x="664" y="2930"/>
              <a:ext cx="218" cy="219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lIns="72000" tIns="72000" rIns="0" bIns="0"/>
            <a:lstStyle/>
            <a:p>
              <a:pPr algn="just" eaLnBrk="0" hangingPunct="0">
                <a:lnSpc>
                  <a:spcPct val="72000"/>
                </a:lnSpc>
              </a:pPr>
              <a:r>
                <a:rPr lang="en-US" altLang="zh-CN" b="1">
                  <a:solidFill>
                    <a:srgbClr val="0000FF"/>
                  </a:solidFill>
                  <a:latin typeface="Times New Roman" pitchFamily="18" charset="0"/>
                  <a:ea typeface="宋体" charset="-122"/>
                </a:rPr>
                <a:t>5</a:t>
              </a:r>
              <a:endParaRPr lang="en-US" altLang="zh-CN" b="1" i="1">
                <a:solidFill>
                  <a:srgbClr val="0000FF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96" name="Oval 45"/>
            <p:cNvSpPr>
              <a:spLocks noChangeArrowheads="1"/>
            </p:cNvSpPr>
            <p:nvPr/>
          </p:nvSpPr>
          <p:spPr bwMode="auto">
            <a:xfrm>
              <a:off x="1145" y="2914"/>
              <a:ext cx="219" cy="219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lIns="72000" tIns="72000" rIns="0" bIns="0"/>
            <a:lstStyle/>
            <a:p>
              <a:pPr algn="just" eaLnBrk="0" hangingPunct="0">
                <a:lnSpc>
                  <a:spcPct val="72000"/>
                </a:lnSpc>
              </a:pPr>
              <a:r>
                <a:rPr lang="en-US" altLang="zh-CN" b="1">
                  <a:solidFill>
                    <a:srgbClr val="0000FF"/>
                  </a:solidFill>
                  <a:latin typeface="Times New Roman" pitchFamily="18" charset="0"/>
                  <a:ea typeface="宋体" charset="-122"/>
                </a:rPr>
                <a:t>7</a:t>
              </a:r>
              <a:endParaRPr lang="en-US" altLang="zh-CN" b="1" i="1">
                <a:solidFill>
                  <a:srgbClr val="0000FF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97" name="Oval 46"/>
            <p:cNvSpPr>
              <a:spLocks noChangeArrowheads="1"/>
            </p:cNvSpPr>
            <p:nvPr/>
          </p:nvSpPr>
          <p:spPr bwMode="auto">
            <a:xfrm>
              <a:off x="1667" y="2921"/>
              <a:ext cx="218" cy="219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lIns="72000" tIns="72000" rIns="0" bIns="0"/>
            <a:lstStyle/>
            <a:p>
              <a:pPr algn="just" eaLnBrk="0" hangingPunct="0">
                <a:lnSpc>
                  <a:spcPct val="72000"/>
                </a:lnSpc>
              </a:pPr>
              <a:r>
                <a:rPr lang="en-US" altLang="zh-CN" b="1">
                  <a:solidFill>
                    <a:srgbClr val="0000FF"/>
                  </a:solidFill>
                  <a:latin typeface="Times New Roman" pitchFamily="18" charset="0"/>
                  <a:ea typeface="宋体" charset="-122"/>
                </a:rPr>
                <a:t>8</a:t>
              </a:r>
              <a:endParaRPr lang="en-US" altLang="zh-CN" b="1" i="1">
                <a:solidFill>
                  <a:srgbClr val="0000FF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98" name="Oval 47"/>
            <p:cNvSpPr>
              <a:spLocks noChangeArrowheads="1"/>
            </p:cNvSpPr>
            <p:nvPr/>
          </p:nvSpPr>
          <p:spPr bwMode="auto">
            <a:xfrm>
              <a:off x="2332" y="2918"/>
              <a:ext cx="219" cy="221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lIns="0" tIns="72000" rIns="0" bIns="0"/>
            <a:lstStyle/>
            <a:p>
              <a:pPr algn="just" eaLnBrk="0" hangingPunct="0">
                <a:lnSpc>
                  <a:spcPct val="72000"/>
                </a:lnSpc>
              </a:pPr>
              <a:r>
                <a:rPr lang="en-US" altLang="zh-CN" b="1">
                  <a:solidFill>
                    <a:srgbClr val="0000FF"/>
                  </a:solidFill>
                  <a:latin typeface="Times New Roman" pitchFamily="18" charset="0"/>
                  <a:ea typeface="宋体" charset="-122"/>
                </a:rPr>
                <a:t>11</a:t>
              </a:r>
              <a:endParaRPr lang="en-US" altLang="zh-CN" b="1" i="1">
                <a:solidFill>
                  <a:srgbClr val="0000FF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99" name="Oval 48"/>
            <p:cNvSpPr>
              <a:spLocks noChangeArrowheads="1"/>
            </p:cNvSpPr>
            <p:nvPr/>
          </p:nvSpPr>
          <p:spPr bwMode="auto">
            <a:xfrm>
              <a:off x="2830" y="2939"/>
              <a:ext cx="218" cy="219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lIns="0" tIns="72000" rIns="0" bIns="0"/>
            <a:lstStyle/>
            <a:p>
              <a:pPr algn="just" eaLnBrk="0" hangingPunct="0">
                <a:lnSpc>
                  <a:spcPct val="72000"/>
                </a:lnSpc>
              </a:pPr>
              <a:r>
                <a:rPr lang="en-US" altLang="zh-CN" b="1">
                  <a:solidFill>
                    <a:srgbClr val="0000FF"/>
                  </a:solidFill>
                  <a:latin typeface="Times New Roman" pitchFamily="18" charset="0"/>
                  <a:ea typeface="宋体" charset="-122"/>
                </a:rPr>
                <a:t>12</a:t>
              </a:r>
              <a:endParaRPr lang="en-US" altLang="zh-CN" b="1" i="1">
                <a:solidFill>
                  <a:srgbClr val="0000FF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100" name="Oval 49"/>
            <p:cNvSpPr>
              <a:spLocks noChangeArrowheads="1"/>
            </p:cNvSpPr>
            <p:nvPr/>
          </p:nvSpPr>
          <p:spPr bwMode="auto">
            <a:xfrm>
              <a:off x="3320" y="2930"/>
              <a:ext cx="218" cy="219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lIns="0" tIns="72000" rIns="0" bIns="0"/>
            <a:lstStyle/>
            <a:p>
              <a:pPr algn="just" eaLnBrk="0" hangingPunct="0">
                <a:lnSpc>
                  <a:spcPct val="72000"/>
                </a:lnSpc>
              </a:pPr>
              <a:r>
                <a:rPr lang="en-US" altLang="zh-CN" b="1">
                  <a:solidFill>
                    <a:srgbClr val="0000FF"/>
                  </a:solidFill>
                  <a:latin typeface="Times New Roman" pitchFamily="18" charset="0"/>
                  <a:ea typeface="宋体" charset="-122"/>
                </a:rPr>
                <a:t>14</a:t>
              </a:r>
              <a:endParaRPr lang="en-US" altLang="zh-CN" b="1" i="1">
                <a:solidFill>
                  <a:srgbClr val="0000FF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101" name="Oval 50"/>
            <p:cNvSpPr>
              <a:spLocks noChangeArrowheads="1"/>
            </p:cNvSpPr>
            <p:nvPr/>
          </p:nvSpPr>
          <p:spPr bwMode="auto">
            <a:xfrm>
              <a:off x="3801" y="2930"/>
              <a:ext cx="219" cy="219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lIns="0" tIns="72000" rIns="0" bIns="0"/>
            <a:lstStyle/>
            <a:p>
              <a:pPr algn="just" eaLnBrk="0" hangingPunct="0">
                <a:lnSpc>
                  <a:spcPct val="72000"/>
                </a:lnSpc>
              </a:pPr>
              <a:r>
                <a:rPr lang="en-US" altLang="zh-CN" b="1">
                  <a:solidFill>
                    <a:srgbClr val="0000FF"/>
                  </a:solidFill>
                  <a:latin typeface="Times New Roman" pitchFamily="18" charset="0"/>
                  <a:ea typeface="宋体" charset="-122"/>
                </a:rPr>
                <a:t>15</a:t>
              </a:r>
              <a:endParaRPr lang="en-US" altLang="zh-CN" b="1" i="1">
                <a:solidFill>
                  <a:srgbClr val="0000FF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102" name="Oval 51"/>
            <p:cNvSpPr>
              <a:spLocks noChangeArrowheads="1"/>
            </p:cNvSpPr>
            <p:nvPr/>
          </p:nvSpPr>
          <p:spPr bwMode="auto">
            <a:xfrm>
              <a:off x="3544" y="2267"/>
              <a:ext cx="219" cy="221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lIns="72000" tIns="72000" rIns="0" bIns="0"/>
            <a:lstStyle/>
            <a:p>
              <a:pPr algn="just" eaLnBrk="0" hangingPunct="0">
                <a:lnSpc>
                  <a:spcPct val="72000"/>
                </a:lnSpc>
              </a:pPr>
              <a:r>
                <a:rPr lang="en-US" altLang="zh-CN" b="1">
                  <a:solidFill>
                    <a:srgbClr val="0000FF"/>
                  </a:solidFill>
                  <a:latin typeface="Times New Roman" pitchFamily="18" charset="0"/>
                  <a:ea typeface="宋体" charset="-122"/>
                </a:rPr>
                <a:t>3</a:t>
              </a:r>
              <a:endParaRPr lang="en-US" altLang="zh-CN" b="1" i="1">
                <a:solidFill>
                  <a:srgbClr val="0000FF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103" name="Oval 52"/>
            <p:cNvSpPr>
              <a:spLocks noChangeArrowheads="1"/>
            </p:cNvSpPr>
            <p:nvPr/>
          </p:nvSpPr>
          <p:spPr bwMode="auto">
            <a:xfrm>
              <a:off x="2589" y="2255"/>
              <a:ext cx="219" cy="219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lIns="0" tIns="72000" rIns="0" bIns="0"/>
            <a:lstStyle/>
            <a:p>
              <a:pPr algn="just" eaLnBrk="0" hangingPunct="0">
                <a:lnSpc>
                  <a:spcPct val="72000"/>
                </a:lnSpc>
              </a:pPr>
              <a:r>
                <a:rPr lang="en-US" altLang="zh-CN" b="1" dirty="0">
                  <a:solidFill>
                    <a:srgbClr val="0000FF"/>
                  </a:solidFill>
                  <a:latin typeface="Times New Roman" pitchFamily="18" charset="0"/>
                  <a:ea typeface="宋体" charset="-122"/>
                </a:rPr>
                <a:t>10</a:t>
              </a:r>
              <a:endParaRPr lang="en-US" altLang="zh-CN" b="1" i="1" dirty="0">
                <a:solidFill>
                  <a:srgbClr val="0000FF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104" name="Oval 53"/>
            <p:cNvSpPr>
              <a:spLocks noChangeArrowheads="1"/>
            </p:cNvSpPr>
            <p:nvPr/>
          </p:nvSpPr>
          <p:spPr bwMode="auto">
            <a:xfrm>
              <a:off x="1410" y="2241"/>
              <a:ext cx="218" cy="221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lIns="72000" tIns="72000" rIns="0" bIns="0"/>
            <a:lstStyle/>
            <a:p>
              <a:pPr algn="just" eaLnBrk="0" hangingPunct="0">
                <a:lnSpc>
                  <a:spcPct val="72000"/>
                </a:lnSpc>
              </a:pPr>
              <a:r>
                <a:rPr lang="en-US" altLang="zh-CN" b="1">
                  <a:solidFill>
                    <a:srgbClr val="0000FF"/>
                  </a:solidFill>
                  <a:latin typeface="Times New Roman" pitchFamily="18" charset="0"/>
                  <a:ea typeface="宋体" charset="-122"/>
                </a:rPr>
                <a:t>6</a:t>
              </a:r>
              <a:endParaRPr lang="en-US" altLang="zh-CN" b="1" i="1">
                <a:solidFill>
                  <a:srgbClr val="0000FF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105" name="Oval 54"/>
            <p:cNvSpPr>
              <a:spLocks noChangeArrowheads="1"/>
            </p:cNvSpPr>
            <p:nvPr/>
          </p:nvSpPr>
          <p:spPr bwMode="auto">
            <a:xfrm>
              <a:off x="3063" y="1571"/>
              <a:ext cx="218" cy="219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lIns="72000" tIns="72000" rIns="0" bIns="0"/>
            <a:lstStyle/>
            <a:p>
              <a:pPr algn="just" eaLnBrk="0" hangingPunct="0">
                <a:lnSpc>
                  <a:spcPct val="72000"/>
                </a:lnSpc>
              </a:pPr>
              <a:r>
                <a:rPr lang="en-US" altLang="zh-CN" b="1">
                  <a:solidFill>
                    <a:srgbClr val="0000FF"/>
                  </a:solidFill>
                  <a:latin typeface="Times New Roman" pitchFamily="18" charset="0"/>
                  <a:ea typeface="宋体" charset="-122"/>
                </a:rPr>
                <a:t>9</a:t>
              </a:r>
              <a:endParaRPr lang="en-US" altLang="zh-CN" b="1" i="1">
                <a:solidFill>
                  <a:srgbClr val="0000FF"/>
                </a:solidFill>
                <a:latin typeface="Times New Roman" pitchFamily="18" charset="0"/>
                <a:ea typeface="宋体" charset="-122"/>
              </a:endParaRPr>
            </a:p>
          </p:txBody>
        </p:sp>
      </p:grpSp>
      <p:sp>
        <p:nvSpPr>
          <p:cNvPr id="106" name="矩形 105"/>
          <p:cNvSpPr/>
          <p:nvPr/>
        </p:nvSpPr>
        <p:spPr>
          <a:xfrm>
            <a:off x="2057768" y="6146153"/>
            <a:ext cx="32528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b="1" i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n</a:t>
            </a:r>
            <a:r>
              <a:rPr kumimoji="1" lang="en-US" altLang="zh-CN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=3</a:t>
            </a:r>
            <a:r>
              <a:rPr kumimoji="1" lang="zh-CN" altLang="en-US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的</a:t>
            </a:r>
            <a:r>
              <a:rPr kumimoji="1" lang="en-US" altLang="zh-CN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0/1</a:t>
            </a:r>
            <a:r>
              <a:rPr kumimoji="1" lang="zh-CN" altLang="en-US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背包问题的解空间树</a:t>
            </a:r>
            <a:endParaRPr lang="zh-CN" altLang="en-US" dirty="0"/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ext Box 2"/>
          <p:cNvSpPr txBox="1">
            <a:spLocks noChangeArrowheads="1"/>
          </p:cNvSpPr>
          <p:nvPr/>
        </p:nvSpPr>
        <p:spPr bwMode="auto">
          <a:xfrm>
            <a:off x="258536" y="219811"/>
            <a:ext cx="8496300" cy="128684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144000" tIns="180000" rIns="144000" bIns="180000">
            <a:spAutoFit/>
          </a:bodyPr>
          <a:lstStyle/>
          <a:p>
            <a:pPr marL="457200" indent="-457200">
              <a:lnSpc>
                <a:spcPct val="150000"/>
              </a:lnSpc>
              <a:buBlip>
                <a:blip r:embed="rId2"/>
              </a:buBlip>
            </a:pPr>
            <a:r>
              <a:rPr lang="zh-CN" altLang="en-US" sz="2000" b="1" dirty="0" smtClean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排列树：</a:t>
            </a:r>
            <a:r>
              <a:rPr lang="zh-CN" altLang="en-US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当</a:t>
            </a:r>
            <a:r>
              <a:rPr lang="zh-CN" altLang="en-US" sz="20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所给的问题是确定</a:t>
            </a:r>
            <a:r>
              <a:rPr lang="en-US" altLang="zh-CN" sz="2000" b="1" i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n</a:t>
            </a:r>
            <a:r>
              <a:rPr lang="zh-CN" altLang="en-US" sz="20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个元素满足某种性质的排列</a:t>
            </a:r>
            <a:r>
              <a:rPr lang="zh-CN" altLang="en-US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时，相</a:t>
            </a:r>
            <a:r>
              <a:rPr lang="zh-CN" altLang="en-US" sz="20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应的解空间树称为</a:t>
            </a:r>
            <a:r>
              <a:rPr lang="zh-CN" altLang="en-US" sz="2000" b="1" dirty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排列</a:t>
            </a:r>
            <a:r>
              <a:rPr lang="zh-CN" altLang="en-US" sz="2000" b="1" dirty="0" smtClean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树</a:t>
            </a:r>
            <a:r>
              <a:rPr lang="zh-CN" altLang="en-US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。</a:t>
            </a:r>
            <a:r>
              <a:rPr lang="zh-CN" altLang="en-US" sz="20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　</a:t>
            </a:r>
          </a:p>
        </p:txBody>
      </p:sp>
      <p:grpSp>
        <p:nvGrpSpPr>
          <p:cNvPr id="37" name="Group 3"/>
          <p:cNvGrpSpPr>
            <a:grpSpLocks/>
          </p:cNvGrpSpPr>
          <p:nvPr/>
        </p:nvGrpSpPr>
        <p:grpSpPr bwMode="auto">
          <a:xfrm>
            <a:off x="0" y="1619316"/>
            <a:ext cx="9144000" cy="4326574"/>
            <a:chOff x="1283" y="1575"/>
            <a:chExt cx="7988" cy="3086"/>
          </a:xfrm>
        </p:grpSpPr>
        <p:sp>
          <p:nvSpPr>
            <p:cNvPr id="39" name="Text Box 4"/>
            <p:cNvSpPr txBox="1">
              <a:spLocks noChangeArrowheads="1"/>
            </p:cNvSpPr>
            <p:nvPr/>
          </p:nvSpPr>
          <p:spPr bwMode="auto">
            <a:xfrm>
              <a:off x="1721" y="2597"/>
              <a:ext cx="169" cy="188"/>
            </a:xfrm>
            <a:prstGeom prst="rect">
              <a:avLst/>
            </a:prstGeom>
            <a:noFill/>
            <a:ln>
              <a:noFill/>
            </a:ln>
            <a:extLst/>
          </p:spPr>
          <p:txBody>
            <a:bodyPr lIns="0" tIns="0" rIns="0" bIns="0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just" fontAlgn="auto">
                <a:lnSpc>
                  <a:spcPct val="7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b="1" kern="0">
                  <a:solidFill>
                    <a:srgbClr val="0000FF"/>
                  </a:solidFill>
                  <a:latin typeface="Times New Roman" pitchFamily="18" charset="0"/>
                  <a:cs typeface="+mn-cs"/>
                </a:rPr>
                <a:t>2</a:t>
              </a:r>
            </a:p>
          </p:txBody>
        </p:sp>
        <p:sp>
          <p:nvSpPr>
            <p:cNvPr id="41" name="Text Box 5"/>
            <p:cNvSpPr txBox="1">
              <a:spLocks noChangeArrowheads="1"/>
            </p:cNvSpPr>
            <p:nvPr/>
          </p:nvSpPr>
          <p:spPr bwMode="auto">
            <a:xfrm>
              <a:off x="1283" y="4079"/>
              <a:ext cx="121" cy="198"/>
            </a:xfrm>
            <a:prstGeom prst="rect">
              <a:avLst/>
            </a:prstGeom>
            <a:noFill/>
            <a:ln>
              <a:noFill/>
            </a:ln>
            <a:extLst/>
          </p:spPr>
          <p:txBody>
            <a:bodyPr lIns="0" tIns="0" rIns="0" bIns="0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just" fontAlgn="auto">
                <a:lnSpc>
                  <a:spcPct val="7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b="1" kern="0">
                  <a:solidFill>
                    <a:srgbClr val="0000FF"/>
                  </a:solidFill>
                  <a:latin typeface="Times New Roman" pitchFamily="18" charset="0"/>
                  <a:cs typeface="+mn-cs"/>
                </a:rPr>
                <a:t>4</a:t>
              </a:r>
            </a:p>
          </p:txBody>
        </p:sp>
        <p:sp>
          <p:nvSpPr>
            <p:cNvPr id="43" name="Text Box 6"/>
            <p:cNvSpPr txBox="1">
              <a:spLocks noChangeArrowheads="1"/>
            </p:cNvSpPr>
            <p:nvPr/>
          </p:nvSpPr>
          <p:spPr bwMode="auto">
            <a:xfrm>
              <a:off x="1644" y="4081"/>
              <a:ext cx="119" cy="198"/>
            </a:xfrm>
            <a:prstGeom prst="rect">
              <a:avLst/>
            </a:prstGeom>
            <a:noFill/>
            <a:ln>
              <a:noFill/>
            </a:ln>
            <a:extLst/>
          </p:spPr>
          <p:txBody>
            <a:bodyPr lIns="0" tIns="0" rIns="0" bIns="0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just" fontAlgn="auto">
                <a:lnSpc>
                  <a:spcPct val="7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b="1" kern="0">
                  <a:solidFill>
                    <a:srgbClr val="0000FF"/>
                  </a:solidFill>
                  <a:latin typeface="Times New Roman" pitchFamily="18" charset="0"/>
                  <a:cs typeface="+mn-cs"/>
                </a:rPr>
                <a:t>3</a:t>
              </a:r>
            </a:p>
          </p:txBody>
        </p:sp>
        <p:sp>
          <p:nvSpPr>
            <p:cNvPr id="44" name="Text Box 7"/>
            <p:cNvSpPr txBox="1">
              <a:spLocks noChangeArrowheads="1"/>
            </p:cNvSpPr>
            <p:nvPr/>
          </p:nvSpPr>
          <p:spPr bwMode="auto">
            <a:xfrm>
              <a:off x="1943" y="4080"/>
              <a:ext cx="119" cy="198"/>
            </a:xfrm>
            <a:prstGeom prst="rect">
              <a:avLst/>
            </a:prstGeom>
            <a:noFill/>
            <a:ln>
              <a:noFill/>
            </a:ln>
            <a:extLst/>
          </p:spPr>
          <p:txBody>
            <a:bodyPr lIns="0" tIns="0" rIns="0" bIns="0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just" fontAlgn="auto">
                <a:lnSpc>
                  <a:spcPct val="7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b="1" kern="0">
                  <a:solidFill>
                    <a:srgbClr val="0000FF"/>
                  </a:solidFill>
                  <a:latin typeface="Times New Roman" pitchFamily="18" charset="0"/>
                  <a:cs typeface="+mn-cs"/>
                </a:rPr>
                <a:t>4</a:t>
              </a:r>
            </a:p>
          </p:txBody>
        </p:sp>
        <p:sp>
          <p:nvSpPr>
            <p:cNvPr id="45" name="Text Box 8"/>
            <p:cNvSpPr txBox="1">
              <a:spLocks noChangeArrowheads="1"/>
            </p:cNvSpPr>
            <p:nvPr/>
          </p:nvSpPr>
          <p:spPr bwMode="auto">
            <a:xfrm>
              <a:off x="2293" y="4082"/>
              <a:ext cx="121" cy="198"/>
            </a:xfrm>
            <a:prstGeom prst="rect">
              <a:avLst/>
            </a:prstGeom>
            <a:noFill/>
            <a:ln>
              <a:noFill/>
            </a:ln>
            <a:extLst/>
          </p:spPr>
          <p:txBody>
            <a:bodyPr lIns="0" tIns="0" rIns="0" bIns="0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just" fontAlgn="auto">
                <a:lnSpc>
                  <a:spcPct val="7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b="1" kern="0">
                  <a:solidFill>
                    <a:srgbClr val="0000FF"/>
                  </a:solidFill>
                  <a:latin typeface="Times New Roman" pitchFamily="18" charset="0"/>
                  <a:cs typeface="+mn-cs"/>
                </a:rPr>
                <a:t>2</a:t>
              </a:r>
            </a:p>
          </p:txBody>
        </p:sp>
        <p:sp>
          <p:nvSpPr>
            <p:cNvPr id="46" name="Text Box 9"/>
            <p:cNvSpPr txBox="1">
              <a:spLocks noChangeArrowheads="1"/>
            </p:cNvSpPr>
            <p:nvPr/>
          </p:nvSpPr>
          <p:spPr bwMode="auto">
            <a:xfrm>
              <a:off x="2623" y="4081"/>
              <a:ext cx="121" cy="198"/>
            </a:xfrm>
            <a:prstGeom prst="rect">
              <a:avLst/>
            </a:prstGeom>
            <a:noFill/>
            <a:ln>
              <a:noFill/>
            </a:ln>
            <a:extLst/>
          </p:spPr>
          <p:txBody>
            <a:bodyPr lIns="0" tIns="0" rIns="0" bIns="0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just" fontAlgn="auto">
                <a:lnSpc>
                  <a:spcPct val="7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b="1" kern="0">
                  <a:solidFill>
                    <a:srgbClr val="0000FF"/>
                  </a:solidFill>
                  <a:latin typeface="Times New Roman" pitchFamily="18" charset="0"/>
                  <a:cs typeface="+mn-cs"/>
                </a:rPr>
                <a:t>2</a:t>
              </a:r>
            </a:p>
          </p:txBody>
        </p:sp>
        <p:sp>
          <p:nvSpPr>
            <p:cNvPr id="47" name="Text Box 10"/>
            <p:cNvSpPr txBox="1">
              <a:spLocks noChangeArrowheads="1"/>
            </p:cNvSpPr>
            <p:nvPr/>
          </p:nvSpPr>
          <p:spPr bwMode="auto">
            <a:xfrm>
              <a:off x="2974" y="4083"/>
              <a:ext cx="119" cy="198"/>
            </a:xfrm>
            <a:prstGeom prst="rect">
              <a:avLst/>
            </a:prstGeom>
            <a:noFill/>
            <a:ln>
              <a:noFill/>
            </a:ln>
            <a:extLst/>
          </p:spPr>
          <p:txBody>
            <a:bodyPr lIns="0" tIns="0" rIns="0" bIns="0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just" fontAlgn="auto">
                <a:lnSpc>
                  <a:spcPct val="7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b="1" kern="0">
                  <a:solidFill>
                    <a:srgbClr val="0000FF"/>
                  </a:solidFill>
                  <a:latin typeface="Times New Roman" pitchFamily="18" charset="0"/>
                  <a:cs typeface="+mn-cs"/>
                </a:rPr>
                <a:t>3</a:t>
              </a:r>
            </a:p>
          </p:txBody>
        </p:sp>
        <p:sp>
          <p:nvSpPr>
            <p:cNvPr id="48" name="Text Box 11"/>
            <p:cNvSpPr txBox="1">
              <a:spLocks noChangeArrowheads="1"/>
            </p:cNvSpPr>
            <p:nvPr/>
          </p:nvSpPr>
          <p:spPr bwMode="auto">
            <a:xfrm>
              <a:off x="3292" y="4082"/>
              <a:ext cx="121" cy="198"/>
            </a:xfrm>
            <a:prstGeom prst="rect">
              <a:avLst/>
            </a:prstGeom>
            <a:noFill/>
            <a:ln>
              <a:noFill/>
            </a:ln>
            <a:extLst/>
          </p:spPr>
          <p:txBody>
            <a:bodyPr lIns="0" tIns="0" rIns="0" bIns="0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just" fontAlgn="auto">
                <a:lnSpc>
                  <a:spcPct val="7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b="1" kern="0">
                  <a:solidFill>
                    <a:srgbClr val="0000FF"/>
                  </a:solidFill>
                  <a:latin typeface="Times New Roman" pitchFamily="18" charset="0"/>
                  <a:cs typeface="+mn-cs"/>
                </a:rPr>
                <a:t>4</a:t>
              </a:r>
            </a:p>
          </p:txBody>
        </p:sp>
        <p:sp>
          <p:nvSpPr>
            <p:cNvPr id="49" name="Text Box 12"/>
            <p:cNvSpPr txBox="1">
              <a:spLocks noChangeArrowheads="1"/>
            </p:cNvSpPr>
            <p:nvPr/>
          </p:nvSpPr>
          <p:spPr bwMode="auto">
            <a:xfrm>
              <a:off x="3643" y="4084"/>
              <a:ext cx="119" cy="198"/>
            </a:xfrm>
            <a:prstGeom prst="rect">
              <a:avLst/>
            </a:prstGeom>
            <a:noFill/>
            <a:ln>
              <a:noFill/>
            </a:ln>
            <a:extLst/>
          </p:spPr>
          <p:txBody>
            <a:bodyPr lIns="0" tIns="0" rIns="0" bIns="0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just" fontAlgn="auto">
                <a:lnSpc>
                  <a:spcPct val="7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b="1" kern="0">
                  <a:solidFill>
                    <a:srgbClr val="0000FF"/>
                  </a:solidFill>
                  <a:latin typeface="Times New Roman" pitchFamily="18" charset="0"/>
                  <a:cs typeface="+mn-cs"/>
                </a:rPr>
                <a:t>3</a:t>
              </a:r>
            </a:p>
          </p:txBody>
        </p:sp>
        <p:sp>
          <p:nvSpPr>
            <p:cNvPr id="50" name="Text Box 13"/>
            <p:cNvSpPr txBox="1">
              <a:spLocks noChangeArrowheads="1"/>
            </p:cNvSpPr>
            <p:nvPr/>
          </p:nvSpPr>
          <p:spPr bwMode="auto">
            <a:xfrm>
              <a:off x="4003" y="4079"/>
              <a:ext cx="121" cy="197"/>
            </a:xfrm>
            <a:prstGeom prst="rect">
              <a:avLst/>
            </a:prstGeom>
            <a:noFill/>
            <a:ln>
              <a:noFill/>
            </a:ln>
            <a:extLst/>
          </p:spPr>
          <p:txBody>
            <a:bodyPr lIns="0" tIns="0" rIns="0" bIns="0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just" fontAlgn="auto">
                <a:lnSpc>
                  <a:spcPct val="7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b="1" kern="0">
                  <a:solidFill>
                    <a:srgbClr val="0000FF"/>
                  </a:solidFill>
                  <a:latin typeface="Times New Roman" pitchFamily="18" charset="0"/>
                  <a:cs typeface="+mn-cs"/>
                </a:rPr>
                <a:t>4</a:t>
              </a:r>
            </a:p>
          </p:txBody>
        </p:sp>
        <p:sp>
          <p:nvSpPr>
            <p:cNvPr id="51" name="Text Box 14"/>
            <p:cNvSpPr txBox="1">
              <a:spLocks noChangeArrowheads="1"/>
            </p:cNvSpPr>
            <p:nvPr/>
          </p:nvSpPr>
          <p:spPr bwMode="auto">
            <a:xfrm>
              <a:off x="4344" y="4080"/>
              <a:ext cx="119" cy="198"/>
            </a:xfrm>
            <a:prstGeom prst="rect">
              <a:avLst/>
            </a:prstGeom>
            <a:noFill/>
            <a:ln>
              <a:noFill/>
            </a:ln>
            <a:extLst/>
          </p:spPr>
          <p:txBody>
            <a:bodyPr lIns="0" tIns="0" rIns="0" bIns="0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just" fontAlgn="auto">
                <a:lnSpc>
                  <a:spcPct val="7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b="1" kern="0">
                  <a:solidFill>
                    <a:srgbClr val="0000FF"/>
                  </a:solidFill>
                  <a:latin typeface="Times New Roman" pitchFamily="18" charset="0"/>
                  <a:cs typeface="+mn-cs"/>
                </a:rPr>
                <a:t>1</a:t>
              </a:r>
            </a:p>
          </p:txBody>
        </p:sp>
        <p:sp>
          <p:nvSpPr>
            <p:cNvPr id="52" name="Text Box 15"/>
            <p:cNvSpPr txBox="1">
              <a:spLocks noChangeArrowheads="1"/>
            </p:cNvSpPr>
            <p:nvPr/>
          </p:nvSpPr>
          <p:spPr bwMode="auto">
            <a:xfrm>
              <a:off x="4653" y="4079"/>
              <a:ext cx="121" cy="198"/>
            </a:xfrm>
            <a:prstGeom prst="rect">
              <a:avLst/>
            </a:prstGeom>
            <a:noFill/>
            <a:ln>
              <a:noFill/>
            </a:ln>
            <a:extLst/>
          </p:spPr>
          <p:txBody>
            <a:bodyPr lIns="0" tIns="0" rIns="0" bIns="0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just" fontAlgn="auto">
                <a:lnSpc>
                  <a:spcPct val="7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b="1" kern="0">
                  <a:solidFill>
                    <a:srgbClr val="0000FF"/>
                  </a:solidFill>
                  <a:latin typeface="Times New Roman" pitchFamily="18" charset="0"/>
                  <a:cs typeface="+mn-cs"/>
                </a:rPr>
                <a:t>3</a:t>
              </a:r>
            </a:p>
          </p:txBody>
        </p:sp>
        <p:sp>
          <p:nvSpPr>
            <p:cNvPr id="53" name="Text Box 16"/>
            <p:cNvSpPr txBox="1">
              <a:spLocks noChangeArrowheads="1"/>
            </p:cNvSpPr>
            <p:nvPr/>
          </p:nvSpPr>
          <p:spPr bwMode="auto">
            <a:xfrm>
              <a:off x="5002" y="4081"/>
              <a:ext cx="121" cy="198"/>
            </a:xfrm>
            <a:prstGeom prst="rect">
              <a:avLst/>
            </a:prstGeom>
            <a:noFill/>
            <a:ln>
              <a:noFill/>
            </a:ln>
            <a:extLst/>
          </p:spPr>
          <p:txBody>
            <a:bodyPr lIns="0" tIns="0" rIns="0" bIns="0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just" fontAlgn="auto">
                <a:lnSpc>
                  <a:spcPct val="7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b="1" kern="0">
                  <a:solidFill>
                    <a:srgbClr val="0000FF"/>
                  </a:solidFill>
                  <a:latin typeface="Times New Roman" pitchFamily="18" charset="0"/>
                  <a:cs typeface="+mn-cs"/>
                </a:rPr>
                <a:t>1</a:t>
              </a:r>
            </a:p>
          </p:txBody>
        </p:sp>
        <p:sp>
          <p:nvSpPr>
            <p:cNvPr id="54" name="Text Box 17"/>
            <p:cNvSpPr txBox="1">
              <a:spLocks noChangeArrowheads="1"/>
            </p:cNvSpPr>
            <p:nvPr/>
          </p:nvSpPr>
          <p:spPr bwMode="auto">
            <a:xfrm>
              <a:off x="5332" y="4080"/>
              <a:ext cx="121" cy="198"/>
            </a:xfrm>
            <a:prstGeom prst="rect">
              <a:avLst/>
            </a:prstGeom>
            <a:noFill/>
            <a:ln>
              <a:noFill/>
            </a:ln>
            <a:extLst/>
          </p:spPr>
          <p:txBody>
            <a:bodyPr lIns="0" tIns="0" rIns="0" bIns="0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just" fontAlgn="auto">
                <a:lnSpc>
                  <a:spcPct val="7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b="1" kern="0">
                  <a:solidFill>
                    <a:srgbClr val="0000FF"/>
                  </a:solidFill>
                  <a:latin typeface="Times New Roman" pitchFamily="18" charset="0"/>
                  <a:cs typeface="+mn-cs"/>
                </a:rPr>
                <a:t>4</a:t>
              </a:r>
            </a:p>
          </p:txBody>
        </p:sp>
        <p:sp>
          <p:nvSpPr>
            <p:cNvPr id="55" name="Text Box 18"/>
            <p:cNvSpPr txBox="1">
              <a:spLocks noChangeArrowheads="1"/>
            </p:cNvSpPr>
            <p:nvPr/>
          </p:nvSpPr>
          <p:spPr bwMode="auto">
            <a:xfrm>
              <a:off x="5663" y="4082"/>
              <a:ext cx="121" cy="198"/>
            </a:xfrm>
            <a:prstGeom prst="rect">
              <a:avLst/>
            </a:prstGeom>
            <a:noFill/>
            <a:ln>
              <a:noFill/>
            </a:ln>
            <a:extLst/>
          </p:spPr>
          <p:txBody>
            <a:bodyPr lIns="0" tIns="0" rIns="0" bIns="0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just" fontAlgn="auto">
                <a:lnSpc>
                  <a:spcPct val="7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b="1" kern="0">
                  <a:solidFill>
                    <a:srgbClr val="0000FF"/>
                  </a:solidFill>
                  <a:latin typeface="Times New Roman" pitchFamily="18" charset="0"/>
                  <a:cs typeface="+mn-cs"/>
                </a:rPr>
                <a:t>2</a:t>
              </a:r>
            </a:p>
          </p:txBody>
        </p:sp>
        <p:sp>
          <p:nvSpPr>
            <p:cNvPr id="56" name="Text Box 19"/>
            <p:cNvSpPr txBox="1">
              <a:spLocks noChangeArrowheads="1"/>
            </p:cNvSpPr>
            <p:nvPr/>
          </p:nvSpPr>
          <p:spPr bwMode="auto">
            <a:xfrm>
              <a:off x="5973" y="4081"/>
              <a:ext cx="119" cy="198"/>
            </a:xfrm>
            <a:prstGeom prst="rect">
              <a:avLst/>
            </a:prstGeom>
            <a:noFill/>
            <a:ln>
              <a:noFill/>
            </a:ln>
            <a:extLst/>
          </p:spPr>
          <p:txBody>
            <a:bodyPr lIns="0" tIns="0" rIns="0" bIns="0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just" fontAlgn="auto">
                <a:lnSpc>
                  <a:spcPct val="7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b="1" kern="0">
                  <a:solidFill>
                    <a:srgbClr val="0000FF"/>
                  </a:solidFill>
                  <a:latin typeface="Times New Roman" pitchFamily="18" charset="0"/>
                  <a:cs typeface="+mn-cs"/>
                </a:rPr>
                <a:t>4</a:t>
              </a:r>
            </a:p>
          </p:txBody>
        </p:sp>
        <p:sp>
          <p:nvSpPr>
            <p:cNvPr id="57" name="Text Box 20"/>
            <p:cNvSpPr txBox="1">
              <a:spLocks noChangeArrowheads="1"/>
            </p:cNvSpPr>
            <p:nvPr/>
          </p:nvSpPr>
          <p:spPr bwMode="auto">
            <a:xfrm>
              <a:off x="6323" y="4083"/>
              <a:ext cx="121" cy="198"/>
            </a:xfrm>
            <a:prstGeom prst="rect">
              <a:avLst/>
            </a:prstGeom>
            <a:noFill/>
            <a:ln>
              <a:noFill/>
            </a:ln>
            <a:extLst/>
          </p:spPr>
          <p:txBody>
            <a:bodyPr lIns="0" tIns="0" rIns="0" bIns="0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just" fontAlgn="auto">
                <a:lnSpc>
                  <a:spcPct val="7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b="1" kern="0">
                  <a:solidFill>
                    <a:srgbClr val="0000FF"/>
                  </a:solidFill>
                  <a:latin typeface="Times New Roman" pitchFamily="18" charset="0"/>
                  <a:cs typeface="+mn-cs"/>
                </a:rPr>
                <a:t>1</a:t>
              </a:r>
            </a:p>
          </p:txBody>
        </p:sp>
        <p:sp>
          <p:nvSpPr>
            <p:cNvPr id="58" name="Text Box 21"/>
            <p:cNvSpPr txBox="1">
              <a:spLocks noChangeArrowheads="1"/>
            </p:cNvSpPr>
            <p:nvPr/>
          </p:nvSpPr>
          <p:spPr bwMode="auto">
            <a:xfrm>
              <a:off x="6624" y="4089"/>
              <a:ext cx="119" cy="198"/>
            </a:xfrm>
            <a:prstGeom prst="rect">
              <a:avLst/>
            </a:prstGeom>
            <a:noFill/>
            <a:ln>
              <a:noFill/>
            </a:ln>
            <a:extLst/>
          </p:spPr>
          <p:txBody>
            <a:bodyPr lIns="0" tIns="0" rIns="0" bIns="0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just" fontAlgn="auto">
                <a:lnSpc>
                  <a:spcPct val="7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b="1" kern="0">
                  <a:solidFill>
                    <a:srgbClr val="0000FF"/>
                  </a:solidFill>
                  <a:latin typeface="Times New Roman" pitchFamily="18" charset="0"/>
                  <a:cs typeface="+mn-cs"/>
                </a:rPr>
                <a:t>2</a:t>
              </a:r>
            </a:p>
          </p:txBody>
        </p:sp>
        <p:sp>
          <p:nvSpPr>
            <p:cNvPr id="59" name="Text Box 22"/>
            <p:cNvSpPr txBox="1">
              <a:spLocks noChangeArrowheads="1"/>
            </p:cNvSpPr>
            <p:nvPr/>
          </p:nvSpPr>
          <p:spPr bwMode="auto">
            <a:xfrm>
              <a:off x="6983" y="4091"/>
              <a:ext cx="121" cy="198"/>
            </a:xfrm>
            <a:prstGeom prst="rect">
              <a:avLst/>
            </a:prstGeom>
            <a:noFill/>
            <a:ln>
              <a:noFill/>
            </a:ln>
            <a:extLst/>
          </p:spPr>
          <p:txBody>
            <a:bodyPr lIns="0" tIns="0" rIns="0" bIns="0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just" fontAlgn="auto">
                <a:lnSpc>
                  <a:spcPct val="7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b="1" kern="0">
                  <a:solidFill>
                    <a:srgbClr val="0000FF"/>
                  </a:solidFill>
                  <a:latin typeface="Times New Roman" pitchFamily="18" charset="0"/>
                  <a:cs typeface="+mn-cs"/>
                </a:rPr>
                <a:t>1</a:t>
              </a:r>
            </a:p>
          </p:txBody>
        </p:sp>
        <p:sp>
          <p:nvSpPr>
            <p:cNvPr id="60" name="Text Box 23"/>
            <p:cNvSpPr txBox="1">
              <a:spLocks noChangeArrowheads="1"/>
            </p:cNvSpPr>
            <p:nvPr/>
          </p:nvSpPr>
          <p:spPr bwMode="auto">
            <a:xfrm>
              <a:off x="7293" y="4090"/>
              <a:ext cx="119" cy="198"/>
            </a:xfrm>
            <a:prstGeom prst="rect">
              <a:avLst/>
            </a:prstGeom>
            <a:noFill/>
            <a:ln>
              <a:noFill/>
            </a:ln>
            <a:extLst/>
          </p:spPr>
          <p:txBody>
            <a:bodyPr lIns="0" tIns="0" rIns="0" bIns="0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just" fontAlgn="auto">
                <a:lnSpc>
                  <a:spcPct val="7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b="1" kern="0">
                  <a:solidFill>
                    <a:srgbClr val="0000FF"/>
                  </a:solidFill>
                  <a:latin typeface="Times New Roman" pitchFamily="18" charset="0"/>
                  <a:cs typeface="+mn-cs"/>
                </a:rPr>
                <a:t>2</a:t>
              </a:r>
            </a:p>
          </p:txBody>
        </p:sp>
        <p:sp>
          <p:nvSpPr>
            <p:cNvPr id="61" name="Text Box 24"/>
            <p:cNvSpPr txBox="1">
              <a:spLocks noChangeArrowheads="1"/>
            </p:cNvSpPr>
            <p:nvPr/>
          </p:nvSpPr>
          <p:spPr bwMode="auto">
            <a:xfrm>
              <a:off x="7633" y="4092"/>
              <a:ext cx="119" cy="198"/>
            </a:xfrm>
            <a:prstGeom prst="rect">
              <a:avLst/>
            </a:prstGeom>
            <a:noFill/>
            <a:ln>
              <a:noFill/>
            </a:ln>
            <a:extLst/>
          </p:spPr>
          <p:txBody>
            <a:bodyPr lIns="0" tIns="0" rIns="0" bIns="0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just" fontAlgn="auto">
                <a:lnSpc>
                  <a:spcPct val="7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b="1" kern="0">
                  <a:solidFill>
                    <a:srgbClr val="0000FF"/>
                  </a:solidFill>
                  <a:latin typeface="Times New Roman" pitchFamily="18" charset="0"/>
                  <a:cs typeface="+mn-cs"/>
                </a:rPr>
                <a:t>3</a:t>
              </a:r>
            </a:p>
          </p:txBody>
        </p:sp>
        <p:sp>
          <p:nvSpPr>
            <p:cNvPr id="62" name="Text Box 25"/>
            <p:cNvSpPr txBox="1">
              <a:spLocks noChangeArrowheads="1"/>
            </p:cNvSpPr>
            <p:nvPr/>
          </p:nvSpPr>
          <p:spPr bwMode="auto">
            <a:xfrm>
              <a:off x="7963" y="4091"/>
              <a:ext cx="119" cy="198"/>
            </a:xfrm>
            <a:prstGeom prst="rect">
              <a:avLst/>
            </a:prstGeom>
            <a:noFill/>
            <a:ln>
              <a:noFill/>
            </a:ln>
            <a:extLst/>
          </p:spPr>
          <p:txBody>
            <a:bodyPr lIns="0" tIns="0" rIns="0" bIns="0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just" fontAlgn="auto">
                <a:lnSpc>
                  <a:spcPct val="7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b="1" kern="0">
                  <a:solidFill>
                    <a:srgbClr val="0000FF"/>
                  </a:solidFill>
                  <a:latin typeface="Times New Roman" pitchFamily="18" charset="0"/>
                  <a:cs typeface="+mn-cs"/>
                </a:rPr>
                <a:t>3</a:t>
              </a:r>
            </a:p>
          </p:txBody>
        </p:sp>
        <p:sp>
          <p:nvSpPr>
            <p:cNvPr id="63" name="Text Box 26"/>
            <p:cNvSpPr txBox="1">
              <a:spLocks noChangeArrowheads="1"/>
            </p:cNvSpPr>
            <p:nvPr/>
          </p:nvSpPr>
          <p:spPr bwMode="auto">
            <a:xfrm>
              <a:off x="8313" y="4083"/>
              <a:ext cx="121" cy="198"/>
            </a:xfrm>
            <a:prstGeom prst="rect">
              <a:avLst/>
            </a:prstGeom>
            <a:noFill/>
            <a:ln>
              <a:noFill/>
            </a:ln>
            <a:extLst/>
          </p:spPr>
          <p:txBody>
            <a:bodyPr lIns="0" tIns="0" rIns="0" bIns="0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just" fontAlgn="auto">
                <a:lnSpc>
                  <a:spcPct val="7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b="1" kern="0">
                  <a:solidFill>
                    <a:srgbClr val="0000FF"/>
                  </a:solidFill>
                  <a:latin typeface="Times New Roman" pitchFamily="18" charset="0"/>
                  <a:cs typeface="+mn-cs"/>
                </a:rPr>
                <a:t>1</a:t>
              </a:r>
            </a:p>
          </p:txBody>
        </p:sp>
        <p:sp>
          <p:nvSpPr>
            <p:cNvPr id="64" name="Text Box 27"/>
            <p:cNvSpPr txBox="1">
              <a:spLocks noChangeArrowheads="1"/>
            </p:cNvSpPr>
            <p:nvPr/>
          </p:nvSpPr>
          <p:spPr bwMode="auto">
            <a:xfrm>
              <a:off x="8614" y="4092"/>
              <a:ext cx="119" cy="198"/>
            </a:xfrm>
            <a:prstGeom prst="rect">
              <a:avLst/>
            </a:prstGeom>
            <a:noFill/>
            <a:ln>
              <a:noFill/>
            </a:ln>
            <a:extLst/>
          </p:spPr>
          <p:txBody>
            <a:bodyPr lIns="0" tIns="0" rIns="0" bIns="0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just" fontAlgn="auto">
                <a:lnSpc>
                  <a:spcPct val="7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b="1" kern="0">
                  <a:solidFill>
                    <a:srgbClr val="0000FF"/>
                  </a:solidFill>
                  <a:latin typeface="Times New Roman" pitchFamily="18" charset="0"/>
                  <a:cs typeface="+mn-cs"/>
                </a:rPr>
                <a:t>2</a:t>
              </a:r>
            </a:p>
          </p:txBody>
        </p:sp>
        <p:sp>
          <p:nvSpPr>
            <p:cNvPr id="65" name="Text Box 28"/>
            <p:cNvSpPr txBox="1">
              <a:spLocks noChangeArrowheads="1"/>
            </p:cNvSpPr>
            <p:nvPr/>
          </p:nvSpPr>
          <p:spPr bwMode="auto">
            <a:xfrm>
              <a:off x="8973" y="4094"/>
              <a:ext cx="121" cy="198"/>
            </a:xfrm>
            <a:prstGeom prst="rect">
              <a:avLst/>
            </a:prstGeom>
            <a:noFill/>
            <a:ln>
              <a:noFill/>
            </a:ln>
            <a:extLst/>
          </p:spPr>
          <p:txBody>
            <a:bodyPr lIns="0" tIns="0" rIns="0" bIns="0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just" fontAlgn="auto">
                <a:lnSpc>
                  <a:spcPct val="7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b="1" kern="0">
                  <a:solidFill>
                    <a:srgbClr val="0000FF"/>
                  </a:solidFill>
                  <a:latin typeface="Times New Roman" pitchFamily="18" charset="0"/>
                  <a:cs typeface="+mn-cs"/>
                </a:rPr>
                <a:t>1</a:t>
              </a:r>
            </a:p>
          </p:txBody>
        </p:sp>
        <p:sp>
          <p:nvSpPr>
            <p:cNvPr id="66" name="Text Box 29"/>
            <p:cNvSpPr txBox="1">
              <a:spLocks noChangeArrowheads="1"/>
            </p:cNvSpPr>
            <p:nvPr/>
          </p:nvSpPr>
          <p:spPr bwMode="auto">
            <a:xfrm>
              <a:off x="2691" y="3328"/>
              <a:ext cx="171" cy="189"/>
            </a:xfrm>
            <a:prstGeom prst="rect">
              <a:avLst/>
            </a:prstGeom>
            <a:noFill/>
            <a:ln>
              <a:noFill/>
            </a:ln>
            <a:extLst/>
          </p:spPr>
          <p:txBody>
            <a:bodyPr lIns="0" tIns="0" rIns="0" bIns="0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just" fontAlgn="auto">
                <a:lnSpc>
                  <a:spcPct val="7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b="1" kern="0">
                  <a:solidFill>
                    <a:srgbClr val="0000FF"/>
                  </a:solidFill>
                  <a:latin typeface="Times New Roman" pitchFamily="18" charset="0"/>
                  <a:cs typeface="+mn-cs"/>
                </a:rPr>
                <a:t>3</a:t>
              </a:r>
            </a:p>
          </p:txBody>
        </p:sp>
        <p:sp>
          <p:nvSpPr>
            <p:cNvPr id="67" name="Text Box 31"/>
            <p:cNvSpPr txBox="1">
              <a:spLocks noChangeArrowheads="1"/>
            </p:cNvSpPr>
            <p:nvPr/>
          </p:nvSpPr>
          <p:spPr bwMode="auto">
            <a:xfrm>
              <a:off x="4721" y="3288"/>
              <a:ext cx="171" cy="189"/>
            </a:xfrm>
            <a:prstGeom prst="rect">
              <a:avLst/>
            </a:prstGeom>
            <a:noFill/>
            <a:ln>
              <a:noFill/>
            </a:ln>
            <a:extLst/>
          </p:spPr>
          <p:txBody>
            <a:bodyPr lIns="0" tIns="0" rIns="0" bIns="0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just" fontAlgn="auto">
                <a:lnSpc>
                  <a:spcPct val="7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b="1" kern="0">
                  <a:solidFill>
                    <a:srgbClr val="0000FF"/>
                  </a:solidFill>
                  <a:latin typeface="Times New Roman" pitchFamily="18" charset="0"/>
                  <a:cs typeface="+mn-cs"/>
                </a:rPr>
                <a:t>1</a:t>
              </a:r>
            </a:p>
          </p:txBody>
        </p:sp>
        <p:sp>
          <p:nvSpPr>
            <p:cNvPr id="68" name="Text Box 32"/>
            <p:cNvSpPr txBox="1">
              <a:spLocks noChangeArrowheads="1"/>
            </p:cNvSpPr>
            <p:nvPr/>
          </p:nvSpPr>
          <p:spPr bwMode="auto">
            <a:xfrm>
              <a:off x="5141" y="3287"/>
              <a:ext cx="171" cy="189"/>
            </a:xfrm>
            <a:prstGeom prst="rect">
              <a:avLst/>
            </a:prstGeom>
            <a:noFill/>
            <a:ln>
              <a:noFill/>
            </a:ln>
            <a:extLst/>
          </p:spPr>
          <p:txBody>
            <a:bodyPr lIns="0" tIns="0" rIns="0" bIns="0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just" fontAlgn="auto">
                <a:lnSpc>
                  <a:spcPct val="7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b="1" kern="0">
                  <a:solidFill>
                    <a:srgbClr val="0000FF"/>
                  </a:solidFill>
                  <a:latin typeface="Times New Roman" pitchFamily="18" charset="0"/>
                  <a:cs typeface="+mn-cs"/>
                </a:rPr>
                <a:t>3</a:t>
              </a:r>
            </a:p>
          </p:txBody>
        </p:sp>
        <p:sp>
          <p:nvSpPr>
            <p:cNvPr id="69" name="Text Box 33"/>
            <p:cNvSpPr txBox="1">
              <a:spLocks noChangeArrowheads="1"/>
            </p:cNvSpPr>
            <p:nvPr/>
          </p:nvSpPr>
          <p:spPr bwMode="auto">
            <a:xfrm>
              <a:off x="7991" y="3277"/>
              <a:ext cx="171" cy="189"/>
            </a:xfrm>
            <a:prstGeom prst="rect">
              <a:avLst/>
            </a:prstGeom>
            <a:noFill/>
            <a:ln>
              <a:noFill/>
            </a:ln>
            <a:extLst/>
          </p:spPr>
          <p:txBody>
            <a:bodyPr lIns="0" tIns="0" rIns="0" bIns="0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just" fontAlgn="auto">
                <a:lnSpc>
                  <a:spcPct val="7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b="1" kern="0">
                  <a:solidFill>
                    <a:srgbClr val="0000FF"/>
                  </a:solidFill>
                  <a:latin typeface="Times New Roman" pitchFamily="18" charset="0"/>
                  <a:cs typeface="+mn-cs"/>
                </a:rPr>
                <a:t>1</a:t>
              </a:r>
            </a:p>
          </p:txBody>
        </p:sp>
        <p:sp>
          <p:nvSpPr>
            <p:cNvPr id="70" name="Text Box 34"/>
            <p:cNvSpPr txBox="1">
              <a:spLocks noChangeArrowheads="1"/>
            </p:cNvSpPr>
            <p:nvPr/>
          </p:nvSpPr>
          <p:spPr bwMode="auto">
            <a:xfrm>
              <a:off x="8411" y="3276"/>
              <a:ext cx="169" cy="189"/>
            </a:xfrm>
            <a:prstGeom prst="rect">
              <a:avLst/>
            </a:prstGeom>
            <a:noFill/>
            <a:ln>
              <a:noFill/>
            </a:ln>
            <a:extLst/>
          </p:spPr>
          <p:txBody>
            <a:bodyPr lIns="0" tIns="0" rIns="0" bIns="0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just" fontAlgn="auto">
                <a:lnSpc>
                  <a:spcPct val="7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b="1" kern="0">
                  <a:solidFill>
                    <a:srgbClr val="0000FF"/>
                  </a:solidFill>
                  <a:latin typeface="Times New Roman" pitchFamily="18" charset="0"/>
                  <a:cs typeface="+mn-cs"/>
                </a:rPr>
                <a:t>3</a:t>
              </a:r>
            </a:p>
          </p:txBody>
        </p:sp>
        <p:sp>
          <p:nvSpPr>
            <p:cNvPr id="71" name="Text Box 35"/>
            <p:cNvSpPr txBox="1">
              <a:spLocks noChangeArrowheads="1"/>
            </p:cNvSpPr>
            <p:nvPr/>
          </p:nvSpPr>
          <p:spPr bwMode="auto">
            <a:xfrm>
              <a:off x="8691" y="3287"/>
              <a:ext cx="169" cy="189"/>
            </a:xfrm>
            <a:prstGeom prst="rect">
              <a:avLst/>
            </a:prstGeom>
            <a:noFill/>
            <a:ln>
              <a:noFill/>
            </a:ln>
            <a:extLst/>
          </p:spPr>
          <p:txBody>
            <a:bodyPr lIns="0" tIns="0" rIns="0" bIns="0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just" fontAlgn="auto">
                <a:lnSpc>
                  <a:spcPct val="7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b="1" kern="0">
                  <a:solidFill>
                    <a:srgbClr val="0000FF"/>
                  </a:solidFill>
                  <a:latin typeface="Times New Roman" pitchFamily="18" charset="0"/>
                  <a:cs typeface="+mn-cs"/>
                </a:rPr>
                <a:t>1</a:t>
              </a:r>
            </a:p>
          </p:txBody>
        </p:sp>
        <p:sp>
          <p:nvSpPr>
            <p:cNvPr id="72" name="Text Box 36"/>
            <p:cNvSpPr txBox="1">
              <a:spLocks noChangeArrowheads="1"/>
            </p:cNvSpPr>
            <p:nvPr/>
          </p:nvSpPr>
          <p:spPr bwMode="auto">
            <a:xfrm>
              <a:off x="9100" y="3286"/>
              <a:ext cx="171" cy="189"/>
            </a:xfrm>
            <a:prstGeom prst="rect">
              <a:avLst/>
            </a:prstGeom>
            <a:noFill/>
            <a:ln>
              <a:noFill/>
            </a:ln>
            <a:extLst/>
          </p:spPr>
          <p:txBody>
            <a:bodyPr lIns="0" tIns="0" rIns="0" bIns="0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just" fontAlgn="auto">
                <a:lnSpc>
                  <a:spcPct val="7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b="1" kern="0">
                  <a:solidFill>
                    <a:srgbClr val="0000FF"/>
                  </a:solidFill>
                  <a:latin typeface="Times New Roman" pitchFamily="18" charset="0"/>
                  <a:cs typeface="+mn-cs"/>
                </a:rPr>
                <a:t>2</a:t>
              </a:r>
            </a:p>
          </p:txBody>
        </p:sp>
        <p:sp>
          <p:nvSpPr>
            <p:cNvPr id="73" name="Text Box 37"/>
            <p:cNvSpPr txBox="1">
              <a:spLocks noChangeArrowheads="1"/>
            </p:cNvSpPr>
            <p:nvPr/>
          </p:nvSpPr>
          <p:spPr bwMode="auto">
            <a:xfrm>
              <a:off x="7352" y="3279"/>
              <a:ext cx="169" cy="189"/>
            </a:xfrm>
            <a:prstGeom prst="rect">
              <a:avLst/>
            </a:prstGeom>
            <a:noFill/>
            <a:ln>
              <a:noFill/>
            </a:ln>
            <a:extLst/>
          </p:spPr>
          <p:txBody>
            <a:bodyPr lIns="0" tIns="0" rIns="0" bIns="0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just" fontAlgn="auto">
                <a:lnSpc>
                  <a:spcPct val="7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b="1" kern="0">
                  <a:solidFill>
                    <a:srgbClr val="0000FF"/>
                  </a:solidFill>
                  <a:latin typeface="Times New Roman" pitchFamily="18" charset="0"/>
                  <a:cs typeface="+mn-cs"/>
                </a:rPr>
                <a:t>3</a:t>
              </a:r>
            </a:p>
          </p:txBody>
        </p:sp>
        <p:sp>
          <p:nvSpPr>
            <p:cNvPr id="74" name="Text Box 38"/>
            <p:cNvSpPr txBox="1">
              <a:spLocks noChangeArrowheads="1"/>
            </p:cNvSpPr>
            <p:nvPr/>
          </p:nvSpPr>
          <p:spPr bwMode="auto">
            <a:xfrm>
              <a:off x="7770" y="3278"/>
              <a:ext cx="171" cy="189"/>
            </a:xfrm>
            <a:prstGeom prst="rect">
              <a:avLst/>
            </a:prstGeom>
            <a:noFill/>
            <a:ln>
              <a:noFill/>
            </a:ln>
            <a:extLst/>
          </p:spPr>
          <p:txBody>
            <a:bodyPr lIns="0" tIns="0" rIns="0" bIns="0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just" fontAlgn="auto">
                <a:lnSpc>
                  <a:spcPct val="7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b="1" kern="0">
                  <a:solidFill>
                    <a:srgbClr val="0000FF"/>
                  </a:solidFill>
                  <a:latin typeface="Times New Roman" pitchFamily="18" charset="0"/>
                  <a:cs typeface="+mn-cs"/>
                </a:rPr>
                <a:t>2</a:t>
              </a:r>
            </a:p>
          </p:txBody>
        </p:sp>
        <p:sp>
          <p:nvSpPr>
            <p:cNvPr id="75" name="Text Box 39"/>
            <p:cNvSpPr txBox="1">
              <a:spLocks noChangeArrowheads="1"/>
            </p:cNvSpPr>
            <p:nvPr/>
          </p:nvSpPr>
          <p:spPr bwMode="auto">
            <a:xfrm>
              <a:off x="6692" y="3288"/>
              <a:ext cx="169" cy="189"/>
            </a:xfrm>
            <a:prstGeom prst="rect">
              <a:avLst/>
            </a:prstGeom>
            <a:noFill/>
            <a:ln>
              <a:noFill/>
            </a:ln>
            <a:extLst/>
          </p:spPr>
          <p:txBody>
            <a:bodyPr lIns="0" tIns="0" rIns="0" bIns="0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just" fontAlgn="auto">
                <a:lnSpc>
                  <a:spcPct val="7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b="1" kern="0">
                  <a:solidFill>
                    <a:srgbClr val="0000FF"/>
                  </a:solidFill>
                  <a:latin typeface="Times New Roman" pitchFamily="18" charset="0"/>
                  <a:cs typeface="+mn-cs"/>
                </a:rPr>
                <a:t>1</a:t>
              </a:r>
            </a:p>
          </p:txBody>
        </p:sp>
        <p:sp>
          <p:nvSpPr>
            <p:cNvPr id="76" name="Text Box 40"/>
            <p:cNvSpPr txBox="1">
              <a:spLocks noChangeArrowheads="1"/>
            </p:cNvSpPr>
            <p:nvPr/>
          </p:nvSpPr>
          <p:spPr bwMode="auto">
            <a:xfrm>
              <a:off x="7091" y="3287"/>
              <a:ext cx="171" cy="189"/>
            </a:xfrm>
            <a:prstGeom prst="rect">
              <a:avLst/>
            </a:prstGeom>
            <a:noFill/>
            <a:ln>
              <a:noFill/>
            </a:ln>
            <a:extLst/>
          </p:spPr>
          <p:txBody>
            <a:bodyPr lIns="0" tIns="0" rIns="0" bIns="0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just" fontAlgn="auto">
                <a:lnSpc>
                  <a:spcPct val="7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b="1" kern="0">
                  <a:solidFill>
                    <a:srgbClr val="0000FF"/>
                  </a:solidFill>
                  <a:latin typeface="Times New Roman" pitchFamily="18" charset="0"/>
                  <a:cs typeface="+mn-cs"/>
                </a:rPr>
                <a:t>2</a:t>
              </a:r>
            </a:p>
          </p:txBody>
        </p:sp>
        <p:sp>
          <p:nvSpPr>
            <p:cNvPr id="77" name="Text Box 41"/>
            <p:cNvSpPr txBox="1">
              <a:spLocks noChangeArrowheads="1"/>
            </p:cNvSpPr>
            <p:nvPr/>
          </p:nvSpPr>
          <p:spPr bwMode="auto">
            <a:xfrm>
              <a:off x="6011" y="3288"/>
              <a:ext cx="171" cy="189"/>
            </a:xfrm>
            <a:prstGeom prst="rect">
              <a:avLst/>
            </a:prstGeom>
            <a:noFill/>
            <a:ln>
              <a:noFill/>
            </a:ln>
            <a:extLst/>
          </p:spPr>
          <p:txBody>
            <a:bodyPr lIns="0" tIns="0" rIns="0" bIns="0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just" fontAlgn="auto">
                <a:lnSpc>
                  <a:spcPct val="7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b="1" kern="0">
                  <a:solidFill>
                    <a:srgbClr val="0000FF"/>
                  </a:solidFill>
                  <a:latin typeface="Times New Roman" pitchFamily="18" charset="0"/>
                  <a:cs typeface="+mn-cs"/>
                </a:rPr>
                <a:t>1</a:t>
              </a:r>
            </a:p>
          </p:txBody>
        </p:sp>
        <p:sp>
          <p:nvSpPr>
            <p:cNvPr id="78" name="Text Box 42"/>
            <p:cNvSpPr txBox="1">
              <a:spLocks noChangeArrowheads="1"/>
            </p:cNvSpPr>
            <p:nvPr/>
          </p:nvSpPr>
          <p:spPr bwMode="auto">
            <a:xfrm>
              <a:off x="6431" y="3287"/>
              <a:ext cx="171" cy="189"/>
            </a:xfrm>
            <a:prstGeom prst="rect">
              <a:avLst/>
            </a:prstGeom>
            <a:noFill/>
            <a:ln>
              <a:noFill/>
            </a:ln>
            <a:extLst/>
          </p:spPr>
          <p:txBody>
            <a:bodyPr lIns="0" tIns="0" rIns="0" bIns="0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just" fontAlgn="auto">
                <a:lnSpc>
                  <a:spcPct val="7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b="1" kern="0">
                  <a:solidFill>
                    <a:srgbClr val="0000FF"/>
                  </a:solidFill>
                  <a:latin typeface="Times New Roman" pitchFamily="18" charset="0"/>
                  <a:cs typeface="+mn-cs"/>
                </a:rPr>
                <a:t>4</a:t>
              </a:r>
            </a:p>
          </p:txBody>
        </p:sp>
        <p:sp>
          <p:nvSpPr>
            <p:cNvPr id="79" name="Text Box 43"/>
            <p:cNvSpPr txBox="1">
              <a:spLocks noChangeArrowheads="1"/>
            </p:cNvSpPr>
            <p:nvPr/>
          </p:nvSpPr>
          <p:spPr bwMode="auto">
            <a:xfrm>
              <a:off x="5351" y="3288"/>
              <a:ext cx="171" cy="189"/>
            </a:xfrm>
            <a:prstGeom prst="rect">
              <a:avLst/>
            </a:prstGeom>
            <a:noFill/>
            <a:ln>
              <a:noFill/>
            </a:ln>
            <a:extLst/>
          </p:spPr>
          <p:txBody>
            <a:bodyPr lIns="0" tIns="0" rIns="0" bIns="0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just" fontAlgn="auto">
                <a:lnSpc>
                  <a:spcPct val="7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b="1" kern="0">
                  <a:solidFill>
                    <a:srgbClr val="0000FF"/>
                  </a:solidFill>
                  <a:latin typeface="Times New Roman" pitchFamily="18" charset="0"/>
                  <a:cs typeface="+mn-cs"/>
                </a:rPr>
                <a:t>2</a:t>
              </a:r>
            </a:p>
          </p:txBody>
        </p:sp>
        <p:sp>
          <p:nvSpPr>
            <p:cNvPr id="80" name="Text Box 44"/>
            <p:cNvSpPr txBox="1">
              <a:spLocks noChangeArrowheads="1"/>
            </p:cNvSpPr>
            <p:nvPr/>
          </p:nvSpPr>
          <p:spPr bwMode="auto">
            <a:xfrm>
              <a:off x="5771" y="3287"/>
              <a:ext cx="171" cy="189"/>
            </a:xfrm>
            <a:prstGeom prst="rect">
              <a:avLst/>
            </a:prstGeom>
            <a:noFill/>
            <a:ln>
              <a:noFill/>
            </a:ln>
            <a:extLst/>
          </p:spPr>
          <p:txBody>
            <a:bodyPr lIns="0" tIns="0" rIns="0" bIns="0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just" fontAlgn="auto">
                <a:lnSpc>
                  <a:spcPct val="7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b="1" kern="0">
                  <a:solidFill>
                    <a:srgbClr val="0000FF"/>
                  </a:solidFill>
                  <a:latin typeface="Times New Roman" pitchFamily="18" charset="0"/>
                  <a:cs typeface="+mn-cs"/>
                </a:rPr>
                <a:t>4</a:t>
              </a:r>
            </a:p>
          </p:txBody>
        </p:sp>
        <p:sp>
          <p:nvSpPr>
            <p:cNvPr id="81" name="Text Box 45"/>
            <p:cNvSpPr txBox="1">
              <a:spLocks noChangeArrowheads="1"/>
            </p:cNvSpPr>
            <p:nvPr/>
          </p:nvSpPr>
          <p:spPr bwMode="auto">
            <a:xfrm>
              <a:off x="4061" y="3297"/>
              <a:ext cx="171" cy="189"/>
            </a:xfrm>
            <a:prstGeom prst="rect">
              <a:avLst/>
            </a:prstGeom>
            <a:noFill/>
            <a:ln>
              <a:noFill/>
            </a:ln>
            <a:extLst/>
          </p:spPr>
          <p:txBody>
            <a:bodyPr lIns="0" tIns="0" rIns="0" bIns="0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just" fontAlgn="auto">
                <a:lnSpc>
                  <a:spcPct val="7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b="1" kern="0">
                  <a:solidFill>
                    <a:srgbClr val="0000FF"/>
                  </a:solidFill>
                  <a:latin typeface="Times New Roman" pitchFamily="18" charset="0"/>
                  <a:cs typeface="+mn-cs"/>
                </a:rPr>
                <a:t>1</a:t>
              </a:r>
            </a:p>
          </p:txBody>
        </p:sp>
        <p:sp>
          <p:nvSpPr>
            <p:cNvPr id="82" name="Text Box 46"/>
            <p:cNvSpPr txBox="1">
              <a:spLocks noChangeArrowheads="1"/>
            </p:cNvSpPr>
            <p:nvPr/>
          </p:nvSpPr>
          <p:spPr bwMode="auto">
            <a:xfrm>
              <a:off x="4471" y="3296"/>
              <a:ext cx="169" cy="189"/>
            </a:xfrm>
            <a:prstGeom prst="rect">
              <a:avLst/>
            </a:prstGeom>
            <a:noFill/>
            <a:ln>
              <a:noFill/>
            </a:ln>
            <a:extLst/>
          </p:spPr>
          <p:txBody>
            <a:bodyPr lIns="0" tIns="0" rIns="0" bIns="0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just" fontAlgn="auto">
                <a:lnSpc>
                  <a:spcPct val="7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b="1" kern="0">
                  <a:solidFill>
                    <a:srgbClr val="0000FF"/>
                  </a:solidFill>
                  <a:latin typeface="Times New Roman" pitchFamily="18" charset="0"/>
                  <a:cs typeface="+mn-cs"/>
                </a:rPr>
                <a:t>4</a:t>
              </a:r>
            </a:p>
          </p:txBody>
        </p:sp>
        <p:sp>
          <p:nvSpPr>
            <p:cNvPr id="83" name="Text Box 47"/>
            <p:cNvSpPr txBox="1">
              <a:spLocks noChangeArrowheads="1"/>
            </p:cNvSpPr>
            <p:nvPr/>
          </p:nvSpPr>
          <p:spPr bwMode="auto">
            <a:xfrm>
              <a:off x="3372" y="3318"/>
              <a:ext cx="169" cy="189"/>
            </a:xfrm>
            <a:prstGeom prst="rect">
              <a:avLst/>
            </a:prstGeom>
            <a:noFill/>
            <a:ln>
              <a:noFill/>
            </a:ln>
            <a:extLst/>
          </p:spPr>
          <p:txBody>
            <a:bodyPr lIns="0" tIns="0" rIns="0" bIns="0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just" fontAlgn="auto">
                <a:lnSpc>
                  <a:spcPct val="7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b="1" kern="0">
                  <a:solidFill>
                    <a:srgbClr val="0000FF"/>
                  </a:solidFill>
                  <a:latin typeface="Times New Roman" pitchFamily="18" charset="0"/>
                  <a:cs typeface="+mn-cs"/>
                </a:rPr>
                <a:t>3</a:t>
              </a:r>
            </a:p>
          </p:txBody>
        </p:sp>
        <p:sp>
          <p:nvSpPr>
            <p:cNvPr id="84" name="Text Box 48"/>
            <p:cNvSpPr txBox="1">
              <a:spLocks noChangeArrowheads="1"/>
            </p:cNvSpPr>
            <p:nvPr/>
          </p:nvSpPr>
          <p:spPr bwMode="auto">
            <a:xfrm>
              <a:off x="3811" y="3316"/>
              <a:ext cx="169" cy="189"/>
            </a:xfrm>
            <a:prstGeom prst="rect">
              <a:avLst/>
            </a:prstGeom>
            <a:noFill/>
            <a:ln>
              <a:noFill/>
            </a:ln>
            <a:extLst/>
          </p:spPr>
          <p:txBody>
            <a:bodyPr lIns="0" tIns="0" rIns="0" bIns="0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just" fontAlgn="auto">
                <a:lnSpc>
                  <a:spcPct val="7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b="1" kern="0">
                  <a:solidFill>
                    <a:srgbClr val="0000FF"/>
                  </a:solidFill>
                  <a:latin typeface="Times New Roman" pitchFamily="18" charset="0"/>
                  <a:cs typeface="+mn-cs"/>
                </a:rPr>
                <a:t>4</a:t>
              </a:r>
            </a:p>
          </p:txBody>
        </p:sp>
        <p:sp>
          <p:nvSpPr>
            <p:cNvPr id="85" name="Text Box 50"/>
            <p:cNvSpPr txBox="1">
              <a:spLocks noChangeArrowheads="1"/>
            </p:cNvSpPr>
            <p:nvPr/>
          </p:nvSpPr>
          <p:spPr bwMode="auto">
            <a:xfrm>
              <a:off x="3121" y="3316"/>
              <a:ext cx="171" cy="189"/>
            </a:xfrm>
            <a:prstGeom prst="rect">
              <a:avLst/>
            </a:prstGeom>
            <a:noFill/>
            <a:ln>
              <a:noFill/>
            </a:ln>
            <a:extLst/>
          </p:spPr>
          <p:txBody>
            <a:bodyPr lIns="0" tIns="0" rIns="0" bIns="0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just" fontAlgn="auto">
                <a:lnSpc>
                  <a:spcPct val="7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b="1" kern="0" dirty="0">
                  <a:solidFill>
                    <a:srgbClr val="0000FF"/>
                  </a:solidFill>
                  <a:latin typeface="Times New Roman" pitchFamily="18" charset="0"/>
                  <a:cs typeface="+mn-cs"/>
                </a:rPr>
                <a:t>2</a:t>
              </a:r>
            </a:p>
          </p:txBody>
        </p:sp>
        <p:sp>
          <p:nvSpPr>
            <p:cNvPr id="86" name="Text Box 51"/>
            <p:cNvSpPr txBox="1">
              <a:spLocks noChangeArrowheads="1"/>
            </p:cNvSpPr>
            <p:nvPr/>
          </p:nvSpPr>
          <p:spPr bwMode="auto">
            <a:xfrm>
              <a:off x="2030" y="3326"/>
              <a:ext cx="171" cy="189"/>
            </a:xfrm>
            <a:prstGeom prst="rect">
              <a:avLst/>
            </a:prstGeom>
            <a:noFill/>
            <a:ln>
              <a:noFill/>
            </a:ln>
            <a:extLst/>
          </p:spPr>
          <p:txBody>
            <a:bodyPr lIns="0" tIns="0" rIns="0" bIns="0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just" fontAlgn="auto">
                <a:lnSpc>
                  <a:spcPct val="7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b="1" kern="0">
                  <a:solidFill>
                    <a:srgbClr val="0000FF"/>
                  </a:solidFill>
                  <a:latin typeface="Times New Roman" pitchFamily="18" charset="0"/>
                  <a:cs typeface="+mn-cs"/>
                </a:rPr>
                <a:t>2</a:t>
              </a:r>
            </a:p>
          </p:txBody>
        </p:sp>
        <p:sp>
          <p:nvSpPr>
            <p:cNvPr id="87" name="Text Box 52"/>
            <p:cNvSpPr txBox="1">
              <a:spLocks noChangeArrowheads="1"/>
            </p:cNvSpPr>
            <p:nvPr/>
          </p:nvSpPr>
          <p:spPr bwMode="auto">
            <a:xfrm>
              <a:off x="2441" y="3326"/>
              <a:ext cx="171" cy="188"/>
            </a:xfrm>
            <a:prstGeom prst="rect">
              <a:avLst/>
            </a:prstGeom>
            <a:noFill/>
            <a:ln>
              <a:noFill/>
            </a:ln>
            <a:extLst/>
          </p:spPr>
          <p:txBody>
            <a:bodyPr lIns="0" tIns="0" rIns="0" bIns="0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just" fontAlgn="auto">
                <a:lnSpc>
                  <a:spcPct val="7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b="1" kern="0">
                  <a:solidFill>
                    <a:srgbClr val="0000FF"/>
                  </a:solidFill>
                  <a:latin typeface="Times New Roman" pitchFamily="18" charset="0"/>
                  <a:cs typeface="+mn-cs"/>
                </a:rPr>
                <a:t>4</a:t>
              </a:r>
            </a:p>
          </p:txBody>
        </p:sp>
        <p:sp>
          <p:nvSpPr>
            <p:cNvPr id="88" name="Text Box 53"/>
            <p:cNvSpPr txBox="1">
              <a:spLocks noChangeArrowheads="1"/>
            </p:cNvSpPr>
            <p:nvPr/>
          </p:nvSpPr>
          <p:spPr bwMode="auto">
            <a:xfrm>
              <a:off x="1361" y="3327"/>
              <a:ext cx="171" cy="189"/>
            </a:xfrm>
            <a:prstGeom prst="rect">
              <a:avLst/>
            </a:prstGeom>
            <a:noFill/>
            <a:ln>
              <a:noFill/>
            </a:ln>
            <a:extLst/>
          </p:spPr>
          <p:txBody>
            <a:bodyPr lIns="0" tIns="0" rIns="0" bIns="0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just" fontAlgn="auto">
                <a:lnSpc>
                  <a:spcPct val="7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b="1" kern="0">
                  <a:solidFill>
                    <a:srgbClr val="0000FF"/>
                  </a:solidFill>
                  <a:latin typeface="Times New Roman" pitchFamily="18" charset="0"/>
                  <a:cs typeface="+mn-cs"/>
                </a:rPr>
                <a:t>3</a:t>
              </a:r>
            </a:p>
          </p:txBody>
        </p:sp>
        <p:sp>
          <p:nvSpPr>
            <p:cNvPr id="89" name="Text Box 54"/>
            <p:cNvSpPr txBox="1">
              <a:spLocks noChangeArrowheads="1"/>
            </p:cNvSpPr>
            <p:nvPr/>
          </p:nvSpPr>
          <p:spPr bwMode="auto">
            <a:xfrm>
              <a:off x="1781" y="3326"/>
              <a:ext cx="171" cy="189"/>
            </a:xfrm>
            <a:prstGeom prst="rect">
              <a:avLst/>
            </a:prstGeom>
            <a:noFill/>
            <a:ln>
              <a:noFill/>
            </a:ln>
            <a:extLst/>
          </p:spPr>
          <p:txBody>
            <a:bodyPr lIns="0" tIns="0" rIns="0" bIns="0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just" fontAlgn="auto">
                <a:lnSpc>
                  <a:spcPct val="7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b="1" kern="0">
                  <a:solidFill>
                    <a:srgbClr val="0000FF"/>
                  </a:solidFill>
                  <a:latin typeface="Times New Roman" pitchFamily="18" charset="0"/>
                  <a:cs typeface="+mn-cs"/>
                </a:rPr>
                <a:t>4</a:t>
              </a:r>
            </a:p>
          </p:txBody>
        </p:sp>
        <p:sp>
          <p:nvSpPr>
            <p:cNvPr id="90" name="Text Box 55"/>
            <p:cNvSpPr txBox="1">
              <a:spLocks noChangeArrowheads="1"/>
            </p:cNvSpPr>
            <p:nvPr/>
          </p:nvSpPr>
          <p:spPr bwMode="auto">
            <a:xfrm>
              <a:off x="7721" y="2642"/>
              <a:ext cx="171" cy="189"/>
            </a:xfrm>
            <a:prstGeom prst="rect">
              <a:avLst/>
            </a:prstGeom>
            <a:noFill/>
            <a:ln>
              <a:noFill/>
            </a:ln>
            <a:extLst/>
          </p:spPr>
          <p:txBody>
            <a:bodyPr lIns="0" tIns="0" rIns="0" bIns="0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just" fontAlgn="auto">
                <a:lnSpc>
                  <a:spcPct val="7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b="1" kern="0">
                  <a:solidFill>
                    <a:srgbClr val="0000FF"/>
                  </a:solidFill>
                  <a:latin typeface="Times New Roman" pitchFamily="18" charset="0"/>
                  <a:cs typeface="+mn-cs"/>
                </a:rPr>
                <a:t>1</a:t>
              </a:r>
            </a:p>
          </p:txBody>
        </p:sp>
        <p:sp>
          <p:nvSpPr>
            <p:cNvPr id="91" name="Text Box 56"/>
            <p:cNvSpPr txBox="1">
              <a:spLocks noChangeArrowheads="1"/>
            </p:cNvSpPr>
            <p:nvPr/>
          </p:nvSpPr>
          <p:spPr bwMode="auto">
            <a:xfrm>
              <a:off x="8091" y="2641"/>
              <a:ext cx="171" cy="189"/>
            </a:xfrm>
            <a:prstGeom prst="rect">
              <a:avLst/>
            </a:prstGeom>
            <a:noFill/>
            <a:ln>
              <a:noFill/>
            </a:ln>
            <a:extLst/>
          </p:spPr>
          <p:txBody>
            <a:bodyPr lIns="0" tIns="0" rIns="0" bIns="0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just" fontAlgn="auto">
                <a:lnSpc>
                  <a:spcPct val="7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b="1" kern="0">
                  <a:solidFill>
                    <a:srgbClr val="0000FF"/>
                  </a:solidFill>
                  <a:latin typeface="Times New Roman" pitchFamily="18" charset="0"/>
                  <a:cs typeface="+mn-cs"/>
                </a:rPr>
                <a:t>2</a:t>
              </a:r>
            </a:p>
          </p:txBody>
        </p:sp>
        <p:sp>
          <p:nvSpPr>
            <p:cNvPr id="92" name="Text Box 57"/>
            <p:cNvSpPr txBox="1">
              <a:spLocks noChangeArrowheads="1"/>
            </p:cNvSpPr>
            <p:nvPr/>
          </p:nvSpPr>
          <p:spPr bwMode="auto">
            <a:xfrm>
              <a:off x="8411" y="2642"/>
              <a:ext cx="169" cy="189"/>
            </a:xfrm>
            <a:prstGeom prst="rect">
              <a:avLst/>
            </a:prstGeom>
            <a:noFill/>
            <a:ln>
              <a:noFill/>
            </a:ln>
            <a:extLst/>
          </p:spPr>
          <p:txBody>
            <a:bodyPr lIns="0" tIns="0" rIns="0" bIns="0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just" fontAlgn="auto">
                <a:lnSpc>
                  <a:spcPct val="7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b="1" kern="0">
                  <a:solidFill>
                    <a:srgbClr val="0000FF"/>
                  </a:solidFill>
                  <a:latin typeface="Times New Roman" pitchFamily="18" charset="0"/>
                  <a:cs typeface="+mn-cs"/>
                </a:rPr>
                <a:t>3</a:t>
              </a:r>
            </a:p>
          </p:txBody>
        </p:sp>
        <p:sp>
          <p:nvSpPr>
            <p:cNvPr id="93" name="Text Box 58"/>
            <p:cNvSpPr txBox="1">
              <a:spLocks noChangeArrowheads="1"/>
            </p:cNvSpPr>
            <p:nvPr/>
          </p:nvSpPr>
          <p:spPr bwMode="auto">
            <a:xfrm>
              <a:off x="5721" y="2631"/>
              <a:ext cx="171" cy="189"/>
            </a:xfrm>
            <a:prstGeom prst="rect">
              <a:avLst/>
            </a:prstGeom>
            <a:noFill/>
            <a:ln>
              <a:noFill/>
            </a:ln>
            <a:extLst/>
          </p:spPr>
          <p:txBody>
            <a:bodyPr lIns="0" tIns="0" rIns="0" bIns="0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just" fontAlgn="auto">
                <a:lnSpc>
                  <a:spcPct val="7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b="1" kern="0">
                  <a:solidFill>
                    <a:srgbClr val="0000FF"/>
                  </a:solidFill>
                  <a:latin typeface="Times New Roman" pitchFamily="18" charset="0"/>
                  <a:cs typeface="+mn-cs"/>
                </a:rPr>
                <a:t>1</a:t>
              </a:r>
            </a:p>
          </p:txBody>
        </p:sp>
        <p:sp>
          <p:nvSpPr>
            <p:cNvPr id="94" name="Text Box 59"/>
            <p:cNvSpPr txBox="1">
              <a:spLocks noChangeArrowheads="1"/>
            </p:cNvSpPr>
            <p:nvPr/>
          </p:nvSpPr>
          <p:spPr bwMode="auto">
            <a:xfrm>
              <a:off x="6091" y="2630"/>
              <a:ext cx="171" cy="189"/>
            </a:xfrm>
            <a:prstGeom prst="rect">
              <a:avLst/>
            </a:prstGeom>
            <a:noFill/>
            <a:ln>
              <a:noFill/>
            </a:ln>
            <a:extLst/>
          </p:spPr>
          <p:txBody>
            <a:bodyPr lIns="0" tIns="0" rIns="0" bIns="0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just" fontAlgn="auto">
                <a:lnSpc>
                  <a:spcPct val="7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b="1" kern="0">
                  <a:solidFill>
                    <a:srgbClr val="0000FF"/>
                  </a:solidFill>
                  <a:latin typeface="Times New Roman" pitchFamily="18" charset="0"/>
                  <a:cs typeface="+mn-cs"/>
                </a:rPr>
                <a:t>2</a:t>
              </a:r>
            </a:p>
          </p:txBody>
        </p:sp>
        <p:sp>
          <p:nvSpPr>
            <p:cNvPr id="95" name="Text Box 60"/>
            <p:cNvSpPr txBox="1">
              <a:spLocks noChangeArrowheads="1"/>
            </p:cNvSpPr>
            <p:nvPr/>
          </p:nvSpPr>
          <p:spPr bwMode="auto">
            <a:xfrm>
              <a:off x="6411" y="2631"/>
              <a:ext cx="169" cy="189"/>
            </a:xfrm>
            <a:prstGeom prst="rect">
              <a:avLst/>
            </a:prstGeom>
            <a:noFill/>
            <a:ln>
              <a:noFill/>
            </a:ln>
            <a:extLst/>
          </p:spPr>
          <p:txBody>
            <a:bodyPr lIns="0" tIns="0" rIns="0" bIns="0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just" fontAlgn="auto">
                <a:lnSpc>
                  <a:spcPct val="7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b="1" kern="0">
                  <a:solidFill>
                    <a:srgbClr val="0000FF"/>
                  </a:solidFill>
                  <a:latin typeface="Times New Roman" pitchFamily="18" charset="0"/>
                  <a:cs typeface="+mn-cs"/>
                </a:rPr>
                <a:t>4</a:t>
              </a:r>
            </a:p>
          </p:txBody>
        </p:sp>
        <p:sp>
          <p:nvSpPr>
            <p:cNvPr id="96" name="Text Box 61"/>
            <p:cNvSpPr txBox="1">
              <a:spLocks noChangeArrowheads="1"/>
            </p:cNvSpPr>
            <p:nvPr/>
          </p:nvSpPr>
          <p:spPr bwMode="auto">
            <a:xfrm>
              <a:off x="3752" y="2621"/>
              <a:ext cx="169" cy="189"/>
            </a:xfrm>
            <a:prstGeom prst="rect">
              <a:avLst/>
            </a:prstGeom>
            <a:noFill/>
            <a:ln>
              <a:noFill/>
            </a:ln>
            <a:extLst/>
          </p:spPr>
          <p:txBody>
            <a:bodyPr lIns="0" tIns="0" rIns="0" bIns="0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just" fontAlgn="auto">
                <a:lnSpc>
                  <a:spcPct val="7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b="1" kern="0">
                  <a:solidFill>
                    <a:srgbClr val="0000FF"/>
                  </a:solidFill>
                  <a:latin typeface="Times New Roman" pitchFamily="18" charset="0"/>
                  <a:cs typeface="+mn-cs"/>
                </a:rPr>
                <a:t>1</a:t>
              </a:r>
            </a:p>
          </p:txBody>
        </p:sp>
        <p:sp>
          <p:nvSpPr>
            <p:cNvPr id="97" name="Text Box 62"/>
            <p:cNvSpPr txBox="1">
              <a:spLocks noChangeArrowheads="1"/>
            </p:cNvSpPr>
            <p:nvPr/>
          </p:nvSpPr>
          <p:spPr bwMode="auto">
            <a:xfrm>
              <a:off x="4120" y="2620"/>
              <a:ext cx="171" cy="189"/>
            </a:xfrm>
            <a:prstGeom prst="rect">
              <a:avLst/>
            </a:prstGeom>
            <a:noFill/>
            <a:ln>
              <a:noFill/>
            </a:ln>
            <a:extLst/>
          </p:spPr>
          <p:txBody>
            <a:bodyPr lIns="0" tIns="0" rIns="0" bIns="0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just" fontAlgn="auto">
                <a:lnSpc>
                  <a:spcPct val="7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b="1" kern="0">
                  <a:solidFill>
                    <a:srgbClr val="0000FF"/>
                  </a:solidFill>
                  <a:latin typeface="Times New Roman" pitchFamily="18" charset="0"/>
                  <a:cs typeface="+mn-cs"/>
                </a:rPr>
                <a:t>3</a:t>
              </a:r>
            </a:p>
          </p:txBody>
        </p:sp>
        <p:sp>
          <p:nvSpPr>
            <p:cNvPr id="98" name="Text Box 63"/>
            <p:cNvSpPr txBox="1">
              <a:spLocks noChangeArrowheads="1"/>
            </p:cNvSpPr>
            <p:nvPr/>
          </p:nvSpPr>
          <p:spPr bwMode="auto">
            <a:xfrm>
              <a:off x="4441" y="2621"/>
              <a:ext cx="171" cy="189"/>
            </a:xfrm>
            <a:prstGeom prst="rect">
              <a:avLst/>
            </a:prstGeom>
            <a:noFill/>
            <a:ln>
              <a:noFill/>
            </a:ln>
            <a:extLst/>
          </p:spPr>
          <p:txBody>
            <a:bodyPr lIns="0" tIns="0" rIns="0" bIns="0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just" fontAlgn="auto">
                <a:lnSpc>
                  <a:spcPct val="7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b="1" kern="0">
                  <a:solidFill>
                    <a:srgbClr val="0000FF"/>
                  </a:solidFill>
                  <a:latin typeface="Times New Roman" pitchFamily="18" charset="0"/>
                  <a:cs typeface="+mn-cs"/>
                </a:rPr>
                <a:t>4</a:t>
              </a:r>
            </a:p>
          </p:txBody>
        </p:sp>
        <p:sp>
          <p:nvSpPr>
            <p:cNvPr id="100" name="Oval 65"/>
            <p:cNvSpPr>
              <a:spLocks noChangeArrowheads="1"/>
            </p:cNvSpPr>
            <p:nvPr/>
          </p:nvSpPr>
          <p:spPr bwMode="auto">
            <a:xfrm>
              <a:off x="1314" y="4406"/>
              <a:ext cx="272" cy="255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/>
          </p:spPr>
          <p:txBody>
            <a:bodyPr lIns="28800" tIns="0" rIns="0" bIns="0"/>
            <a:lstStyle/>
            <a:p>
              <a:pPr algn="just" eaLnBrk="0" fontAlgn="auto" hangingPunct="0">
                <a:lnSpc>
                  <a:spcPct val="7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b="1" kern="0">
                  <a:solidFill>
                    <a:srgbClr val="0000FF"/>
                  </a:solidFill>
                  <a:latin typeface="Times New Roman" pitchFamily="18" charset="0"/>
                  <a:ea typeface="华文行楷" panose="02010800040101010101" pitchFamily="2" charset="-122"/>
                  <a:cs typeface="+mn-cs"/>
                </a:rPr>
                <a:t>5</a:t>
              </a:r>
              <a:endParaRPr lang="en-US" altLang="zh-CN" sz="1600" b="1" i="1" kern="0">
                <a:solidFill>
                  <a:srgbClr val="0000FF"/>
                </a:solidFill>
                <a:latin typeface="Times New Roman" pitchFamily="18" charset="0"/>
                <a:ea typeface="华文行楷" panose="02010800040101010101" pitchFamily="2" charset="-122"/>
                <a:cs typeface="+mn-cs"/>
              </a:endParaRPr>
            </a:p>
          </p:txBody>
        </p:sp>
        <p:sp>
          <p:nvSpPr>
            <p:cNvPr id="101" name="Oval 66"/>
            <p:cNvSpPr>
              <a:spLocks noChangeArrowheads="1"/>
            </p:cNvSpPr>
            <p:nvPr/>
          </p:nvSpPr>
          <p:spPr bwMode="auto">
            <a:xfrm>
              <a:off x="1639" y="4404"/>
              <a:ext cx="273" cy="255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/>
          </p:spPr>
          <p:txBody>
            <a:bodyPr lIns="28800" tIns="0" rIns="0" bIns="0"/>
            <a:lstStyle/>
            <a:p>
              <a:pPr algn="just" eaLnBrk="0" fontAlgn="auto" hangingPunct="0">
                <a:lnSpc>
                  <a:spcPct val="7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b="1" kern="0">
                  <a:solidFill>
                    <a:srgbClr val="0000FF"/>
                  </a:solidFill>
                  <a:latin typeface="Times New Roman" pitchFamily="18" charset="0"/>
                  <a:ea typeface="华文行楷" panose="02010800040101010101" pitchFamily="2" charset="-122"/>
                  <a:cs typeface="+mn-cs"/>
                </a:rPr>
                <a:t>7</a:t>
              </a:r>
              <a:endParaRPr lang="en-US" altLang="zh-CN" sz="1600" b="1" i="1" kern="0">
                <a:solidFill>
                  <a:srgbClr val="0000FF"/>
                </a:solidFill>
                <a:latin typeface="Times New Roman" pitchFamily="18" charset="0"/>
                <a:ea typeface="华文行楷" panose="02010800040101010101" pitchFamily="2" charset="-122"/>
                <a:cs typeface="+mn-cs"/>
              </a:endParaRPr>
            </a:p>
          </p:txBody>
        </p:sp>
        <p:sp>
          <p:nvSpPr>
            <p:cNvPr id="102" name="Oval 67"/>
            <p:cNvSpPr>
              <a:spLocks noChangeArrowheads="1"/>
            </p:cNvSpPr>
            <p:nvPr/>
          </p:nvSpPr>
          <p:spPr bwMode="auto">
            <a:xfrm>
              <a:off x="1964" y="4401"/>
              <a:ext cx="272" cy="255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/>
          </p:spPr>
          <p:txBody>
            <a:bodyPr lIns="0" tIns="0" rIns="0" bIns="0"/>
            <a:lstStyle/>
            <a:p>
              <a:pPr algn="just" eaLnBrk="0" fontAlgn="auto" hangingPunct="0">
                <a:lnSpc>
                  <a:spcPct val="7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b="1" kern="0">
                  <a:solidFill>
                    <a:srgbClr val="0000FF"/>
                  </a:solidFill>
                  <a:latin typeface="Times New Roman" pitchFamily="18" charset="0"/>
                  <a:ea typeface="华文行楷" panose="02010800040101010101" pitchFamily="2" charset="-122"/>
                  <a:cs typeface="+mn-cs"/>
                </a:rPr>
                <a:t>10</a:t>
              </a:r>
              <a:endParaRPr lang="en-US" altLang="zh-CN" sz="1600" b="1" i="1" kern="0">
                <a:solidFill>
                  <a:srgbClr val="0000FF"/>
                </a:solidFill>
                <a:latin typeface="Times New Roman" pitchFamily="18" charset="0"/>
                <a:ea typeface="华文行楷" panose="02010800040101010101" pitchFamily="2" charset="-122"/>
                <a:cs typeface="+mn-cs"/>
              </a:endParaRPr>
            </a:p>
          </p:txBody>
        </p:sp>
        <p:sp>
          <p:nvSpPr>
            <p:cNvPr id="103" name="Oval 68"/>
            <p:cNvSpPr>
              <a:spLocks noChangeArrowheads="1"/>
            </p:cNvSpPr>
            <p:nvPr/>
          </p:nvSpPr>
          <p:spPr bwMode="auto">
            <a:xfrm>
              <a:off x="2293" y="4404"/>
              <a:ext cx="272" cy="255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/>
          </p:spPr>
          <p:txBody>
            <a:bodyPr lIns="0" tIns="0" rIns="0" bIns="0"/>
            <a:lstStyle/>
            <a:p>
              <a:pPr algn="just" eaLnBrk="0" fontAlgn="auto" hangingPunct="0">
                <a:lnSpc>
                  <a:spcPct val="7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b="1" kern="0">
                  <a:solidFill>
                    <a:srgbClr val="0000FF"/>
                  </a:solidFill>
                  <a:latin typeface="Times New Roman" pitchFamily="18" charset="0"/>
                  <a:ea typeface="华文行楷" panose="02010800040101010101" pitchFamily="2" charset="-122"/>
                  <a:cs typeface="+mn-cs"/>
                </a:rPr>
                <a:t>12</a:t>
              </a:r>
              <a:endParaRPr lang="en-US" altLang="zh-CN" sz="1600" b="1" i="1" kern="0">
                <a:solidFill>
                  <a:srgbClr val="0000FF"/>
                </a:solidFill>
                <a:latin typeface="Times New Roman" pitchFamily="18" charset="0"/>
                <a:ea typeface="华文行楷" panose="02010800040101010101" pitchFamily="2" charset="-122"/>
                <a:cs typeface="+mn-cs"/>
              </a:endParaRPr>
            </a:p>
          </p:txBody>
        </p:sp>
        <p:sp>
          <p:nvSpPr>
            <p:cNvPr id="104" name="Oval 69"/>
            <p:cNvSpPr>
              <a:spLocks noChangeArrowheads="1"/>
            </p:cNvSpPr>
            <p:nvPr/>
          </p:nvSpPr>
          <p:spPr bwMode="auto">
            <a:xfrm>
              <a:off x="2630" y="4404"/>
              <a:ext cx="272" cy="255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/>
          </p:spPr>
          <p:txBody>
            <a:bodyPr lIns="0" tIns="0" rIns="0" bIns="0"/>
            <a:lstStyle/>
            <a:p>
              <a:pPr algn="just" eaLnBrk="0" fontAlgn="auto" hangingPunct="0">
                <a:lnSpc>
                  <a:spcPct val="7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b="1" kern="0">
                  <a:solidFill>
                    <a:srgbClr val="0000FF"/>
                  </a:solidFill>
                  <a:latin typeface="Times New Roman" pitchFamily="18" charset="0"/>
                  <a:ea typeface="华文行楷" panose="02010800040101010101" pitchFamily="2" charset="-122"/>
                  <a:cs typeface="+mn-cs"/>
                </a:rPr>
                <a:t>15</a:t>
              </a:r>
              <a:endParaRPr lang="en-US" altLang="zh-CN" sz="1600" b="1" i="1" kern="0">
                <a:solidFill>
                  <a:srgbClr val="0000FF"/>
                </a:solidFill>
                <a:latin typeface="Times New Roman" pitchFamily="18" charset="0"/>
                <a:ea typeface="华文行楷" panose="02010800040101010101" pitchFamily="2" charset="-122"/>
                <a:cs typeface="+mn-cs"/>
              </a:endParaRPr>
            </a:p>
          </p:txBody>
        </p:sp>
        <p:sp>
          <p:nvSpPr>
            <p:cNvPr id="105" name="Oval 70"/>
            <p:cNvSpPr>
              <a:spLocks noChangeArrowheads="1"/>
            </p:cNvSpPr>
            <p:nvPr/>
          </p:nvSpPr>
          <p:spPr bwMode="auto">
            <a:xfrm>
              <a:off x="2976" y="4401"/>
              <a:ext cx="272" cy="255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/>
          </p:spPr>
          <p:txBody>
            <a:bodyPr lIns="0" tIns="0" rIns="0" bIns="0"/>
            <a:lstStyle/>
            <a:p>
              <a:pPr algn="just" eaLnBrk="0" fontAlgn="auto" hangingPunct="0">
                <a:lnSpc>
                  <a:spcPct val="7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b="1" kern="0">
                  <a:solidFill>
                    <a:srgbClr val="0000FF"/>
                  </a:solidFill>
                  <a:latin typeface="Times New Roman" pitchFamily="18" charset="0"/>
                  <a:ea typeface="华文行楷" panose="02010800040101010101" pitchFamily="2" charset="-122"/>
                  <a:cs typeface="+mn-cs"/>
                </a:rPr>
                <a:t>17</a:t>
              </a:r>
              <a:endParaRPr lang="en-US" altLang="zh-CN" sz="1600" b="1" i="1" kern="0">
                <a:solidFill>
                  <a:srgbClr val="0000FF"/>
                </a:solidFill>
                <a:latin typeface="Times New Roman" pitchFamily="18" charset="0"/>
                <a:ea typeface="华文行楷" panose="02010800040101010101" pitchFamily="2" charset="-122"/>
                <a:cs typeface="+mn-cs"/>
              </a:endParaRPr>
            </a:p>
          </p:txBody>
        </p:sp>
        <p:sp>
          <p:nvSpPr>
            <p:cNvPr id="106" name="Oval 71"/>
            <p:cNvSpPr>
              <a:spLocks noChangeArrowheads="1"/>
            </p:cNvSpPr>
            <p:nvPr/>
          </p:nvSpPr>
          <p:spPr bwMode="auto">
            <a:xfrm>
              <a:off x="3320" y="4404"/>
              <a:ext cx="272" cy="255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/>
          </p:spPr>
          <p:txBody>
            <a:bodyPr lIns="0" tIns="0" rIns="0" bIns="0"/>
            <a:lstStyle/>
            <a:p>
              <a:pPr algn="just" eaLnBrk="0" fontAlgn="auto" hangingPunct="0">
                <a:lnSpc>
                  <a:spcPct val="7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b="1" kern="0">
                  <a:solidFill>
                    <a:srgbClr val="0000FF"/>
                  </a:solidFill>
                  <a:latin typeface="Times New Roman" pitchFamily="18" charset="0"/>
                  <a:ea typeface="华文行楷" panose="02010800040101010101" pitchFamily="2" charset="-122"/>
                  <a:cs typeface="+mn-cs"/>
                </a:rPr>
                <a:t>21</a:t>
              </a:r>
              <a:endParaRPr lang="en-US" altLang="zh-CN" sz="1600" b="1" i="1" kern="0">
                <a:solidFill>
                  <a:srgbClr val="0000FF"/>
                </a:solidFill>
                <a:latin typeface="Times New Roman" pitchFamily="18" charset="0"/>
                <a:ea typeface="华文行楷" panose="02010800040101010101" pitchFamily="2" charset="-122"/>
                <a:cs typeface="+mn-cs"/>
              </a:endParaRPr>
            </a:p>
          </p:txBody>
        </p:sp>
        <p:sp>
          <p:nvSpPr>
            <p:cNvPr id="107" name="Oval 72"/>
            <p:cNvSpPr>
              <a:spLocks noChangeArrowheads="1"/>
            </p:cNvSpPr>
            <p:nvPr/>
          </p:nvSpPr>
          <p:spPr bwMode="auto">
            <a:xfrm>
              <a:off x="3661" y="4401"/>
              <a:ext cx="273" cy="255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/>
          </p:spPr>
          <p:txBody>
            <a:bodyPr lIns="0" tIns="0" rIns="0" bIns="0"/>
            <a:lstStyle/>
            <a:p>
              <a:pPr algn="just" eaLnBrk="0" fontAlgn="auto" hangingPunct="0">
                <a:lnSpc>
                  <a:spcPct val="7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b="1" kern="0">
                  <a:solidFill>
                    <a:srgbClr val="0000FF"/>
                  </a:solidFill>
                  <a:latin typeface="Times New Roman" pitchFamily="18" charset="0"/>
                  <a:ea typeface="华文行楷" panose="02010800040101010101" pitchFamily="2" charset="-122"/>
                  <a:cs typeface="+mn-cs"/>
                </a:rPr>
                <a:t>23</a:t>
              </a:r>
              <a:endParaRPr lang="en-US" altLang="zh-CN" sz="1600" b="1" i="1" kern="0">
                <a:solidFill>
                  <a:srgbClr val="0000FF"/>
                </a:solidFill>
                <a:latin typeface="Times New Roman" pitchFamily="18" charset="0"/>
                <a:ea typeface="华文行楷" panose="02010800040101010101" pitchFamily="2" charset="-122"/>
                <a:cs typeface="+mn-cs"/>
              </a:endParaRPr>
            </a:p>
          </p:txBody>
        </p:sp>
        <p:sp>
          <p:nvSpPr>
            <p:cNvPr id="108" name="Oval 73"/>
            <p:cNvSpPr>
              <a:spLocks noChangeArrowheads="1"/>
            </p:cNvSpPr>
            <p:nvPr/>
          </p:nvSpPr>
          <p:spPr bwMode="auto">
            <a:xfrm>
              <a:off x="4000" y="4404"/>
              <a:ext cx="272" cy="255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/>
          </p:spPr>
          <p:txBody>
            <a:bodyPr lIns="0" tIns="0" rIns="0" bIns="0"/>
            <a:lstStyle/>
            <a:p>
              <a:pPr algn="just" eaLnBrk="0" fontAlgn="auto" hangingPunct="0">
                <a:lnSpc>
                  <a:spcPct val="7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b="1" kern="0">
                  <a:solidFill>
                    <a:srgbClr val="0000FF"/>
                  </a:solidFill>
                  <a:latin typeface="Times New Roman" pitchFamily="18" charset="0"/>
                  <a:ea typeface="华文行楷" panose="02010800040101010101" pitchFamily="2" charset="-122"/>
                  <a:cs typeface="+mn-cs"/>
                </a:rPr>
                <a:t>26</a:t>
              </a:r>
              <a:endParaRPr lang="en-US" altLang="zh-CN" sz="1600" b="1" i="1" kern="0">
                <a:solidFill>
                  <a:srgbClr val="0000FF"/>
                </a:solidFill>
                <a:latin typeface="Times New Roman" pitchFamily="18" charset="0"/>
                <a:ea typeface="华文行楷" panose="02010800040101010101" pitchFamily="2" charset="-122"/>
                <a:cs typeface="+mn-cs"/>
              </a:endParaRPr>
            </a:p>
          </p:txBody>
        </p:sp>
        <p:sp>
          <p:nvSpPr>
            <p:cNvPr id="109" name="Oval 74"/>
            <p:cNvSpPr>
              <a:spLocks noChangeArrowheads="1"/>
            </p:cNvSpPr>
            <p:nvPr/>
          </p:nvSpPr>
          <p:spPr bwMode="auto">
            <a:xfrm>
              <a:off x="4344" y="4404"/>
              <a:ext cx="272" cy="255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/>
          </p:spPr>
          <p:txBody>
            <a:bodyPr lIns="0" tIns="0" rIns="0" bIns="0"/>
            <a:lstStyle/>
            <a:p>
              <a:pPr algn="just" eaLnBrk="0" fontAlgn="auto" hangingPunct="0">
                <a:lnSpc>
                  <a:spcPct val="7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b="1" kern="0">
                  <a:solidFill>
                    <a:srgbClr val="0000FF"/>
                  </a:solidFill>
                  <a:latin typeface="Times New Roman" pitchFamily="18" charset="0"/>
                  <a:ea typeface="华文行楷" panose="02010800040101010101" pitchFamily="2" charset="-122"/>
                  <a:cs typeface="+mn-cs"/>
                </a:rPr>
                <a:t>28</a:t>
              </a:r>
              <a:endParaRPr lang="en-US" altLang="zh-CN" sz="1600" b="1" i="1" kern="0">
                <a:solidFill>
                  <a:srgbClr val="0000FF"/>
                </a:solidFill>
                <a:latin typeface="Times New Roman" pitchFamily="18" charset="0"/>
                <a:ea typeface="华文行楷" panose="02010800040101010101" pitchFamily="2" charset="-122"/>
                <a:cs typeface="+mn-cs"/>
              </a:endParaRPr>
            </a:p>
          </p:txBody>
        </p:sp>
        <p:sp>
          <p:nvSpPr>
            <p:cNvPr id="110" name="Oval 75"/>
            <p:cNvSpPr>
              <a:spLocks noChangeArrowheads="1"/>
            </p:cNvSpPr>
            <p:nvPr/>
          </p:nvSpPr>
          <p:spPr bwMode="auto">
            <a:xfrm>
              <a:off x="4685" y="4404"/>
              <a:ext cx="272" cy="255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/>
          </p:spPr>
          <p:txBody>
            <a:bodyPr lIns="0" tIns="0" rIns="0" bIns="0"/>
            <a:lstStyle/>
            <a:p>
              <a:pPr algn="just" eaLnBrk="0" fontAlgn="auto" hangingPunct="0">
                <a:lnSpc>
                  <a:spcPct val="7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b="1" kern="0">
                  <a:solidFill>
                    <a:srgbClr val="0000FF"/>
                  </a:solidFill>
                  <a:latin typeface="Times New Roman" pitchFamily="18" charset="0"/>
                  <a:ea typeface="华文行楷" panose="02010800040101010101" pitchFamily="2" charset="-122"/>
                  <a:cs typeface="+mn-cs"/>
                </a:rPr>
                <a:t>31</a:t>
              </a:r>
              <a:endParaRPr lang="en-US" altLang="zh-CN" sz="1600" b="1" i="1" kern="0">
                <a:solidFill>
                  <a:srgbClr val="0000FF"/>
                </a:solidFill>
                <a:latin typeface="Times New Roman" pitchFamily="18" charset="0"/>
                <a:ea typeface="华文行楷" panose="02010800040101010101" pitchFamily="2" charset="-122"/>
                <a:cs typeface="+mn-cs"/>
              </a:endParaRPr>
            </a:p>
          </p:txBody>
        </p:sp>
        <p:sp>
          <p:nvSpPr>
            <p:cNvPr id="111" name="Oval 76"/>
            <p:cNvSpPr>
              <a:spLocks noChangeArrowheads="1"/>
            </p:cNvSpPr>
            <p:nvPr/>
          </p:nvSpPr>
          <p:spPr bwMode="auto">
            <a:xfrm>
              <a:off x="5015" y="4401"/>
              <a:ext cx="272" cy="255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/>
          </p:spPr>
          <p:txBody>
            <a:bodyPr lIns="0" tIns="0" rIns="0" bIns="0"/>
            <a:lstStyle/>
            <a:p>
              <a:pPr algn="just" eaLnBrk="0" fontAlgn="auto" hangingPunct="0">
                <a:lnSpc>
                  <a:spcPct val="7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b="1" kern="0">
                  <a:solidFill>
                    <a:srgbClr val="0000FF"/>
                  </a:solidFill>
                  <a:latin typeface="Times New Roman" pitchFamily="18" charset="0"/>
                  <a:ea typeface="华文行楷" panose="02010800040101010101" pitchFamily="2" charset="-122"/>
                  <a:cs typeface="+mn-cs"/>
                </a:rPr>
                <a:t>33</a:t>
              </a:r>
              <a:endParaRPr lang="en-US" altLang="zh-CN" sz="1600" b="1" i="1" kern="0">
                <a:solidFill>
                  <a:srgbClr val="0000FF"/>
                </a:solidFill>
                <a:latin typeface="Times New Roman" pitchFamily="18" charset="0"/>
                <a:ea typeface="华文行楷" panose="02010800040101010101" pitchFamily="2" charset="-122"/>
                <a:cs typeface="+mn-cs"/>
              </a:endParaRPr>
            </a:p>
          </p:txBody>
        </p:sp>
        <p:sp>
          <p:nvSpPr>
            <p:cNvPr id="112" name="Oval 77"/>
            <p:cNvSpPr>
              <a:spLocks noChangeArrowheads="1"/>
            </p:cNvSpPr>
            <p:nvPr/>
          </p:nvSpPr>
          <p:spPr bwMode="auto">
            <a:xfrm>
              <a:off x="5332" y="4401"/>
              <a:ext cx="273" cy="255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/>
          </p:spPr>
          <p:txBody>
            <a:bodyPr lIns="0" tIns="0" rIns="0" bIns="0"/>
            <a:lstStyle/>
            <a:p>
              <a:pPr algn="just" eaLnBrk="0" fontAlgn="auto" hangingPunct="0">
                <a:lnSpc>
                  <a:spcPct val="7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b="1" kern="0">
                  <a:solidFill>
                    <a:srgbClr val="0000FF"/>
                  </a:solidFill>
                  <a:latin typeface="Times New Roman" pitchFamily="18" charset="0"/>
                  <a:ea typeface="华文行楷" panose="02010800040101010101" pitchFamily="2" charset="-122"/>
                  <a:cs typeface="+mn-cs"/>
                </a:rPr>
                <a:t>37</a:t>
              </a:r>
              <a:endParaRPr lang="en-US" altLang="zh-CN" sz="1600" b="1" i="1" kern="0">
                <a:solidFill>
                  <a:srgbClr val="0000FF"/>
                </a:solidFill>
                <a:latin typeface="Times New Roman" pitchFamily="18" charset="0"/>
                <a:ea typeface="华文行楷" panose="02010800040101010101" pitchFamily="2" charset="-122"/>
                <a:cs typeface="+mn-cs"/>
              </a:endParaRPr>
            </a:p>
          </p:txBody>
        </p:sp>
        <p:sp>
          <p:nvSpPr>
            <p:cNvPr id="113" name="Oval 78"/>
            <p:cNvSpPr>
              <a:spLocks noChangeArrowheads="1"/>
            </p:cNvSpPr>
            <p:nvPr/>
          </p:nvSpPr>
          <p:spPr bwMode="auto">
            <a:xfrm>
              <a:off x="5651" y="4401"/>
              <a:ext cx="272" cy="255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/>
          </p:spPr>
          <p:txBody>
            <a:bodyPr lIns="0" tIns="0" rIns="0" bIns="0"/>
            <a:lstStyle/>
            <a:p>
              <a:pPr algn="just" eaLnBrk="0" fontAlgn="auto" hangingPunct="0">
                <a:lnSpc>
                  <a:spcPct val="7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b="1" kern="0">
                  <a:solidFill>
                    <a:srgbClr val="0000FF"/>
                  </a:solidFill>
                  <a:latin typeface="Times New Roman" pitchFamily="18" charset="0"/>
                  <a:ea typeface="华文行楷" panose="02010800040101010101" pitchFamily="2" charset="-122"/>
                  <a:cs typeface="+mn-cs"/>
                </a:rPr>
                <a:t>39</a:t>
              </a:r>
              <a:endParaRPr lang="en-US" altLang="zh-CN" sz="1600" b="1" i="1" kern="0">
                <a:solidFill>
                  <a:srgbClr val="0000FF"/>
                </a:solidFill>
                <a:latin typeface="Times New Roman" pitchFamily="18" charset="0"/>
                <a:ea typeface="华文行楷" panose="02010800040101010101" pitchFamily="2" charset="-122"/>
                <a:cs typeface="+mn-cs"/>
              </a:endParaRPr>
            </a:p>
          </p:txBody>
        </p:sp>
        <p:sp>
          <p:nvSpPr>
            <p:cNvPr id="114" name="Oval 79"/>
            <p:cNvSpPr>
              <a:spLocks noChangeArrowheads="1"/>
            </p:cNvSpPr>
            <p:nvPr/>
          </p:nvSpPr>
          <p:spPr bwMode="auto">
            <a:xfrm>
              <a:off x="5981" y="4404"/>
              <a:ext cx="272" cy="256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/>
          </p:spPr>
          <p:txBody>
            <a:bodyPr lIns="0" tIns="0" rIns="0" bIns="0"/>
            <a:lstStyle/>
            <a:p>
              <a:pPr algn="just" eaLnBrk="0" fontAlgn="auto" hangingPunct="0">
                <a:lnSpc>
                  <a:spcPct val="7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b="1" kern="0">
                  <a:solidFill>
                    <a:srgbClr val="0000FF"/>
                  </a:solidFill>
                  <a:latin typeface="Times New Roman" pitchFamily="18" charset="0"/>
                  <a:ea typeface="华文行楷" panose="02010800040101010101" pitchFamily="2" charset="-122"/>
                  <a:cs typeface="+mn-cs"/>
                </a:rPr>
                <a:t>42</a:t>
              </a:r>
              <a:endParaRPr lang="en-US" altLang="zh-CN" sz="1600" b="1" i="1" kern="0">
                <a:solidFill>
                  <a:srgbClr val="0000FF"/>
                </a:solidFill>
                <a:latin typeface="Times New Roman" pitchFamily="18" charset="0"/>
                <a:ea typeface="华文行楷" panose="02010800040101010101" pitchFamily="2" charset="-122"/>
                <a:cs typeface="+mn-cs"/>
              </a:endParaRPr>
            </a:p>
          </p:txBody>
        </p:sp>
        <p:sp>
          <p:nvSpPr>
            <p:cNvPr id="115" name="Oval 80"/>
            <p:cNvSpPr>
              <a:spLocks noChangeArrowheads="1"/>
            </p:cNvSpPr>
            <p:nvPr/>
          </p:nvSpPr>
          <p:spPr bwMode="auto">
            <a:xfrm>
              <a:off x="6316" y="4406"/>
              <a:ext cx="272" cy="255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/>
          </p:spPr>
          <p:txBody>
            <a:bodyPr lIns="0" tIns="0" rIns="0" bIns="0"/>
            <a:lstStyle/>
            <a:p>
              <a:pPr algn="just" eaLnBrk="0" fontAlgn="auto" hangingPunct="0">
                <a:lnSpc>
                  <a:spcPct val="7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b="1" kern="0">
                  <a:solidFill>
                    <a:srgbClr val="0000FF"/>
                  </a:solidFill>
                  <a:latin typeface="Times New Roman" pitchFamily="18" charset="0"/>
                  <a:ea typeface="华文行楷" panose="02010800040101010101" pitchFamily="2" charset="-122"/>
                  <a:cs typeface="+mn-cs"/>
                </a:rPr>
                <a:t>44</a:t>
              </a:r>
              <a:endParaRPr lang="en-US" altLang="zh-CN" sz="1600" b="1" i="1" kern="0">
                <a:solidFill>
                  <a:srgbClr val="0000FF"/>
                </a:solidFill>
                <a:latin typeface="Times New Roman" pitchFamily="18" charset="0"/>
                <a:ea typeface="华文行楷" panose="02010800040101010101" pitchFamily="2" charset="-122"/>
                <a:cs typeface="+mn-cs"/>
              </a:endParaRPr>
            </a:p>
          </p:txBody>
        </p:sp>
        <p:sp>
          <p:nvSpPr>
            <p:cNvPr id="116" name="Oval 81"/>
            <p:cNvSpPr>
              <a:spLocks noChangeArrowheads="1"/>
            </p:cNvSpPr>
            <p:nvPr/>
          </p:nvSpPr>
          <p:spPr bwMode="auto">
            <a:xfrm>
              <a:off x="6642" y="4404"/>
              <a:ext cx="272" cy="256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/>
          </p:spPr>
          <p:txBody>
            <a:bodyPr lIns="0" tIns="0" rIns="0" bIns="0"/>
            <a:lstStyle/>
            <a:p>
              <a:pPr algn="just" eaLnBrk="0" fontAlgn="auto" hangingPunct="0">
                <a:lnSpc>
                  <a:spcPct val="7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b="1" kern="0">
                  <a:solidFill>
                    <a:srgbClr val="0000FF"/>
                  </a:solidFill>
                  <a:latin typeface="Times New Roman" pitchFamily="18" charset="0"/>
                  <a:ea typeface="华文行楷" panose="02010800040101010101" pitchFamily="2" charset="-122"/>
                  <a:cs typeface="+mn-cs"/>
                </a:rPr>
                <a:t>47</a:t>
              </a:r>
              <a:endParaRPr lang="en-US" altLang="zh-CN" sz="1600" b="1" i="1" kern="0">
                <a:solidFill>
                  <a:srgbClr val="0000FF"/>
                </a:solidFill>
                <a:latin typeface="Times New Roman" pitchFamily="18" charset="0"/>
                <a:ea typeface="华文行楷" panose="02010800040101010101" pitchFamily="2" charset="-122"/>
                <a:cs typeface="+mn-cs"/>
              </a:endParaRPr>
            </a:p>
          </p:txBody>
        </p:sp>
        <p:sp>
          <p:nvSpPr>
            <p:cNvPr id="117" name="Oval 82"/>
            <p:cNvSpPr>
              <a:spLocks noChangeArrowheads="1"/>
            </p:cNvSpPr>
            <p:nvPr/>
          </p:nvSpPr>
          <p:spPr bwMode="auto">
            <a:xfrm>
              <a:off x="6974" y="4404"/>
              <a:ext cx="273" cy="256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/>
          </p:spPr>
          <p:txBody>
            <a:bodyPr lIns="0" tIns="0" rIns="0" bIns="0"/>
            <a:lstStyle/>
            <a:p>
              <a:pPr algn="just" eaLnBrk="0" fontAlgn="auto" hangingPunct="0">
                <a:lnSpc>
                  <a:spcPct val="7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b="1" kern="0">
                  <a:solidFill>
                    <a:srgbClr val="0000FF"/>
                  </a:solidFill>
                  <a:latin typeface="Times New Roman" pitchFamily="18" charset="0"/>
                  <a:ea typeface="华文行楷" panose="02010800040101010101" pitchFamily="2" charset="-122"/>
                  <a:cs typeface="+mn-cs"/>
                </a:rPr>
                <a:t>49</a:t>
              </a:r>
              <a:endParaRPr lang="en-US" altLang="zh-CN" sz="1600" b="1" i="1" kern="0">
                <a:solidFill>
                  <a:srgbClr val="0000FF"/>
                </a:solidFill>
                <a:latin typeface="Times New Roman" pitchFamily="18" charset="0"/>
                <a:ea typeface="华文行楷" panose="02010800040101010101" pitchFamily="2" charset="-122"/>
                <a:cs typeface="+mn-cs"/>
              </a:endParaRPr>
            </a:p>
          </p:txBody>
        </p:sp>
        <p:sp>
          <p:nvSpPr>
            <p:cNvPr id="118" name="Oval 83"/>
            <p:cNvSpPr>
              <a:spLocks noChangeArrowheads="1"/>
            </p:cNvSpPr>
            <p:nvPr/>
          </p:nvSpPr>
          <p:spPr bwMode="auto">
            <a:xfrm>
              <a:off x="7306" y="4402"/>
              <a:ext cx="272" cy="255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/>
          </p:spPr>
          <p:txBody>
            <a:bodyPr lIns="0" tIns="0" rIns="0" bIns="0"/>
            <a:lstStyle/>
            <a:p>
              <a:pPr algn="just" eaLnBrk="0" fontAlgn="auto" hangingPunct="0">
                <a:lnSpc>
                  <a:spcPct val="7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b="1" kern="0">
                  <a:solidFill>
                    <a:srgbClr val="0000FF"/>
                  </a:solidFill>
                  <a:latin typeface="Times New Roman" pitchFamily="18" charset="0"/>
                  <a:ea typeface="华文行楷" panose="02010800040101010101" pitchFamily="2" charset="-122"/>
                  <a:cs typeface="+mn-cs"/>
                </a:rPr>
                <a:t>53</a:t>
              </a:r>
              <a:endParaRPr lang="en-US" altLang="zh-CN" sz="1600" b="1" i="1" kern="0">
                <a:solidFill>
                  <a:srgbClr val="0000FF"/>
                </a:solidFill>
                <a:latin typeface="Times New Roman" pitchFamily="18" charset="0"/>
                <a:ea typeface="华文行楷" panose="02010800040101010101" pitchFamily="2" charset="-122"/>
                <a:cs typeface="+mn-cs"/>
              </a:endParaRPr>
            </a:p>
          </p:txBody>
        </p:sp>
        <p:sp>
          <p:nvSpPr>
            <p:cNvPr id="119" name="Oval 84"/>
            <p:cNvSpPr>
              <a:spLocks noChangeArrowheads="1"/>
            </p:cNvSpPr>
            <p:nvPr/>
          </p:nvSpPr>
          <p:spPr bwMode="auto">
            <a:xfrm>
              <a:off x="7630" y="4402"/>
              <a:ext cx="272" cy="255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/>
          </p:spPr>
          <p:txBody>
            <a:bodyPr lIns="0" tIns="0" rIns="0" bIns="0"/>
            <a:lstStyle/>
            <a:p>
              <a:pPr algn="just" eaLnBrk="0" fontAlgn="auto" hangingPunct="0">
                <a:lnSpc>
                  <a:spcPct val="7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b="1" kern="0">
                  <a:solidFill>
                    <a:srgbClr val="0000FF"/>
                  </a:solidFill>
                  <a:latin typeface="Times New Roman" pitchFamily="18" charset="0"/>
                  <a:ea typeface="华文行楷" panose="02010800040101010101" pitchFamily="2" charset="-122"/>
                  <a:cs typeface="+mn-cs"/>
                </a:rPr>
                <a:t>55</a:t>
              </a:r>
              <a:endParaRPr lang="en-US" altLang="zh-CN" sz="1600" b="1" i="1" kern="0">
                <a:solidFill>
                  <a:srgbClr val="0000FF"/>
                </a:solidFill>
                <a:latin typeface="Times New Roman" pitchFamily="18" charset="0"/>
                <a:ea typeface="华文行楷" panose="02010800040101010101" pitchFamily="2" charset="-122"/>
                <a:cs typeface="+mn-cs"/>
              </a:endParaRPr>
            </a:p>
          </p:txBody>
        </p:sp>
        <p:sp>
          <p:nvSpPr>
            <p:cNvPr id="120" name="Oval 85"/>
            <p:cNvSpPr>
              <a:spLocks noChangeArrowheads="1"/>
            </p:cNvSpPr>
            <p:nvPr/>
          </p:nvSpPr>
          <p:spPr bwMode="auto">
            <a:xfrm>
              <a:off x="7966" y="4402"/>
              <a:ext cx="272" cy="255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/>
          </p:spPr>
          <p:txBody>
            <a:bodyPr lIns="0" tIns="0" rIns="0" bIns="0"/>
            <a:lstStyle/>
            <a:p>
              <a:pPr algn="just" eaLnBrk="0" fontAlgn="auto" hangingPunct="0">
                <a:lnSpc>
                  <a:spcPct val="7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b="1" kern="0">
                  <a:solidFill>
                    <a:srgbClr val="0000FF"/>
                  </a:solidFill>
                  <a:latin typeface="Times New Roman" pitchFamily="18" charset="0"/>
                  <a:ea typeface="华文行楷" panose="02010800040101010101" pitchFamily="2" charset="-122"/>
                  <a:cs typeface="+mn-cs"/>
                </a:rPr>
                <a:t>58</a:t>
              </a:r>
              <a:endParaRPr lang="en-US" altLang="zh-CN" sz="1600" b="1" i="1" kern="0">
                <a:solidFill>
                  <a:srgbClr val="0000FF"/>
                </a:solidFill>
                <a:latin typeface="Times New Roman" pitchFamily="18" charset="0"/>
                <a:ea typeface="华文行楷" panose="02010800040101010101" pitchFamily="2" charset="-122"/>
                <a:cs typeface="+mn-cs"/>
              </a:endParaRPr>
            </a:p>
          </p:txBody>
        </p:sp>
        <p:sp>
          <p:nvSpPr>
            <p:cNvPr id="121" name="Oval 86"/>
            <p:cNvSpPr>
              <a:spLocks noChangeArrowheads="1"/>
            </p:cNvSpPr>
            <p:nvPr/>
          </p:nvSpPr>
          <p:spPr bwMode="auto">
            <a:xfrm>
              <a:off x="8293" y="4402"/>
              <a:ext cx="272" cy="255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/>
          </p:spPr>
          <p:txBody>
            <a:bodyPr lIns="0" tIns="0" rIns="0" bIns="0"/>
            <a:lstStyle/>
            <a:p>
              <a:pPr algn="just" eaLnBrk="0" fontAlgn="auto" hangingPunct="0">
                <a:lnSpc>
                  <a:spcPct val="7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b="1" kern="0">
                  <a:solidFill>
                    <a:srgbClr val="0000FF"/>
                  </a:solidFill>
                  <a:latin typeface="Times New Roman" pitchFamily="18" charset="0"/>
                  <a:ea typeface="华文行楷" panose="02010800040101010101" pitchFamily="2" charset="-122"/>
                  <a:cs typeface="+mn-cs"/>
                </a:rPr>
                <a:t>60</a:t>
              </a:r>
              <a:endParaRPr lang="en-US" altLang="zh-CN" sz="1600" b="1" i="1" kern="0">
                <a:solidFill>
                  <a:srgbClr val="0000FF"/>
                </a:solidFill>
                <a:latin typeface="Times New Roman" pitchFamily="18" charset="0"/>
                <a:ea typeface="华文行楷" panose="02010800040101010101" pitchFamily="2" charset="-122"/>
                <a:cs typeface="+mn-cs"/>
              </a:endParaRPr>
            </a:p>
          </p:txBody>
        </p:sp>
        <p:sp>
          <p:nvSpPr>
            <p:cNvPr id="122" name="Oval 87"/>
            <p:cNvSpPr>
              <a:spLocks noChangeArrowheads="1"/>
            </p:cNvSpPr>
            <p:nvPr/>
          </p:nvSpPr>
          <p:spPr bwMode="auto">
            <a:xfrm>
              <a:off x="8623" y="4402"/>
              <a:ext cx="273" cy="255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/>
          </p:spPr>
          <p:txBody>
            <a:bodyPr lIns="0" tIns="0" rIns="0" bIns="0"/>
            <a:lstStyle/>
            <a:p>
              <a:pPr algn="just" eaLnBrk="0" fontAlgn="auto" hangingPunct="0">
                <a:lnSpc>
                  <a:spcPct val="7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b="1" kern="0">
                  <a:solidFill>
                    <a:srgbClr val="0000FF"/>
                  </a:solidFill>
                  <a:latin typeface="Times New Roman" pitchFamily="18" charset="0"/>
                  <a:ea typeface="华文行楷" panose="02010800040101010101" pitchFamily="2" charset="-122"/>
                  <a:cs typeface="+mn-cs"/>
                </a:rPr>
                <a:t>63</a:t>
              </a:r>
              <a:endParaRPr lang="en-US" altLang="zh-CN" sz="1600" b="1" i="1" kern="0">
                <a:solidFill>
                  <a:srgbClr val="0000FF"/>
                </a:solidFill>
                <a:latin typeface="Times New Roman" pitchFamily="18" charset="0"/>
                <a:ea typeface="华文行楷" panose="02010800040101010101" pitchFamily="2" charset="-122"/>
                <a:cs typeface="+mn-cs"/>
              </a:endParaRPr>
            </a:p>
          </p:txBody>
        </p:sp>
        <p:sp>
          <p:nvSpPr>
            <p:cNvPr id="123" name="Oval 88"/>
            <p:cNvSpPr>
              <a:spLocks noChangeArrowheads="1"/>
            </p:cNvSpPr>
            <p:nvPr/>
          </p:nvSpPr>
          <p:spPr bwMode="auto">
            <a:xfrm>
              <a:off x="8963" y="4402"/>
              <a:ext cx="272" cy="255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/>
          </p:spPr>
          <p:txBody>
            <a:bodyPr lIns="0" tIns="0" rIns="0" bIns="0"/>
            <a:lstStyle/>
            <a:p>
              <a:pPr algn="just" eaLnBrk="0" fontAlgn="auto" hangingPunct="0">
                <a:lnSpc>
                  <a:spcPct val="7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b="1" kern="0">
                  <a:solidFill>
                    <a:srgbClr val="0000FF"/>
                  </a:solidFill>
                  <a:latin typeface="Times New Roman" pitchFamily="18" charset="0"/>
                  <a:ea typeface="华文行楷" panose="02010800040101010101" pitchFamily="2" charset="-122"/>
                  <a:cs typeface="+mn-cs"/>
                </a:rPr>
                <a:t>65</a:t>
              </a:r>
              <a:endParaRPr lang="en-US" altLang="zh-CN" sz="1600" b="1" i="1" kern="0">
                <a:solidFill>
                  <a:srgbClr val="0000FF"/>
                </a:solidFill>
                <a:latin typeface="Times New Roman" pitchFamily="18" charset="0"/>
                <a:ea typeface="华文行楷" panose="02010800040101010101" pitchFamily="2" charset="-122"/>
                <a:cs typeface="+mn-cs"/>
              </a:endParaRPr>
            </a:p>
          </p:txBody>
        </p:sp>
        <p:sp>
          <p:nvSpPr>
            <p:cNvPr id="124" name="Oval 89"/>
            <p:cNvSpPr>
              <a:spLocks noChangeArrowheads="1"/>
            </p:cNvSpPr>
            <p:nvPr/>
          </p:nvSpPr>
          <p:spPr bwMode="auto">
            <a:xfrm>
              <a:off x="1325" y="3675"/>
              <a:ext cx="272" cy="256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/>
          </p:spPr>
          <p:txBody>
            <a:bodyPr lIns="28800" tIns="0" rIns="0" bIns="0"/>
            <a:lstStyle/>
            <a:p>
              <a:pPr algn="just" eaLnBrk="0" fontAlgn="auto" hangingPunct="0">
                <a:lnSpc>
                  <a:spcPct val="7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b="1" kern="0">
                  <a:solidFill>
                    <a:srgbClr val="0000FF"/>
                  </a:solidFill>
                  <a:latin typeface="Times New Roman" pitchFamily="18" charset="0"/>
                  <a:ea typeface="华文行楷" panose="02010800040101010101" pitchFamily="2" charset="-122"/>
                  <a:cs typeface="+mn-cs"/>
                </a:rPr>
                <a:t>4</a:t>
              </a:r>
              <a:endParaRPr lang="en-US" altLang="zh-CN" sz="1600" b="1" i="1" kern="0">
                <a:solidFill>
                  <a:srgbClr val="0000FF"/>
                </a:solidFill>
                <a:latin typeface="Times New Roman" pitchFamily="18" charset="0"/>
                <a:ea typeface="华文行楷" panose="02010800040101010101" pitchFamily="2" charset="-122"/>
                <a:cs typeface="+mn-cs"/>
              </a:endParaRPr>
            </a:p>
          </p:txBody>
        </p:sp>
        <p:sp>
          <p:nvSpPr>
            <p:cNvPr id="125" name="Oval 90"/>
            <p:cNvSpPr>
              <a:spLocks noChangeArrowheads="1"/>
            </p:cNvSpPr>
            <p:nvPr/>
          </p:nvSpPr>
          <p:spPr bwMode="auto">
            <a:xfrm>
              <a:off x="1651" y="3673"/>
              <a:ext cx="272" cy="255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/>
          </p:spPr>
          <p:txBody>
            <a:bodyPr lIns="28800" tIns="0" rIns="0" bIns="0"/>
            <a:lstStyle/>
            <a:p>
              <a:pPr algn="just" eaLnBrk="0" fontAlgn="auto" hangingPunct="0">
                <a:lnSpc>
                  <a:spcPct val="7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b="1" kern="0">
                  <a:solidFill>
                    <a:srgbClr val="0000FF"/>
                  </a:solidFill>
                  <a:latin typeface="Times New Roman" pitchFamily="18" charset="0"/>
                  <a:ea typeface="华文行楷" panose="02010800040101010101" pitchFamily="2" charset="-122"/>
                  <a:cs typeface="+mn-cs"/>
                </a:rPr>
                <a:t>6</a:t>
              </a:r>
              <a:endParaRPr lang="en-US" altLang="zh-CN" sz="1600" b="1" i="1" kern="0">
                <a:solidFill>
                  <a:srgbClr val="0000FF"/>
                </a:solidFill>
                <a:latin typeface="Times New Roman" pitchFamily="18" charset="0"/>
                <a:ea typeface="华文行楷" panose="02010800040101010101" pitchFamily="2" charset="-122"/>
                <a:cs typeface="+mn-cs"/>
              </a:endParaRPr>
            </a:p>
          </p:txBody>
        </p:sp>
        <p:sp>
          <p:nvSpPr>
            <p:cNvPr id="126" name="Oval 91"/>
            <p:cNvSpPr>
              <a:spLocks noChangeArrowheads="1"/>
            </p:cNvSpPr>
            <p:nvPr/>
          </p:nvSpPr>
          <p:spPr bwMode="auto">
            <a:xfrm>
              <a:off x="1975" y="3671"/>
              <a:ext cx="272" cy="255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/>
          </p:spPr>
          <p:txBody>
            <a:bodyPr lIns="28800" tIns="0" rIns="0" bIns="0"/>
            <a:lstStyle/>
            <a:p>
              <a:pPr algn="just" eaLnBrk="0" fontAlgn="auto" hangingPunct="0">
                <a:lnSpc>
                  <a:spcPct val="7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b="1" kern="0">
                  <a:solidFill>
                    <a:srgbClr val="0000FF"/>
                  </a:solidFill>
                  <a:latin typeface="Times New Roman" pitchFamily="18" charset="0"/>
                  <a:ea typeface="华文行楷" panose="02010800040101010101" pitchFamily="2" charset="-122"/>
                  <a:cs typeface="+mn-cs"/>
                </a:rPr>
                <a:t>9</a:t>
              </a:r>
              <a:endParaRPr lang="en-US" altLang="zh-CN" sz="1600" b="1" i="1" kern="0">
                <a:solidFill>
                  <a:srgbClr val="0000FF"/>
                </a:solidFill>
                <a:latin typeface="Times New Roman" pitchFamily="18" charset="0"/>
                <a:ea typeface="华文行楷" panose="02010800040101010101" pitchFamily="2" charset="-122"/>
                <a:cs typeface="+mn-cs"/>
              </a:endParaRPr>
            </a:p>
          </p:txBody>
        </p:sp>
        <p:sp>
          <p:nvSpPr>
            <p:cNvPr id="127" name="Oval 92"/>
            <p:cNvSpPr>
              <a:spLocks noChangeArrowheads="1"/>
            </p:cNvSpPr>
            <p:nvPr/>
          </p:nvSpPr>
          <p:spPr bwMode="auto">
            <a:xfrm>
              <a:off x="2304" y="3673"/>
              <a:ext cx="272" cy="255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/>
          </p:spPr>
          <p:txBody>
            <a:bodyPr lIns="0" tIns="0" rIns="0" bIns="0"/>
            <a:lstStyle/>
            <a:p>
              <a:pPr algn="just" eaLnBrk="0" fontAlgn="auto" hangingPunct="0">
                <a:lnSpc>
                  <a:spcPct val="7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b="1" kern="0">
                  <a:solidFill>
                    <a:srgbClr val="0000FF"/>
                  </a:solidFill>
                  <a:latin typeface="Times New Roman" pitchFamily="18" charset="0"/>
                  <a:ea typeface="华文行楷" panose="02010800040101010101" pitchFamily="2" charset="-122"/>
                  <a:cs typeface="+mn-cs"/>
                </a:rPr>
                <a:t>11</a:t>
              </a:r>
              <a:endParaRPr lang="en-US" altLang="zh-CN" sz="1600" b="1" i="1" kern="0">
                <a:solidFill>
                  <a:srgbClr val="0000FF"/>
                </a:solidFill>
                <a:latin typeface="Times New Roman" pitchFamily="18" charset="0"/>
                <a:ea typeface="华文行楷" panose="02010800040101010101" pitchFamily="2" charset="-122"/>
                <a:cs typeface="+mn-cs"/>
              </a:endParaRPr>
            </a:p>
          </p:txBody>
        </p:sp>
        <p:sp>
          <p:nvSpPr>
            <p:cNvPr id="128" name="Oval 93"/>
            <p:cNvSpPr>
              <a:spLocks noChangeArrowheads="1"/>
            </p:cNvSpPr>
            <p:nvPr/>
          </p:nvSpPr>
          <p:spPr bwMode="auto">
            <a:xfrm>
              <a:off x="2641" y="3673"/>
              <a:ext cx="272" cy="255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/>
          </p:spPr>
          <p:txBody>
            <a:bodyPr lIns="0" tIns="0" rIns="0" bIns="0"/>
            <a:lstStyle/>
            <a:p>
              <a:pPr algn="just" eaLnBrk="0" fontAlgn="auto" hangingPunct="0">
                <a:lnSpc>
                  <a:spcPct val="7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b="1" kern="0">
                  <a:solidFill>
                    <a:srgbClr val="0000FF"/>
                  </a:solidFill>
                  <a:latin typeface="Times New Roman" pitchFamily="18" charset="0"/>
                  <a:ea typeface="华文行楷" panose="02010800040101010101" pitchFamily="2" charset="-122"/>
                  <a:cs typeface="+mn-cs"/>
                </a:rPr>
                <a:t>14</a:t>
              </a:r>
              <a:endParaRPr lang="en-US" altLang="zh-CN" sz="1600" b="1" i="1" kern="0">
                <a:solidFill>
                  <a:srgbClr val="0000FF"/>
                </a:solidFill>
                <a:latin typeface="Times New Roman" pitchFamily="18" charset="0"/>
                <a:ea typeface="华文行楷" panose="02010800040101010101" pitchFamily="2" charset="-122"/>
                <a:cs typeface="+mn-cs"/>
              </a:endParaRPr>
            </a:p>
          </p:txBody>
        </p:sp>
        <p:sp>
          <p:nvSpPr>
            <p:cNvPr id="129" name="Oval 94"/>
            <p:cNvSpPr>
              <a:spLocks noChangeArrowheads="1"/>
            </p:cNvSpPr>
            <p:nvPr/>
          </p:nvSpPr>
          <p:spPr bwMode="auto">
            <a:xfrm>
              <a:off x="2987" y="3671"/>
              <a:ext cx="272" cy="255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/>
          </p:spPr>
          <p:txBody>
            <a:bodyPr lIns="0" tIns="0" rIns="0" bIns="0"/>
            <a:lstStyle/>
            <a:p>
              <a:pPr algn="just" eaLnBrk="0" fontAlgn="auto" hangingPunct="0">
                <a:lnSpc>
                  <a:spcPct val="7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b="1" kern="0">
                  <a:solidFill>
                    <a:srgbClr val="0000FF"/>
                  </a:solidFill>
                  <a:latin typeface="Times New Roman" pitchFamily="18" charset="0"/>
                  <a:ea typeface="华文行楷" panose="02010800040101010101" pitchFamily="2" charset="-122"/>
                  <a:cs typeface="+mn-cs"/>
                </a:rPr>
                <a:t>16</a:t>
              </a:r>
              <a:endParaRPr lang="en-US" altLang="zh-CN" sz="1600" b="1" i="1" kern="0">
                <a:solidFill>
                  <a:srgbClr val="0000FF"/>
                </a:solidFill>
                <a:latin typeface="Times New Roman" pitchFamily="18" charset="0"/>
                <a:ea typeface="华文行楷" panose="02010800040101010101" pitchFamily="2" charset="-122"/>
                <a:cs typeface="+mn-cs"/>
              </a:endParaRPr>
            </a:p>
          </p:txBody>
        </p:sp>
        <p:sp>
          <p:nvSpPr>
            <p:cNvPr id="130" name="Oval 95"/>
            <p:cNvSpPr>
              <a:spLocks noChangeArrowheads="1"/>
            </p:cNvSpPr>
            <p:nvPr/>
          </p:nvSpPr>
          <p:spPr bwMode="auto">
            <a:xfrm>
              <a:off x="3331" y="3673"/>
              <a:ext cx="272" cy="255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/>
          </p:spPr>
          <p:txBody>
            <a:bodyPr lIns="0" tIns="0" rIns="0" bIns="0"/>
            <a:lstStyle/>
            <a:p>
              <a:pPr algn="just" eaLnBrk="0" fontAlgn="auto" hangingPunct="0">
                <a:lnSpc>
                  <a:spcPct val="7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b="1" kern="0">
                  <a:solidFill>
                    <a:srgbClr val="0000FF"/>
                  </a:solidFill>
                  <a:latin typeface="Times New Roman" pitchFamily="18" charset="0"/>
                  <a:ea typeface="华文行楷" panose="02010800040101010101" pitchFamily="2" charset="-122"/>
                  <a:cs typeface="+mn-cs"/>
                </a:rPr>
                <a:t>20</a:t>
              </a:r>
              <a:endParaRPr lang="en-US" altLang="zh-CN" sz="1600" b="1" i="1" kern="0">
                <a:solidFill>
                  <a:srgbClr val="0000FF"/>
                </a:solidFill>
                <a:latin typeface="Times New Roman" pitchFamily="18" charset="0"/>
                <a:ea typeface="华文行楷" panose="02010800040101010101" pitchFamily="2" charset="-122"/>
                <a:cs typeface="+mn-cs"/>
              </a:endParaRPr>
            </a:p>
          </p:txBody>
        </p:sp>
        <p:sp>
          <p:nvSpPr>
            <p:cNvPr id="131" name="Oval 96"/>
            <p:cNvSpPr>
              <a:spLocks noChangeArrowheads="1"/>
            </p:cNvSpPr>
            <p:nvPr/>
          </p:nvSpPr>
          <p:spPr bwMode="auto">
            <a:xfrm>
              <a:off x="3672" y="3671"/>
              <a:ext cx="273" cy="255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/>
          </p:spPr>
          <p:txBody>
            <a:bodyPr lIns="0" tIns="0" rIns="0" bIns="0"/>
            <a:lstStyle/>
            <a:p>
              <a:pPr algn="just" eaLnBrk="0" fontAlgn="auto" hangingPunct="0">
                <a:lnSpc>
                  <a:spcPct val="7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b="1" kern="0">
                  <a:solidFill>
                    <a:srgbClr val="0000FF"/>
                  </a:solidFill>
                  <a:latin typeface="Times New Roman" pitchFamily="18" charset="0"/>
                  <a:ea typeface="华文行楷" panose="02010800040101010101" pitchFamily="2" charset="-122"/>
                  <a:cs typeface="+mn-cs"/>
                </a:rPr>
                <a:t>22</a:t>
              </a:r>
              <a:endParaRPr lang="en-US" altLang="zh-CN" sz="1600" b="1" i="1" kern="0">
                <a:solidFill>
                  <a:srgbClr val="0000FF"/>
                </a:solidFill>
                <a:latin typeface="Times New Roman" pitchFamily="18" charset="0"/>
                <a:ea typeface="华文行楷" panose="02010800040101010101" pitchFamily="2" charset="-122"/>
                <a:cs typeface="+mn-cs"/>
              </a:endParaRPr>
            </a:p>
          </p:txBody>
        </p:sp>
        <p:sp>
          <p:nvSpPr>
            <p:cNvPr id="132" name="Oval 97"/>
            <p:cNvSpPr>
              <a:spLocks noChangeArrowheads="1"/>
            </p:cNvSpPr>
            <p:nvPr/>
          </p:nvSpPr>
          <p:spPr bwMode="auto">
            <a:xfrm>
              <a:off x="4011" y="3673"/>
              <a:ext cx="272" cy="255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/>
          </p:spPr>
          <p:txBody>
            <a:bodyPr lIns="0" tIns="0" rIns="0" bIns="0"/>
            <a:lstStyle/>
            <a:p>
              <a:pPr algn="just" eaLnBrk="0" fontAlgn="auto" hangingPunct="0">
                <a:lnSpc>
                  <a:spcPct val="7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b="1" kern="0">
                  <a:solidFill>
                    <a:srgbClr val="0000FF"/>
                  </a:solidFill>
                  <a:latin typeface="Times New Roman" pitchFamily="18" charset="0"/>
                  <a:ea typeface="华文行楷" panose="02010800040101010101" pitchFamily="2" charset="-122"/>
                  <a:cs typeface="+mn-cs"/>
                </a:rPr>
                <a:t>25</a:t>
              </a:r>
              <a:endParaRPr lang="en-US" altLang="zh-CN" sz="1600" b="1" i="1" kern="0">
                <a:solidFill>
                  <a:srgbClr val="0000FF"/>
                </a:solidFill>
                <a:latin typeface="Times New Roman" pitchFamily="18" charset="0"/>
                <a:ea typeface="华文行楷" panose="02010800040101010101" pitchFamily="2" charset="-122"/>
                <a:cs typeface="+mn-cs"/>
              </a:endParaRPr>
            </a:p>
          </p:txBody>
        </p:sp>
        <p:sp>
          <p:nvSpPr>
            <p:cNvPr id="133" name="Oval 98"/>
            <p:cNvSpPr>
              <a:spLocks noChangeArrowheads="1"/>
            </p:cNvSpPr>
            <p:nvPr/>
          </p:nvSpPr>
          <p:spPr bwMode="auto">
            <a:xfrm>
              <a:off x="4353" y="3673"/>
              <a:ext cx="273" cy="255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/>
          </p:spPr>
          <p:txBody>
            <a:bodyPr lIns="0" tIns="0" rIns="0" bIns="0"/>
            <a:lstStyle/>
            <a:p>
              <a:pPr algn="just" eaLnBrk="0" fontAlgn="auto" hangingPunct="0">
                <a:lnSpc>
                  <a:spcPct val="7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b="1" kern="0">
                  <a:solidFill>
                    <a:srgbClr val="0000FF"/>
                  </a:solidFill>
                  <a:latin typeface="Times New Roman" pitchFamily="18" charset="0"/>
                  <a:ea typeface="华文行楷" panose="02010800040101010101" pitchFamily="2" charset="-122"/>
                  <a:cs typeface="+mn-cs"/>
                </a:rPr>
                <a:t>27</a:t>
              </a:r>
              <a:endParaRPr lang="en-US" altLang="zh-CN" sz="1600" b="1" i="1" kern="0">
                <a:solidFill>
                  <a:srgbClr val="0000FF"/>
                </a:solidFill>
                <a:latin typeface="Times New Roman" pitchFamily="18" charset="0"/>
                <a:ea typeface="华文行楷" panose="02010800040101010101" pitchFamily="2" charset="-122"/>
                <a:cs typeface="+mn-cs"/>
              </a:endParaRPr>
            </a:p>
          </p:txBody>
        </p:sp>
        <p:sp>
          <p:nvSpPr>
            <p:cNvPr id="134" name="Oval 99"/>
            <p:cNvSpPr>
              <a:spLocks noChangeArrowheads="1"/>
            </p:cNvSpPr>
            <p:nvPr/>
          </p:nvSpPr>
          <p:spPr bwMode="auto">
            <a:xfrm>
              <a:off x="4696" y="3673"/>
              <a:ext cx="272" cy="255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/>
          </p:spPr>
          <p:txBody>
            <a:bodyPr lIns="0" tIns="0" rIns="0" bIns="0"/>
            <a:lstStyle/>
            <a:p>
              <a:pPr algn="just" eaLnBrk="0" fontAlgn="auto" hangingPunct="0">
                <a:lnSpc>
                  <a:spcPct val="7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b="1" kern="0">
                  <a:solidFill>
                    <a:srgbClr val="0000FF"/>
                  </a:solidFill>
                  <a:latin typeface="Times New Roman" pitchFamily="18" charset="0"/>
                  <a:ea typeface="华文行楷" panose="02010800040101010101" pitchFamily="2" charset="-122"/>
                  <a:cs typeface="+mn-cs"/>
                </a:rPr>
                <a:t>30</a:t>
              </a:r>
              <a:endParaRPr lang="en-US" altLang="zh-CN" sz="1600" b="1" i="1" kern="0">
                <a:solidFill>
                  <a:srgbClr val="0000FF"/>
                </a:solidFill>
                <a:latin typeface="Times New Roman" pitchFamily="18" charset="0"/>
                <a:ea typeface="华文行楷" panose="02010800040101010101" pitchFamily="2" charset="-122"/>
                <a:cs typeface="+mn-cs"/>
              </a:endParaRPr>
            </a:p>
          </p:txBody>
        </p:sp>
        <p:sp>
          <p:nvSpPr>
            <p:cNvPr id="135" name="Oval 100"/>
            <p:cNvSpPr>
              <a:spLocks noChangeArrowheads="1"/>
            </p:cNvSpPr>
            <p:nvPr/>
          </p:nvSpPr>
          <p:spPr bwMode="auto">
            <a:xfrm>
              <a:off x="5026" y="3671"/>
              <a:ext cx="272" cy="255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/>
          </p:spPr>
          <p:txBody>
            <a:bodyPr lIns="0" tIns="0" rIns="0" bIns="0"/>
            <a:lstStyle/>
            <a:p>
              <a:pPr algn="just" eaLnBrk="0" fontAlgn="auto" hangingPunct="0">
                <a:lnSpc>
                  <a:spcPct val="7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b="1" kern="0">
                  <a:solidFill>
                    <a:srgbClr val="0000FF"/>
                  </a:solidFill>
                  <a:latin typeface="Times New Roman" pitchFamily="18" charset="0"/>
                  <a:ea typeface="华文行楷" panose="02010800040101010101" pitchFamily="2" charset="-122"/>
                  <a:cs typeface="+mn-cs"/>
                </a:rPr>
                <a:t>32</a:t>
              </a:r>
              <a:endParaRPr lang="en-US" altLang="zh-CN" sz="1600" b="1" i="1" kern="0">
                <a:solidFill>
                  <a:srgbClr val="0000FF"/>
                </a:solidFill>
                <a:latin typeface="Times New Roman" pitchFamily="18" charset="0"/>
                <a:ea typeface="华文行楷" panose="02010800040101010101" pitchFamily="2" charset="-122"/>
                <a:cs typeface="+mn-cs"/>
              </a:endParaRPr>
            </a:p>
          </p:txBody>
        </p:sp>
        <p:sp>
          <p:nvSpPr>
            <p:cNvPr id="136" name="Oval 101"/>
            <p:cNvSpPr>
              <a:spLocks noChangeArrowheads="1"/>
            </p:cNvSpPr>
            <p:nvPr/>
          </p:nvSpPr>
          <p:spPr bwMode="auto">
            <a:xfrm>
              <a:off x="5344" y="3671"/>
              <a:ext cx="272" cy="255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/>
          </p:spPr>
          <p:txBody>
            <a:bodyPr lIns="0" tIns="0" rIns="0" bIns="0"/>
            <a:lstStyle/>
            <a:p>
              <a:pPr algn="just" eaLnBrk="0" fontAlgn="auto" hangingPunct="0">
                <a:lnSpc>
                  <a:spcPct val="7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b="1" kern="0">
                  <a:solidFill>
                    <a:srgbClr val="0000FF"/>
                  </a:solidFill>
                  <a:latin typeface="Times New Roman" pitchFamily="18" charset="0"/>
                  <a:ea typeface="华文行楷" panose="02010800040101010101" pitchFamily="2" charset="-122"/>
                  <a:cs typeface="+mn-cs"/>
                </a:rPr>
                <a:t>36</a:t>
              </a:r>
              <a:endParaRPr lang="en-US" altLang="zh-CN" sz="1600" b="1" i="1" kern="0">
                <a:solidFill>
                  <a:srgbClr val="0000FF"/>
                </a:solidFill>
                <a:latin typeface="Times New Roman" pitchFamily="18" charset="0"/>
                <a:ea typeface="华文行楷" panose="02010800040101010101" pitchFamily="2" charset="-122"/>
                <a:cs typeface="+mn-cs"/>
              </a:endParaRPr>
            </a:p>
          </p:txBody>
        </p:sp>
        <p:sp>
          <p:nvSpPr>
            <p:cNvPr id="137" name="Oval 102"/>
            <p:cNvSpPr>
              <a:spLocks noChangeArrowheads="1"/>
            </p:cNvSpPr>
            <p:nvPr/>
          </p:nvSpPr>
          <p:spPr bwMode="auto">
            <a:xfrm>
              <a:off x="5663" y="3671"/>
              <a:ext cx="272" cy="255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/>
          </p:spPr>
          <p:txBody>
            <a:bodyPr lIns="0" tIns="0" rIns="0" bIns="0"/>
            <a:lstStyle/>
            <a:p>
              <a:pPr algn="just" eaLnBrk="0" fontAlgn="auto" hangingPunct="0">
                <a:lnSpc>
                  <a:spcPct val="7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b="1" kern="0">
                  <a:solidFill>
                    <a:srgbClr val="0000FF"/>
                  </a:solidFill>
                  <a:latin typeface="Times New Roman" pitchFamily="18" charset="0"/>
                  <a:ea typeface="华文行楷" panose="02010800040101010101" pitchFamily="2" charset="-122"/>
                  <a:cs typeface="+mn-cs"/>
                </a:rPr>
                <a:t>38</a:t>
              </a:r>
              <a:endParaRPr lang="en-US" altLang="zh-CN" sz="1600" b="1" i="1" kern="0">
                <a:solidFill>
                  <a:srgbClr val="0000FF"/>
                </a:solidFill>
                <a:latin typeface="Times New Roman" pitchFamily="18" charset="0"/>
                <a:ea typeface="华文行楷" panose="02010800040101010101" pitchFamily="2" charset="-122"/>
                <a:cs typeface="+mn-cs"/>
              </a:endParaRPr>
            </a:p>
          </p:txBody>
        </p:sp>
        <p:sp>
          <p:nvSpPr>
            <p:cNvPr id="138" name="Oval 103"/>
            <p:cNvSpPr>
              <a:spLocks noChangeArrowheads="1"/>
            </p:cNvSpPr>
            <p:nvPr/>
          </p:nvSpPr>
          <p:spPr bwMode="auto">
            <a:xfrm>
              <a:off x="5993" y="3674"/>
              <a:ext cx="272" cy="255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/>
          </p:spPr>
          <p:txBody>
            <a:bodyPr lIns="0" tIns="0" rIns="0" bIns="0"/>
            <a:lstStyle/>
            <a:p>
              <a:pPr algn="just" eaLnBrk="0" fontAlgn="auto" hangingPunct="0">
                <a:lnSpc>
                  <a:spcPct val="7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b="1" kern="0">
                  <a:solidFill>
                    <a:srgbClr val="0000FF"/>
                  </a:solidFill>
                  <a:latin typeface="Times New Roman" pitchFamily="18" charset="0"/>
                  <a:ea typeface="华文行楷" panose="02010800040101010101" pitchFamily="2" charset="-122"/>
                  <a:cs typeface="+mn-cs"/>
                </a:rPr>
                <a:t>41</a:t>
              </a:r>
              <a:endParaRPr lang="en-US" altLang="zh-CN" sz="1600" b="1" i="1" kern="0">
                <a:solidFill>
                  <a:srgbClr val="0000FF"/>
                </a:solidFill>
                <a:latin typeface="Times New Roman" pitchFamily="18" charset="0"/>
                <a:ea typeface="华文行楷" panose="02010800040101010101" pitchFamily="2" charset="-122"/>
                <a:cs typeface="+mn-cs"/>
              </a:endParaRPr>
            </a:p>
          </p:txBody>
        </p:sp>
        <p:sp>
          <p:nvSpPr>
            <p:cNvPr id="139" name="Oval 104"/>
            <p:cNvSpPr>
              <a:spLocks noChangeArrowheads="1"/>
            </p:cNvSpPr>
            <p:nvPr/>
          </p:nvSpPr>
          <p:spPr bwMode="auto">
            <a:xfrm>
              <a:off x="6327" y="3675"/>
              <a:ext cx="272" cy="256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/>
          </p:spPr>
          <p:txBody>
            <a:bodyPr lIns="0" tIns="0" rIns="0" bIns="0"/>
            <a:lstStyle/>
            <a:p>
              <a:pPr algn="just" eaLnBrk="0" fontAlgn="auto" hangingPunct="0">
                <a:lnSpc>
                  <a:spcPct val="7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b="1" kern="0">
                  <a:solidFill>
                    <a:srgbClr val="0000FF"/>
                  </a:solidFill>
                  <a:latin typeface="Times New Roman" pitchFamily="18" charset="0"/>
                  <a:ea typeface="华文行楷" panose="02010800040101010101" pitchFamily="2" charset="-122"/>
                  <a:cs typeface="+mn-cs"/>
                </a:rPr>
                <a:t>43</a:t>
              </a:r>
              <a:endParaRPr lang="en-US" altLang="zh-CN" sz="1600" b="1" i="1" kern="0">
                <a:solidFill>
                  <a:srgbClr val="0000FF"/>
                </a:solidFill>
                <a:latin typeface="Times New Roman" pitchFamily="18" charset="0"/>
                <a:ea typeface="华文行楷" panose="02010800040101010101" pitchFamily="2" charset="-122"/>
                <a:cs typeface="+mn-cs"/>
              </a:endParaRPr>
            </a:p>
          </p:txBody>
        </p:sp>
        <p:sp>
          <p:nvSpPr>
            <p:cNvPr id="140" name="Oval 105"/>
            <p:cNvSpPr>
              <a:spLocks noChangeArrowheads="1"/>
            </p:cNvSpPr>
            <p:nvPr/>
          </p:nvSpPr>
          <p:spPr bwMode="auto">
            <a:xfrm>
              <a:off x="6653" y="3674"/>
              <a:ext cx="272" cy="255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/>
          </p:spPr>
          <p:txBody>
            <a:bodyPr lIns="0" tIns="0" rIns="0" bIns="0"/>
            <a:lstStyle/>
            <a:p>
              <a:pPr algn="just" eaLnBrk="0" fontAlgn="auto" hangingPunct="0">
                <a:lnSpc>
                  <a:spcPct val="7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b="1" kern="0">
                  <a:solidFill>
                    <a:srgbClr val="0000FF"/>
                  </a:solidFill>
                  <a:latin typeface="Times New Roman" pitchFamily="18" charset="0"/>
                  <a:ea typeface="华文行楷" panose="02010800040101010101" pitchFamily="2" charset="-122"/>
                  <a:cs typeface="+mn-cs"/>
                </a:rPr>
                <a:t>46</a:t>
              </a:r>
              <a:endParaRPr lang="en-US" altLang="zh-CN" sz="1600" b="1" i="1" kern="0">
                <a:solidFill>
                  <a:srgbClr val="0000FF"/>
                </a:solidFill>
                <a:latin typeface="Times New Roman" pitchFamily="18" charset="0"/>
                <a:ea typeface="华文行楷" panose="02010800040101010101" pitchFamily="2" charset="-122"/>
                <a:cs typeface="+mn-cs"/>
              </a:endParaRPr>
            </a:p>
          </p:txBody>
        </p:sp>
        <p:sp>
          <p:nvSpPr>
            <p:cNvPr id="141" name="Oval 106"/>
            <p:cNvSpPr>
              <a:spLocks noChangeArrowheads="1"/>
            </p:cNvSpPr>
            <p:nvPr/>
          </p:nvSpPr>
          <p:spPr bwMode="auto">
            <a:xfrm>
              <a:off x="6986" y="3674"/>
              <a:ext cx="272" cy="255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/>
          </p:spPr>
          <p:txBody>
            <a:bodyPr lIns="0" tIns="0" rIns="0" bIns="0"/>
            <a:lstStyle/>
            <a:p>
              <a:pPr algn="just" eaLnBrk="0" fontAlgn="auto" hangingPunct="0">
                <a:lnSpc>
                  <a:spcPct val="7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b="1" kern="0">
                  <a:solidFill>
                    <a:srgbClr val="0000FF"/>
                  </a:solidFill>
                  <a:latin typeface="Times New Roman" pitchFamily="18" charset="0"/>
                  <a:ea typeface="华文行楷" panose="02010800040101010101" pitchFamily="2" charset="-122"/>
                  <a:cs typeface="+mn-cs"/>
                </a:rPr>
                <a:t>48</a:t>
              </a:r>
              <a:endParaRPr lang="en-US" altLang="zh-CN" sz="1600" b="1" i="1" kern="0">
                <a:solidFill>
                  <a:srgbClr val="0000FF"/>
                </a:solidFill>
                <a:latin typeface="Times New Roman" pitchFamily="18" charset="0"/>
                <a:ea typeface="华文行楷" panose="02010800040101010101" pitchFamily="2" charset="-122"/>
                <a:cs typeface="+mn-cs"/>
              </a:endParaRPr>
            </a:p>
          </p:txBody>
        </p:sp>
        <p:sp>
          <p:nvSpPr>
            <p:cNvPr id="142" name="Oval 107"/>
            <p:cNvSpPr>
              <a:spLocks noChangeArrowheads="1"/>
            </p:cNvSpPr>
            <p:nvPr/>
          </p:nvSpPr>
          <p:spPr bwMode="auto">
            <a:xfrm>
              <a:off x="7317" y="3672"/>
              <a:ext cx="272" cy="255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/>
          </p:spPr>
          <p:txBody>
            <a:bodyPr lIns="0" tIns="0" rIns="0" bIns="0"/>
            <a:lstStyle/>
            <a:p>
              <a:pPr algn="just" eaLnBrk="0" fontAlgn="auto" hangingPunct="0">
                <a:lnSpc>
                  <a:spcPct val="7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b="1" kern="0">
                  <a:solidFill>
                    <a:srgbClr val="0000FF"/>
                  </a:solidFill>
                  <a:latin typeface="Times New Roman" pitchFamily="18" charset="0"/>
                  <a:ea typeface="华文行楷" panose="02010800040101010101" pitchFamily="2" charset="-122"/>
                  <a:cs typeface="+mn-cs"/>
                </a:rPr>
                <a:t>52</a:t>
              </a:r>
              <a:endParaRPr lang="en-US" altLang="zh-CN" sz="1600" b="1" i="1" kern="0">
                <a:solidFill>
                  <a:srgbClr val="0000FF"/>
                </a:solidFill>
                <a:latin typeface="Times New Roman" pitchFamily="18" charset="0"/>
                <a:ea typeface="华文行楷" panose="02010800040101010101" pitchFamily="2" charset="-122"/>
                <a:cs typeface="+mn-cs"/>
              </a:endParaRPr>
            </a:p>
          </p:txBody>
        </p:sp>
        <p:sp>
          <p:nvSpPr>
            <p:cNvPr id="143" name="Oval 108"/>
            <p:cNvSpPr>
              <a:spLocks noChangeArrowheads="1"/>
            </p:cNvSpPr>
            <p:nvPr/>
          </p:nvSpPr>
          <p:spPr bwMode="auto">
            <a:xfrm>
              <a:off x="7642" y="3672"/>
              <a:ext cx="272" cy="255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/>
          </p:spPr>
          <p:txBody>
            <a:bodyPr lIns="0" tIns="0" rIns="0" bIns="0"/>
            <a:lstStyle/>
            <a:p>
              <a:pPr algn="just" eaLnBrk="0" fontAlgn="auto" hangingPunct="0">
                <a:lnSpc>
                  <a:spcPct val="7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b="1" kern="0">
                  <a:solidFill>
                    <a:srgbClr val="0000FF"/>
                  </a:solidFill>
                  <a:latin typeface="Times New Roman" pitchFamily="18" charset="0"/>
                  <a:ea typeface="华文行楷" panose="02010800040101010101" pitchFamily="2" charset="-122"/>
                  <a:cs typeface="+mn-cs"/>
                </a:rPr>
                <a:t>54</a:t>
              </a:r>
              <a:endParaRPr lang="en-US" altLang="zh-CN" sz="1600" b="1" i="1" kern="0">
                <a:solidFill>
                  <a:srgbClr val="0000FF"/>
                </a:solidFill>
                <a:latin typeface="Times New Roman" pitchFamily="18" charset="0"/>
                <a:ea typeface="华文行楷" panose="02010800040101010101" pitchFamily="2" charset="-122"/>
                <a:cs typeface="+mn-cs"/>
              </a:endParaRPr>
            </a:p>
          </p:txBody>
        </p:sp>
        <p:sp>
          <p:nvSpPr>
            <p:cNvPr id="144" name="Oval 109"/>
            <p:cNvSpPr>
              <a:spLocks noChangeArrowheads="1"/>
            </p:cNvSpPr>
            <p:nvPr/>
          </p:nvSpPr>
          <p:spPr bwMode="auto">
            <a:xfrm>
              <a:off x="7977" y="3672"/>
              <a:ext cx="272" cy="255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/>
          </p:spPr>
          <p:txBody>
            <a:bodyPr lIns="0" tIns="0" rIns="0" bIns="0"/>
            <a:lstStyle/>
            <a:p>
              <a:pPr algn="just" eaLnBrk="0" fontAlgn="auto" hangingPunct="0">
                <a:lnSpc>
                  <a:spcPct val="7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b="1" kern="0">
                  <a:solidFill>
                    <a:srgbClr val="0000FF"/>
                  </a:solidFill>
                  <a:latin typeface="Times New Roman" pitchFamily="18" charset="0"/>
                  <a:ea typeface="华文行楷" panose="02010800040101010101" pitchFamily="2" charset="-122"/>
                  <a:cs typeface="+mn-cs"/>
                </a:rPr>
                <a:t>57</a:t>
              </a:r>
              <a:endParaRPr lang="en-US" altLang="zh-CN" sz="1600" b="1" i="1" kern="0">
                <a:solidFill>
                  <a:srgbClr val="0000FF"/>
                </a:solidFill>
                <a:latin typeface="Times New Roman" pitchFamily="18" charset="0"/>
                <a:ea typeface="华文行楷" panose="02010800040101010101" pitchFamily="2" charset="-122"/>
                <a:cs typeface="+mn-cs"/>
              </a:endParaRPr>
            </a:p>
          </p:txBody>
        </p:sp>
        <p:sp>
          <p:nvSpPr>
            <p:cNvPr id="145" name="Oval 110"/>
            <p:cNvSpPr>
              <a:spLocks noChangeArrowheads="1"/>
            </p:cNvSpPr>
            <p:nvPr/>
          </p:nvSpPr>
          <p:spPr bwMode="auto">
            <a:xfrm>
              <a:off x="8304" y="3672"/>
              <a:ext cx="272" cy="255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/>
          </p:spPr>
          <p:txBody>
            <a:bodyPr lIns="0" tIns="0" rIns="0" bIns="0"/>
            <a:lstStyle/>
            <a:p>
              <a:pPr algn="just" eaLnBrk="0" fontAlgn="auto" hangingPunct="0">
                <a:lnSpc>
                  <a:spcPct val="7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b="1" kern="0">
                  <a:solidFill>
                    <a:srgbClr val="0000FF"/>
                  </a:solidFill>
                  <a:latin typeface="Times New Roman" pitchFamily="18" charset="0"/>
                  <a:ea typeface="华文行楷" panose="02010800040101010101" pitchFamily="2" charset="-122"/>
                  <a:cs typeface="+mn-cs"/>
                </a:rPr>
                <a:t>59</a:t>
              </a:r>
              <a:endParaRPr lang="en-US" altLang="zh-CN" sz="1600" b="1" i="1" kern="0">
                <a:solidFill>
                  <a:srgbClr val="0000FF"/>
                </a:solidFill>
                <a:latin typeface="Times New Roman" pitchFamily="18" charset="0"/>
                <a:ea typeface="华文行楷" panose="02010800040101010101" pitchFamily="2" charset="-122"/>
                <a:cs typeface="+mn-cs"/>
              </a:endParaRPr>
            </a:p>
          </p:txBody>
        </p:sp>
        <p:sp>
          <p:nvSpPr>
            <p:cNvPr id="146" name="Oval 111"/>
            <p:cNvSpPr>
              <a:spLocks noChangeArrowheads="1"/>
            </p:cNvSpPr>
            <p:nvPr/>
          </p:nvSpPr>
          <p:spPr bwMode="auto">
            <a:xfrm>
              <a:off x="8634" y="3672"/>
              <a:ext cx="273" cy="255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/>
          </p:spPr>
          <p:txBody>
            <a:bodyPr lIns="0" tIns="0" rIns="0" bIns="0"/>
            <a:lstStyle/>
            <a:p>
              <a:pPr algn="just" eaLnBrk="0" fontAlgn="auto" hangingPunct="0">
                <a:lnSpc>
                  <a:spcPct val="7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b="1" kern="0">
                  <a:solidFill>
                    <a:srgbClr val="0000FF"/>
                  </a:solidFill>
                  <a:latin typeface="Times New Roman" pitchFamily="18" charset="0"/>
                  <a:ea typeface="华文行楷" panose="02010800040101010101" pitchFamily="2" charset="-122"/>
                  <a:cs typeface="+mn-cs"/>
                </a:rPr>
                <a:t>62</a:t>
              </a:r>
              <a:endParaRPr lang="en-US" altLang="zh-CN" sz="1600" b="1" i="1" kern="0">
                <a:solidFill>
                  <a:srgbClr val="0000FF"/>
                </a:solidFill>
                <a:latin typeface="Times New Roman" pitchFamily="18" charset="0"/>
                <a:ea typeface="华文行楷" panose="02010800040101010101" pitchFamily="2" charset="-122"/>
                <a:cs typeface="+mn-cs"/>
              </a:endParaRPr>
            </a:p>
          </p:txBody>
        </p:sp>
        <p:sp>
          <p:nvSpPr>
            <p:cNvPr id="147" name="Oval 112"/>
            <p:cNvSpPr>
              <a:spLocks noChangeArrowheads="1"/>
            </p:cNvSpPr>
            <p:nvPr/>
          </p:nvSpPr>
          <p:spPr bwMode="auto">
            <a:xfrm>
              <a:off x="8974" y="3672"/>
              <a:ext cx="272" cy="255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/>
          </p:spPr>
          <p:txBody>
            <a:bodyPr lIns="0" tIns="0" rIns="0" bIns="0"/>
            <a:lstStyle/>
            <a:p>
              <a:pPr algn="just" eaLnBrk="0" fontAlgn="auto" hangingPunct="0">
                <a:lnSpc>
                  <a:spcPct val="7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b="1" kern="0">
                  <a:solidFill>
                    <a:srgbClr val="0000FF"/>
                  </a:solidFill>
                  <a:latin typeface="Times New Roman" pitchFamily="18" charset="0"/>
                  <a:ea typeface="华文行楷" panose="02010800040101010101" pitchFamily="2" charset="-122"/>
                  <a:cs typeface="+mn-cs"/>
                </a:rPr>
                <a:t>64</a:t>
              </a:r>
              <a:endParaRPr lang="en-US" altLang="zh-CN" sz="1600" b="1" i="1" kern="0">
                <a:solidFill>
                  <a:srgbClr val="0000FF"/>
                </a:solidFill>
                <a:latin typeface="Times New Roman" pitchFamily="18" charset="0"/>
                <a:ea typeface="华文行楷" panose="02010800040101010101" pitchFamily="2" charset="-122"/>
                <a:cs typeface="+mn-cs"/>
              </a:endParaRPr>
            </a:p>
          </p:txBody>
        </p:sp>
        <p:sp>
          <p:nvSpPr>
            <p:cNvPr id="148" name="Oval 113"/>
            <p:cNvSpPr>
              <a:spLocks noChangeArrowheads="1"/>
            </p:cNvSpPr>
            <p:nvPr/>
          </p:nvSpPr>
          <p:spPr bwMode="auto">
            <a:xfrm>
              <a:off x="1510" y="2954"/>
              <a:ext cx="273" cy="255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/>
          </p:spPr>
          <p:txBody>
            <a:bodyPr lIns="28800" tIns="0" rIns="0" bIns="0"/>
            <a:lstStyle/>
            <a:p>
              <a:pPr algn="just" eaLnBrk="0" fontAlgn="auto" hangingPunct="0">
                <a:lnSpc>
                  <a:spcPct val="7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b="1" kern="0">
                  <a:solidFill>
                    <a:srgbClr val="0000FF"/>
                  </a:solidFill>
                  <a:latin typeface="Times New Roman" pitchFamily="18" charset="0"/>
                  <a:ea typeface="华文行楷" panose="02010800040101010101" pitchFamily="2" charset="-122"/>
                  <a:cs typeface="+mn-cs"/>
                </a:rPr>
                <a:t>3</a:t>
              </a:r>
              <a:endParaRPr lang="en-US" altLang="zh-CN" sz="1600" b="1" i="1" kern="0">
                <a:solidFill>
                  <a:srgbClr val="0000FF"/>
                </a:solidFill>
                <a:latin typeface="Times New Roman" pitchFamily="18" charset="0"/>
                <a:ea typeface="华文行楷" panose="02010800040101010101" pitchFamily="2" charset="-122"/>
                <a:cs typeface="+mn-cs"/>
              </a:endParaRPr>
            </a:p>
          </p:txBody>
        </p:sp>
        <p:sp>
          <p:nvSpPr>
            <p:cNvPr id="149" name="Oval 114"/>
            <p:cNvSpPr>
              <a:spLocks noChangeArrowheads="1"/>
            </p:cNvSpPr>
            <p:nvPr/>
          </p:nvSpPr>
          <p:spPr bwMode="auto">
            <a:xfrm>
              <a:off x="2157" y="2955"/>
              <a:ext cx="272" cy="255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/>
          </p:spPr>
          <p:txBody>
            <a:bodyPr lIns="28800" tIns="0" rIns="0" bIns="0"/>
            <a:lstStyle/>
            <a:p>
              <a:pPr algn="just" eaLnBrk="0" fontAlgn="auto" hangingPunct="0">
                <a:lnSpc>
                  <a:spcPct val="7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b="1" kern="0">
                  <a:solidFill>
                    <a:srgbClr val="0000FF"/>
                  </a:solidFill>
                  <a:latin typeface="Times New Roman" pitchFamily="18" charset="0"/>
                  <a:ea typeface="华文行楷" panose="02010800040101010101" pitchFamily="2" charset="-122"/>
                  <a:cs typeface="+mn-cs"/>
                </a:rPr>
                <a:t>8</a:t>
              </a:r>
              <a:endParaRPr lang="en-US" altLang="zh-CN" sz="1600" b="1" i="1" kern="0">
                <a:solidFill>
                  <a:srgbClr val="0000FF"/>
                </a:solidFill>
                <a:latin typeface="Times New Roman" pitchFamily="18" charset="0"/>
                <a:ea typeface="华文行楷" panose="02010800040101010101" pitchFamily="2" charset="-122"/>
                <a:cs typeface="+mn-cs"/>
              </a:endParaRPr>
            </a:p>
          </p:txBody>
        </p:sp>
        <p:sp>
          <p:nvSpPr>
            <p:cNvPr id="150" name="Oval 115"/>
            <p:cNvSpPr>
              <a:spLocks noChangeArrowheads="1"/>
            </p:cNvSpPr>
            <p:nvPr/>
          </p:nvSpPr>
          <p:spPr bwMode="auto">
            <a:xfrm>
              <a:off x="2817" y="2953"/>
              <a:ext cx="272" cy="255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/>
          </p:spPr>
          <p:txBody>
            <a:bodyPr lIns="0" tIns="0" rIns="0" bIns="0"/>
            <a:lstStyle/>
            <a:p>
              <a:pPr algn="just" eaLnBrk="0" fontAlgn="auto" hangingPunct="0">
                <a:lnSpc>
                  <a:spcPct val="7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b="1" kern="0">
                  <a:solidFill>
                    <a:srgbClr val="0000FF"/>
                  </a:solidFill>
                  <a:latin typeface="Times New Roman" pitchFamily="18" charset="0"/>
                  <a:ea typeface="华文行楷" panose="02010800040101010101" pitchFamily="2" charset="-122"/>
                  <a:cs typeface="+mn-cs"/>
                </a:rPr>
                <a:t>13</a:t>
              </a:r>
              <a:endParaRPr lang="en-US" altLang="zh-CN" sz="1600" b="1" i="1" kern="0">
                <a:solidFill>
                  <a:srgbClr val="0000FF"/>
                </a:solidFill>
                <a:latin typeface="Times New Roman" pitchFamily="18" charset="0"/>
                <a:ea typeface="华文行楷" panose="02010800040101010101" pitchFamily="2" charset="-122"/>
                <a:cs typeface="+mn-cs"/>
              </a:endParaRPr>
            </a:p>
          </p:txBody>
        </p:sp>
        <p:sp>
          <p:nvSpPr>
            <p:cNvPr id="151" name="Oval 116"/>
            <p:cNvSpPr>
              <a:spLocks noChangeArrowheads="1"/>
            </p:cNvSpPr>
            <p:nvPr/>
          </p:nvSpPr>
          <p:spPr bwMode="auto">
            <a:xfrm>
              <a:off x="3513" y="2953"/>
              <a:ext cx="272" cy="255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/>
          </p:spPr>
          <p:txBody>
            <a:bodyPr lIns="0" tIns="0" rIns="0" bIns="0"/>
            <a:lstStyle/>
            <a:p>
              <a:pPr algn="just" eaLnBrk="0" fontAlgn="auto" hangingPunct="0">
                <a:lnSpc>
                  <a:spcPct val="7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b="1" kern="0">
                  <a:solidFill>
                    <a:srgbClr val="0000FF"/>
                  </a:solidFill>
                  <a:latin typeface="Times New Roman" pitchFamily="18" charset="0"/>
                  <a:ea typeface="华文行楷" panose="02010800040101010101" pitchFamily="2" charset="-122"/>
                  <a:cs typeface="+mn-cs"/>
                </a:rPr>
                <a:t>19</a:t>
              </a:r>
              <a:endParaRPr lang="en-US" altLang="zh-CN" sz="1600" b="1" i="1" kern="0">
                <a:solidFill>
                  <a:srgbClr val="0000FF"/>
                </a:solidFill>
                <a:latin typeface="Times New Roman" pitchFamily="18" charset="0"/>
                <a:ea typeface="华文行楷" panose="02010800040101010101" pitchFamily="2" charset="-122"/>
                <a:cs typeface="+mn-cs"/>
              </a:endParaRPr>
            </a:p>
          </p:txBody>
        </p:sp>
        <p:sp>
          <p:nvSpPr>
            <p:cNvPr id="152" name="Oval 117"/>
            <p:cNvSpPr>
              <a:spLocks noChangeArrowheads="1"/>
            </p:cNvSpPr>
            <p:nvPr/>
          </p:nvSpPr>
          <p:spPr bwMode="auto">
            <a:xfrm>
              <a:off x="4163" y="2955"/>
              <a:ext cx="273" cy="255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/>
          </p:spPr>
          <p:txBody>
            <a:bodyPr lIns="0" tIns="0" rIns="0" bIns="0"/>
            <a:lstStyle/>
            <a:p>
              <a:pPr algn="just" eaLnBrk="0" fontAlgn="auto" hangingPunct="0">
                <a:lnSpc>
                  <a:spcPct val="7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b="1" kern="0">
                  <a:solidFill>
                    <a:srgbClr val="0000FF"/>
                  </a:solidFill>
                  <a:latin typeface="Times New Roman" pitchFamily="18" charset="0"/>
                  <a:ea typeface="华文行楷" panose="02010800040101010101" pitchFamily="2" charset="-122"/>
                  <a:cs typeface="+mn-cs"/>
                </a:rPr>
                <a:t>24</a:t>
              </a:r>
              <a:endParaRPr lang="en-US" altLang="zh-CN" sz="1600" b="1" i="1" kern="0">
                <a:solidFill>
                  <a:srgbClr val="0000FF"/>
                </a:solidFill>
                <a:latin typeface="Times New Roman" pitchFamily="18" charset="0"/>
                <a:ea typeface="华文行楷" panose="02010800040101010101" pitchFamily="2" charset="-122"/>
                <a:cs typeface="+mn-cs"/>
              </a:endParaRPr>
            </a:p>
          </p:txBody>
        </p:sp>
        <p:sp>
          <p:nvSpPr>
            <p:cNvPr id="153" name="Oval 118"/>
            <p:cNvSpPr>
              <a:spLocks noChangeArrowheads="1"/>
            </p:cNvSpPr>
            <p:nvPr/>
          </p:nvSpPr>
          <p:spPr bwMode="auto">
            <a:xfrm>
              <a:off x="4836" y="2953"/>
              <a:ext cx="272" cy="255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/>
          </p:spPr>
          <p:txBody>
            <a:bodyPr lIns="0" tIns="0" rIns="0" bIns="0"/>
            <a:lstStyle/>
            <a:p>
              <a:pPr algn="just" eaLnBrk="0" fontAlgn="auto" hangingPunct="0">
                <a:lnSpc>
                  <a:spcPct val="7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b="1" kern="0">
                  <a:solidFill>
                    <a:srgbClr val="0000FF"/>
                  </a:solidFill>
                  <a:latin typeface="Times New Roman" pitchFamily="18" charset="0"/>
                  <a:ea typeface="华文行楷" panose="02010800040101010101" pitchFamily="2" charset="-122"/>
                  <a:cs typeface="+mn-cs"/>
                </a:rPr>
                <a:t>29</a:t>
              </a:r>
              <a:endParaRPr lang="en-US" altLang="zh-CN" sz="1600" b="1" i="1" kern="0">
                <a:solidFill>
                  <a:srgbClr val="0000FF"/>
                </a:solidFill>
                <a:latin typeface="Times New Roman" pitchFamily="18" charset="0"/>
                <a:ea typeface="华文行楷" panose="02010800040101010101" pitchFamily="2" charset="-122"/>
                <a:cs typeface="+mn-cs"/>
              </a:endParaRPr>
            </a:p>
          </p:txBody>
        </p:sp>
        <p:sp>
          <p:nvSpPr>
            <p:cNvPr id="154" name="Oval 119"/>
            <p:cNvSpPr>
              <a:spLocks noChangeArrowheads="1"/>
            </p:cNvSpPr>
            <p:nvPr/>
          </p:nvSpPr>
          <p:spPr bwMode="auto">
            <a:xfrm>
              <a:off x="5473" y="2953"/>
              <a:ext cx="272" cy="255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/>
          </p:spPr>
          <p:txBody>
            <a:bodyPr lIns="0" tIns="0" rIns="0" bIns="0"/>
            <a:lstStyle/>
            <a:p>
              <a:pPr algn="just" eaLnBrk="0" fontAlgn="auto" hangingPunct="0">
                <a:lnSpc>
                  <a:spcPct val="7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b="1" kern="0">
                  <a:solidFill>
                    <a:srgbClr val="0000FF"/>
                  </a:solidFill>
                  <a:latin typeface="Times New Roman" pitchFamily="18" charset="0"/>
                  <a:ea typeface="华文行楷" panose="02010800040101010101" pitchFamily="2" charset="-122"/>
                  <a:cs typeface="+mn-cs"/>
                </a:rPr>
                <a:t>35</a:t>
              </a:r>
              <a:endParaRPr lang="en-US" altLang="zh-CN" sz="1600" b="1" i="1" kern="0">
                <a:solidFill>
                  <a:srgbClr val="0000FF"/>
                </a:solidFill>
                <a:latin typeface="Times New Roman" pitchFamily="18" charset="0"/>
                <a:ea typeface="华文行楷" panose="02010800040101010101" pitchFamily="2" charset="-122"/>
                <a:cs typeface="+mn-cs"/>
              </a:endParaRPr>
            </a:p>
          </p:txBody>
        </p:sp>
        <p:sp>
          <p:nvSpPr>
            <p:cNvPr id="155" name="Oval 120"/>
            <p:cNvSpPr>
              <a:spLocks noChangeArrowheads="1"/>
            </p:cNvSpPr>
            <p:nvPr/>
          </p:nvSpPr>
          <p:spPr bwMode="auto">
            <a:xfrm>
              <a:off x="6137" y="2958"/>
              <a:ext cx="272" cy="256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/>
          </p:spPr>
          <p:txBody>
            <a:bodyPr lIns="0" tIns="0" rIns="0" bIns="0"/>
            <a:lstStyle/>
            <a:p>
              <a:pPr algn="just" eaLnBrk="0" fontAlgn="auto" hangingPunct="0">
                <a:lnSpc>
                  <a:spcPct val="7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b="1" kern="0">
                  <a:solidFill>
                    <a:srgbClr val="0000FF"/>
                  </a:solidFill>
                  <a:latin typeface="Times New Roman" pitchFamily="18" charset="0"/>
                  <a:ea typeface="华文行楷" panose="02010800040101010101" pitchFamily="2" charset="-122"/>
                  <a:cs typeface="+mn-cs"/>
                </a:rPr>
                <a:t>40</a:t>
              </a:r>
              <a:endParaRPr lang="en-US" altLang="zh-CN" sz="1600" b="1" i="1" kern="0">
                <a:solidFill>
                  <a:srgbClr val="0000FF"/>
                </a:solidFill>
                <a:latin typeface="Times New Roman" pitchFamily="18" charset="0"/>
                <a:ea typeface="华文行楷" panose="02010800040101010101" pitchFamily="2" charset="-122"/>
                <a:cs typeface="+mn-cs"/>
              </a:endParaRPr>
            </a:p>
          </p:txBody>
        </p:sp>
        <p:sp>
          <p:nvSpPr>
            <p:cNvPr id="156" name="Oval 121"/>
            <p:cNvSpPr>
              <a:spLocks noChangeArrowheads="1"/>
            </p:cNvSpPr>
            <p:nvPr/>
          </p:nvSpPr>
          <p:spPr bwMode="auto">
            <a:xfrm>
              <a:off x="6796" y="2956"/>
              <a:ext cx="272" cy="255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/>
          </p:spPr>
          <p:txBody>
            <a:bodyPr lIns="0" tIns="0" rIns="0" bIns="0"/>
            <a:lstStyle/>
            <a:p>
              <a:pPr algn="just" eaLnBrk="0" fontAlgn="auto" hangingPunct="0">
                <a:lnSpc>
                  <a:spcPct val="7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b="1" kern="0">
                  <a:solidFill>
                    <a:srgbClr val="0000FF"/>
                  </a:solidFill>
                  <a:latin typeface="Times New Roman" pitchFamily="18" charset="0"/>
                  <a:ea typeface="华文行楷" panose="02010800040101010101" pitchFamily="2" charset="-122"/>
                  <a:cs typeface="+mn-cs"/>
                </a:rPr>
                <a:t>45</a:t>
              </a:r>
              <a:endParaRPr lang="en-US" altLang="zh-CN" sz="1600" b="1" i="1" kern="0">
                <a:solidFill>
                  <a:srgbClr val="0000FF"/>
                </a:solidFill>
                <a:latin typeface="Times New Roman" pitchFamily="18" charset="0"/>
                <a:ea typeface="华文行楷" panose="02010800040101010101" pitchFamily="2" charset="-122"/>
                <a:cs typeface="+mn-cs"/>
              </a:endParaRPr>
            </a:p>
          </p:txBody>
        </p:sp>
        <p:sp>
          <p:nvSpPr>
            <p:cNvPr id="157" name="Oval 122"/>
            <p:cNvSpPr>
              <a:spLocks noChangeArrowheads="1"/>
            </p:cNvSpPr>
            <p:nvPr/>
          </p:nvSpPr>
          <p:spPr bwMode="auto">
            <a:xfrm>
              <a:off x="7452" y="2954"/>
              <a:ext cx="272" cy="255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/>
          </p:spPr>
          <p:txBody>
            <a:bodyPr lIns="0" tIns="0" rIns="0" bIns="0"/>
            <a:lstStyle/>
            <a:p>
              <a:pPr algn="just" eaLnBrk="0" fontAlgn="auto" hangingPunct="0">
                <a:lnSpc>
                  <a:spcPct val="7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b="1" kern="0">
                  <a:solidFill>
                    <a:srgbClr val="0000FF"/>
                  </a:solidFill>
                  <a:latin typeface="Times New Roman" pitchFamily="18" charset="0"/>
                  <a:ea typeface="华文行楷" panose="02010800040101010101" pitchFamily="2" charset="-122"/>
                  <a:cs typeface="+mn-cs"/>
                </a:rPr>
                <a:t>51</a:t>
              </a:r>
              <a:endParaRPr lang="en-US" altLang="zh-CN" sz="1600" b="1" i="1" kern="0">
                <a:solidFill>
                  <a:srgbClr val="0000FF"/>
                </a:solidFill>
                <a:latin typeface="Times New Roman" pitchFamily="18" charset="0"/>
                <a:ea typeface="华文行楷" panose="02010800040101010101" pitchFamily="2" charset="-122"/>
                <a:cs typeface="+mn-cs"/>
              </a:endParaRPr>
            </a:p>
          </p:txBody>
        </p:sp>
        <p:sp>
          <p:nvSpPr>
            <p:cNvPr id="158" name="Oval 123"/>
            <p:cNvSpPr>
              <a:spLocks noChangeArrowheads="1"/>
            </p:cNvSpPr>
            <p:nvPr/>
          </p:nvSpPr>
          <p:spPr bwMode="auto">
            <a:xfrm>
              <a:off x="8114" y="2954"/>
              <a:ext cx="272" cy="255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/>
          </p:spPr>
          <p:txBody>
            <a:bodyPr lIns="0" tIns="0" rIns="0" bIns="0"/>
            <a:lstStyle/>
            <a:p>
              <a:pPr algn="just" eaLnBrk="0" fontAlgn="auto" hangingPunct="0">
                <a:lnSpc>
                  <a:spcPct val="7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b="1" kern="0">
                  <a:solidFill>
                    <a:srgbClr val="0000FF"/>
                  </a:solidFill>
                  <a:latin typeface="Times New Roman" pitchFamily="18" charset="0"/>
                  <a:ea typeface="华文行楷" panose="02010800040101010101" pitchFamily="2" charset="-122"/>
                  <a:cs typeface="+mn-cs"/>
                </a:rPr>
                <a:t>56</a:t>
              </a:r>
              <a:endParaRPr lang="en-US" altLang="zh-CN" sz="1600" b="1" i="1" kern="0">
                <a:solidFill>
                  <a:srgbClr val="0000FF"/>
                </a:solidFill>
                <a:latin typeface="Times New Roman" pitchFamily="18" charset="0"/>
                <a:ea typeface="华文行楷" panose="02010800040101010101" pitchFamily="2" charset="-122"/>
                <a:cs typeface="+mn-cs"/>
              </a:endParaRPr>
            </a:p>
          </p:txBody>
        </p:sp>
        <p:sp>
          <p:nvSpPr>
            <p:cNvPr id="159" name="Oval 124"/>
            <p:cNvSpPr>
              <a:spLocks noChangeArrowheads="1"/>
            </p:cNvSpPr>
            <p:nvPr/>
          </p:nvSpPr>
          <p:spPr bwMode="auto">
            <a:xfrm>
              <a:off x="8784" y="2954"/>
              <a:ext cx="272" cy="255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/>
          </p:spPr>
          <p:txBody>
            <a:bodyPr lIns="0" tIns="0" rIns="0" bIns="0"/>
            <a:lstStyle/>
            <a:p>
              <a:pPr algn="just" eaLnBrk="0" fontAlgn="auto" hangingPunct="0">
                <a:lnSpc>
                  <a:spcPct val="7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b="1" kern="0">
                  <a:solidFill>
                    <a:srgbClr val="0000FF"/>
                  </a:solidFill>
                  <a:latin typeface="Times New Roman" pitchFamily="18" charset="0"/>
                  <a:ea typeface="华文行楷" panose="02010800040101010101" pitchFamily="2" charset="-122"/>
                  <a:cs typeface="+mn-cs"/>
                </a:rPr>
                <a:t>61</a:t>
              </a:r>
              <a:endParaRPr lang="en-US" altLang="zh-CN" sz="1600" b="1" i="1" kern="0">
                <a:solidFill>
                  <a:srgbClr val="0000FF"/>
                </a:solidFill>
                <a:latin typeface="Times New Roman" pitchFamily="18" charset="0"/>
                <a:ea typeface="华文行楷" panose="02010800040101010101" pitchFamily="2" charset="-122"/>
                <a:cs typeface="+mn-cs"/>
              </a:endParaRPr>
            </a:p>
          </p:txBody>
        </p:sp>
        <p:sp>
          <p:nvSpPr>
            <p:cNvPr id="160" name="Oval 125"/>
            <p:cNvSpPr>
              <a:spLocks noChangeArrowheads="1"/>
            </p:cNvSpPr>
            <p:nvPr/>
          </p:nvSpPr>
          <p:spPr bwMode="auto">
            <a:xfrm>
              <a:off x="2153" y="2212"/>
              <a:ext cx="272" cy="255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/>
          </p:spPr>
          <p:txBody>
            <a:bodyPr lIns="28800" tIns="0" rIns="0" bIns="0"/>
            <a:lstStyle/>
            <a:p>
              <a:pPr algn="just" eaLnBrk="0" fontAlgn="auto" hangingPunct="0">
                <a:lnSpc>
                  <a:spcPct val="7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b="1" kern="0">
                  <a:solidFill>
                    <a:srgbClr val="0000FF"/>
                  </a:solidFill>
                  <a:latin typeface="Times New Roman" pitchFamily="18" charset="0"/>
                  <a:ea typeface="华文行楷" panose="02010800040101010101" pitchFamily="2" charset="-122"/>
                  <a:cs typeface="+mn-cs"/>
                </a:rPr>
                <a:t>2</a:t>
              </a:r>
              <a:endParaRPr lang="en-US" altLang="zh-CN" sz="1600" b="1" i="1" kern="0">
                <a:solidFill>
                  <a:srgbClr val="0000FF"/>
                </a:solidFill>
                <a:latin typeface="Times New Roman" pitchFamily="18" charset="0"/>
                <a:ea typeface="华文行楷" panose="02010800040101010101" pitchFamily="2" charset="-122"/>
                <a:cs typeface="+mn-cs"/>
              </a:endParaRPr>
            </a:p>
          </p:txBody>
        </p:sp>
        <p:sp>
          <p:nvSpPr>
            <p:cNvPr id="161" name="Oval 126"/>
            <p:cNvSpPr>
              <a:spLocks noChangeArrowheads="1"/>
            </p:cNvSpPr>
            <p:nvPr/>
          </p:nvSpPr>
          <p:spPr bwMode="auto">
            <a:xfrm>
              <a:off x="4158" y="2212"/>
              <a:ext cx="272" cy="255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/>
          </p:spPr>
          <p:txBody>
            <a:bodyPr lIns="0" tIns="0" rIns="0" bIns="0"/>
            <a:lstStyle/>
            <a:p>
              <a:pPr algn="just" eaLnBrk="0" fontAlgn="auto" hangingPunct="0">
                <a:lnSpc>
                  <a:spcPct val="7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b="1" kern="0">
                  <a:solidFill>
                    <a:srgbClr val="0000FF"/>
                  </a:solidFill>
                  <a:latin typeface="Times New Roman" pitchFamily="18" charset="0"/>
                  <a:ea typeface="华文行楷" panose="02010800040101010101" pitchFamily="2" charset="-122"/>
                  <a:cs typeface="+mn-cs"/>
                </a:rPr>
                <a:t>18</a:t>
              </a:r>
              <a:endParaRPr lang="en-US" altLang="zh-CN" sz="1600" b="1" i="1" kern="0">
                <a:solidFill>
                  <a:srgbClr val="0000FF"/>
                </a:solidFill>
                <a:latin typeface="Times New Roman" pitchFamily="18" charset="0"/>
                <a:ea typeface="华文行楷" panose="02010800040101010101" pitchFamily="2" charset="-122"/>
                <a:cs typeface="+mn-cs"/>
              </a:endParaRPr>
            </a:p>
          </p:txBody>
        </p:sp>
        <p:sp>
          <p:nvSpPr>
            <p:cNvPr id="162" name="Oval 127"/>
            <p:cNvSpPr>
              <a:spLocks noChangeArrowheads="1"/>
            </p:cNvSpPr>
            <p:nvPr/>
          </p:nvSpPr>
          <p:spPr bwMode="auto">
            <a:xfrm>
              <a:off x="6123" y="2212"/>
              <a:ext cx="272" cy="255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/>
          </p:spPr>
          <p:txBody>
            <a:bodyPr lIns="0" tIns="0" rIns="0" bIns="0"/>
            <a:lstStyle/>
            <a:p>
              <a:pPr algn="just" eaLnBrk="0" fontAlgn="auto" hangingPunct="0">
                <a:lnSpc>
                  <a:spcPct val="7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b="1" kern="0">
                  <a:solidFill>
                    <a:srgbClr val="0000FF"/>
                  </a:solidFill>
                  <a:latin typeface="Times New Roman" pitchFamily="18" charset="0"/>
                  <a:ea typeface="华文行楷" panose="02010800040101010101" pitchFamily="2" charset="-122"/>
                  <a:cs typeface="+mn-cs"/>
                </a:rPr>
                <a:t>34</a:t>
              </a:r>
              <a:endParaRPr lang="en-US" altLang="zh-CN" sz="1600" b="1" i="1" kern="0">
                <a:solidFill>
                  <a:srgbClr val="0000FF"/>
                </a:solidFill>
                <a:latin typeface="Times New Roman" pitchFamily="18" charset="0"/>
                <a:ea typeface="华文行楷" panose="02010800040101010101" pitchFamily="2" charset="-122"/>
                <a:cs typeface="+mn-cs"/>
              </a:endParaRPr>
            </a:p>
          </p:txBody>
        </p:sp>
        <p:sp>
          <p:nvSpPr>
            <p:cNvPr id="163" name="Oval 128"/>
            <p:cNvSpPr>
              <a:spLocks noChangeArrowheads="1"/>
            </p:cNvSpPr>
            <p:nvPr/>
          </p:nvSpPr>
          <p:spPr bwMode="auto">
            <a:xfrm>
              <a:off x="8117" y="2215"/>
              <a:ext cx="272" cy="255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/>
          </p:spPr>
          <p:txBody>
            <a:bodyPr lIns="0" tIns="0" rIns="0" bIns="0"/>
            <a:lstStyle/>
            <a:p>
              <a:pPr algn="just" eaLnBrk="0" fontAlgn="auto" hangingPunct="0">
                <a:lnSpc>
                  <a:spcPct val="7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b="1" kern="0">
                  <a:solidFill>
                    <a:srgbClr val="0000FF"/>
                  </a:solidFill>
                  <a:latin typeface="Times New Roman" pitchFamily="18" charset="0"/>
                  <a:ea typeface="华文行楷" panose="02010800040101010101" pitchFamily="2" charset="-122"/>
                  <a:cs typeface="+mn-cs"/>
                </a:rPr>
                <a:t>50</a:t>
              </a:r>
              <a:endParaRPr lang="en-US" altLang="zh-CN" sz="1600" b="1" i="1" kern="0">
                <a:solidFill>
                  <a:srgbClr val="0000FF"/>
                </a:solidFill>
                <a:latin typeface="Times New Roman" pitchFamily="18" charset="0"/>
                <a:ea typeface="华文行楷" panose="02010800040101010101" pitchFamily="2" charset="-122"/>
                <a:cs typeface="+mn-cs"/>
              </a:endParaRPr>
            </a:p>
          </p:txBody>
        </p:sp>
        <p:sp>
          <p:nvSpPr>
            <p:cNvPr id="164" name="Oval 129"/>
            <p:cNvSpPr>
              <a:spLocks noChangeArrowheads="1"/>
            </p:cNvSpPr>
            <p:nvPr/>
          </p:nvSpPr>
          <p:spPr bwMode="auto">
            <a:xfrm>
              <a:off x="5129" y="1575"/>
              <a:ext cx="272" cy="255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/>
          </p:spPr>
          <p:txBody>
            <a:bodyPr lIns="28800" tIns="0" rIns="0" bIns="0"/>
            <a:lstStyle/>
            <a:p>
              <a:pPr algn="just" eaLnBrk="0" fontAlgn="auto" hangingPunct="0">
                <a:lnSpc>
                  <a:spcPct val="7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b="1" kern="0">
                  <a:solidFill>
                    <a:srgbClr val="0000FF"/>
                  </a:solidFill>
                  <a:latin typeface="Times New Roman" pitchFamily="18" charset="0"/>
                  <a:ea typeface="华文行楷" panose="02010800040101010101" pitchFamily="2" charset="-122"/>
                  <a:cs typeface="+mn-cs"/>
                </a:rPr>
                <a:t>1</a:t>
              </a:r>
              <a:endParaRPr lang="en-US" altLang="zh-CN" sz="1600" b="1" i="1" kern="0">
                <a:solidFill>
                  <a:srgbClr val="0000FF"/>
                </a:solidFill>
                <a:latin typeface="Times New Roman" pitchFamily="18" charset="0"/>
                <a:ea typeface="华文行楷" panose="02010800040101010101" pitchFamily="2" charset="-122"/>
                <a:cs typeface="+mn-cs"/>
              </a:endParaRPr>
            </a:p>
          </p:txBody>
        </p:sp>
        <p:sp>
          <p:nvSpPr>
            <p:cNvPr id="165" name="Line 130"/>
            <p:cNvSpPr>
              <a:spLocks noChangeShapeType="1"/>
            </p:cNvSpPr>
            <p:nvPr/>
          </p:nvSpPr>
          <p:spPr bwMode="auto">
            <a:xfrm flipH="1">
              <a:off x="2351" y="1717"/>
              <a:ext cx="2781" cy="49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/>
          </p:spPr>
          <p:txBody>
            <a:bodyPr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rgbClr val="0000FF"/>
                </a:solidFill>
                <a:latin typeface="Arial" panose="020B0604020202020204" pitchFamily="34" charset="0"/>
                <a:ea typeface="华文行楷" panose="02010800040101010101" pitchFamily="2" charset="-122"/>
                <a:cs typeface="+mn-cs"/>
              </a:endParaRPr>
            </a:p>
          </p:txBody>
        </p:sp>
        <p:sp>
          <p:nvSpPr>
            <p:cNvPr id="166" name="Line 131"/>
            <p:cNvSpPr>
              <a:spLocks noChangeShapeType="1"/>
            </p:cNvSpPr>
            <p:nvPr/>
          </p:nvSpPr>
          <p:spPr bwMode="auto">
            <a:xfrm flipH="1">
              <a:off x="4360" y="1779"/>
              <a:ext cx="790" cy="42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/>
          </p:spPr>
          <p:txBody>
            <a:bodyPr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rgbClr val="0000FF"/>
                </a:solidFill>
                <a:latin typeface="Arial" panose="020B0604020202020204" pitchFamily="34" charset="0"/>
                <a:ea typeface="华文行楷" panose="02010800040101010101" pitchFamily="2" charset="-122"/>
                <a:cs typeface="+mn-cs"/>
              </a:endParaRPr>
            </a:p>
          </p:txBody>
        </p:sp>
        <p:sp>
          <p:nvSpPr>
            <p:cNvPr id="167" name="Line 132"/>
            <p:cNvSpPr>
              <a:spLocks noChangeShapeType="1"/>
            </p:cNvSpPr>
            <p:nvPr/>
          </p:nvSpPr>
          <p:spPr bwMode="auto">
            <a:xfrm>
              <a:off x="5381" y="1770"/>
              <a:ext cx="829" cy="4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/>
          </p:spPr>
          <p:txBody>
            <a:bodyPr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rgbClr val="0000FF"/>
                </a:solidFill>
                <a:latin typeface="Arial" panose="020B0604020202020204" pitchFamily="34" charset="0"/>
                <a:ea typeface="华文行楷" panose="02010800040101010101" pitchFamily="2" charset="-122"/>
                <a:cs typeface="+mn-cs"/>
              </a:endParaRPr>
            </a:p>
          </p:txBody>
        </p:sp>
        <p:sp>
          <p:nvSpPr>
            <p:cNvPr id="168" name="Line 133"/>
            <p:cNvSpPr>
              <a:spLocks noChangeShapeType="1"/>
            </p:cNvSpPr>
            <p:nvPr/>
          </p:nvSpPr>
          <p:spPr bwMode="auto">
            <a:xfrm>
              <a:off x="5412" y="1698"/>
              <a:ext cx="2760" cy="53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/>
          </p:spPr>
          <p:txBody>
            <a:bodyPr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rgbClr val="0000FF"/>
                </a:solidFill>
                <a:latin typeface="Arial" panose="020B0604020202020204" pitchFamily="34" charset="0"/>
                <a:ea typeface="华文行楷" panose="02010800040101010101" pitchFamily="2" charset="-122"/>
                <a:cs typeface="+mn-cs"/>
              </a:endParaRPr>
            </a:p>
          </p:txBody>
        </p:sp>
        <p:sp>
          <p:nvSpPr>
            <p:cNvPr id="169" name="Line 134"/>
            <p:cNvSpPr>
              <a:spLocks noChangeShapeType="1"/>
            </p:cNvSpPr>
            <p:nvPr/>
          </p:nvSpPr>
          <p:spPr bwMode="auto">
            <a:xfrm flipH="1">
              <a:off x="1712" y="2410"/>
              <a:ext cx="449" cy="56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/>
          </p:spPr>
          <p:txBody>
            <a:bodyPr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rgbClr val="0000FF"/>
                </a:solidFill>
                <a:latin typeface="Arial" panose="020B0604020202020204" pitchFamily="34" charset="0"/>
                <a:ea typeface="华文行楷" panose="02010800040101010101" pitchFamily="2" charset="-122"/>
                <a:cs typeface="+mn-cs"/>
              </a:endParaRPr>
            </a:p>
          </p:txBody>
        </p:sp>
        <p:sp>
          <p:nvSpPr>
            <p:cNvPr id="170" name="Line 135"/>
            <p:cNvSpPr>
              <a:spLocks noChangeShapeType="1"/>
            </p:cNvSpPr>
            <p:nvPr/>
          </p:nvSpPr>
          <p:spPr bwMode="auto">
            <a:xfrm>
              <a:off x="2282" y="2470"/>
              <a:ext cx="0" cy="48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/>
          </p:spPr>
          <p:txBody>
            <a:bodyPr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rgbClr val="0000FF"/>
                </a:solidFill>
                <a:latin typeface="Arial" panose="020B0604020202020204" pitchFamily="34" charset="0"/>
                <a:ea typeface="华文行楷" panose="02010800040101010101" pitchFamily="2" charset="-122"/>
                <a:cs typeface="+mn-cs"/>
              </a:endParaRPr>
            </a:p>
          </p:txBody>
        </p:sp>
        <p:sp>
          <p:nvSpPr>
            <p:cNvPr id="171" name="Line 136"/>
            <p:cNvSpPr>
              <a:spLocks noChangeShapeType="1"/>
            </p:cNvSpPr>
            <p:nvPr/>
          </p:nvSpPr>
          <p:spPr bwMode="auto">
            <a:xfrm flipH="1">
              <a:off x="3731" y="2431"/>
              <a:ext cx="440" cy="5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/>
          </p:spPr>
          <p:txBody>
            <a:bodyPr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rgbClr val="0000FF"/>
                </a:solidFill>
                <a:latin typeface="Arial" panose="020B0604020202020204" pitchFamily="34" charset="0"/>
                <a:ea typeface="华文行楷" panose="02010800040101010101" pitchFamily="2" charset="-122"/>
                <a:cs typeface="+mn-cs"/>
              </a:endParaRPr>
            </a:p>
          </p:txBody>
        </p:sp>
        <p:sp>
          <p:nvSpPr>
            <p:cNvPr id="172" name="Line 137"/>
            <p:cNvSpPr>
              <a:spLocks noChangeShapeType="1"/>
            </p:cNvSpPr>
            <p:nvPr/>
          </p:nvSpPr>
          <p:spPr bwMode="auto">
            <a:xfrm>
              <a:off x="4291" y="2472"/>
              <a:ext cx="0" cy="48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/>
          </p:spPr>
          <p:txBody>
            <a:bodyPr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rgbClr val="0000FF"/>
                </a:solidFill>
                <a:latin typeface="Arial" panose="020B0604020202020204" pitchFamily="34" charset="0"/>
                <a:ea typeface="华文行楷" panose="02010800040101010101" pitchFamily="2" charset="-122"/>
                <a:cs typeface="+mn-cs"/>
              </a:endParaRPr>
            </a:p>
          </p:txBody>
        </p:sp>
        <p:sp>
          <p:nvSpPr>
            <p:cNvPr id="173" name="Line 138"/>
            <p:cNvSpPr>
              <a:spLocks noChangeShapeType="1"/>
            </p:cNvSpPr>
            <p:nvPr/>
          </p:nvSpPr>
          <p:spPr bwMode="auto">
            <a:xfrm>
              <a:off x="4391" y="2430"/>
              <a:ext cx="501" cy="54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/>
          </p:spPr>
          <p:txBody>
            <a:bodyPr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rgbClr val="0000FF"/>
                </a:solidFill>
                <a:latin typeface="Arial" panose="020B0604020202020204" pitchFamily="34" charset="0"/>
                <a:ea typeface="华文行楷" panose="02010800040101010101" pitchFamily="2" charset="-122"/>
                <a:cs typeface="+mn-cs"/>
              </a:endParaRPr>
            </a:p>
          </p:txBody>
        </p:sp>
        <p:sp>
          <p:nvSpPr>
            <p:cNvPr id="174" name="Line 139"/>
            <p:cNvSpPr>
              <a:spLocks noChangeShapeType="1"/>
            </p:cNvSpPr>
            <p:nvPr/>
          </p:nvSpPr>
          <p:spPr bwMode="auto">
            <a:xfrm flipH="1">
              <a:off x="5681" y="2429"/>
              <a:ext cx="460" cy="55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/>
          </p:spPr>
          <p:txBody>
            <a:bodyPr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rgbClr val="0000FF"/>
                </a:solidFill>
                <a:latin typeface="Arial" panose="020B0604020202020204" pitchFamily="34" charset="0"/>
                <a:ea typeface="华文行楷" panose="02010800040101010101" pitchFamily="2" charset="-122"/>
                <a:cs typeface="+mn-cs"/>
              </a:endParaRPr>
            </a:p>
          </p:txBody>
        </p:sp>
        <p:sp>
          <p:nvSpPr>
            <p:cNvPr id="175" name="Line 140"/>
            <p:cNvSpPr>
              <a:spLocks noChangeShapeType="1"/>
            </p:cNvSpPr>
            <p:nvPr/>
          </p:nvSpPr>
          <p:spPr bwMode="auto">
            <a:xfrm>
              <a:off x="6262" y="2489"/>
              <a:ext cx="0" cy="45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/>
          </p:spPr>
          <p:txBody>
            <a:bodyPr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rgbClr val="0000FF"/>
                </a:solidFill>
                <a:latin typeface="Arial" panose="020B0604020202020204" pitchFamily="34" charset="0"/>
                <a:ea typeface="华文行楷" panose="02010800040101010101" pitchFamily="2" charset="-122"/>
                <a:cs typeface="+mn-cs"/>
              </a:endParaRPr>
            </a:p>
          </p:txBody>
        </p:sp>
        <p:sp>
          <p:nvSpPr>
            <p:cNvPr id="176" name="Line 141"/>
            <p:cNvSpPr>
              <a:spLocks noChangeShapeType="1"/>
            </p:cNvSpPr>
            <p:nvPr/>
          </p:nvSpPr>
          <p:spPr bwMode="auto">
            <a:xfrm>
              <a:off x="6371" y="2438"/>
              <a:ext cx="460" cy="54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/>
          </p:spPr>
          <p:txBody>
            <a:bodyPr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rgbClr val="0000FF"/>
                </a:solidFill>
                <a:latin typeface="Arial" panose="020B0604020202020204" pitchFamily="34" charset="0"/>
                <a:ea typeface="华文行楷" panose="02010800040101010101" pitchFamily="2" charset="-122"/>
                <a:cs typeface="+mn-cs"/>
              </a:endParaRPr>
            </a:p>
          </p:txBody>
        </p:sp>
        <p:sp>
          <p:nvSpPr>
            <p:cNvPr id="177" name="Line 142"/>
            <p:cNvSpPr>
              <a:spLocks noChangeShapeType="1"/>
            </p:cNvSpPr>
            <p:nvPr/>
          </p:nvSpPr>
          <p:spPr bwMode="auto">
            <a:xfrm flipH="1">
              <a:off x="7671" y="2428"/>
              <a:ext cx="460" cy="54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/>
          </p:spPr>
          <p:txBody>
            <a:bodyPr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rgbClr val="0000FF"/>
                </a:solidFill>
                <a:latin typeface="Arial" panose="020B0604020202020204" pitchFamily="34" charset="0"/>
                <a:ea typeface="华文行楷" panose="02010800040101010101" pitchFamily="2" charset="-122"/>
                <a:cs typeface="+mn-cs"/>
              </a:endParaRPr>
            </a:p>
          </p:txBody>
        </p:sp>
        <p:sp>
          <p:nvSpPr>
            <p:cNvPr id="178" name="Line 143"/>
            <p:cNvSpPr>
              <a:spLocks noChangeShapeType="1"/>
            </p:cNvSpPr>
            <p:nvPr/>
          </p:nvSpPr>
          <p:spPr bwMode="auto">
            <a:xfrm flipH="1">
              <a:off x="8250" y="2488"/>
              <a:ext cx="0" cy="46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/>
          </p:spPr>
          <p:txBody>
            <a:bodyPr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rgbClr val="0000FF"/>
                </a:solidFill>
                <a:latin typeface="Arial" panose="020B0604020202020204" pitchFamily="34" charset="0"/>
                <a:ea typeface="华文行楷" panose="02010800040101010101" pitchFamily="2" charset="-122"/>
                <a:cs typeface="+mn-cs"/>
              </a:endParaRPr>
            </a:p>
          </p:txBody>
        </p:sp>
        <p:sp>
          <p:nvSpPr>
            <p:cNvPr id="179" name="Line 144"/>
            <p:cNvSpPr>
              <a:spLocks noChangeShapeType="1"/>
            </p:cNvSpPr>
            <p:nvPr/>
          </p:nvSpPr>
          <p:spPr bwMode="auto">
            <a:xfrm>
              <a:off x="8361" y="2437"/>
              <a:ext cx="449" cy="5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/>
          </p:spPr>
          <p:txBody>
            <a:bodyPr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rgbClr val="0000FF"/>
                </a:solidFill>
                <a:latin typeface="Arial" panose="020B0604020202020204" pitchFamily="34" charset="0"/>
                <a:ea typeface="华文行楷" panose="02010800040101010101" pitchFamily="2" charset="-122"/>
                <a:cs typeface="+mn-cs"/>
              </a:endParaRPr>
            </a:p>
          </p:txBody>
        </p:sp>
        <p:sp>
          <p:nvSpPr>
            <p:cNvPr id="180" name="Line 145"/>
            <p:cNvSpPr>
              <a:spLocks noChangeShapeType="1"/>
            </p:cNvSpPr>
            <p:nvPr/>
          </p:nvSpPr>
          <p:spPr bwMode="auto">
            <a:xfrm flipH="1">
              <a:off x="1451" y="3189"/>
              <a:ext cx="130" cy="47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/>
          </p:spPr>
          <p:txBody>
            <a:bodyPr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rgbClr val="0000FF"/>
                </a:solidFill>
                <a:latin typeface="Arial" panose="020B0604020202020204" pitchFamily="34" charset="0"/>
                <a:ea typeface="华文行楷" panose="02010800040101010101" pitchFamily="2" charset="-122"/>
                <a:cs typeface="+mn-cs"/>
              </a:endParaRPr>
            </a:p>
          </p:txBody>
        </p:sp>
        <p:sp>
          <p:nvSpPr>
            <p:cNvPr id="181" name="Line 146"/>
            <p:cNvSpPr>
              <a:spLocks noChangeShapeType="1"/>
            </p:cNvSpPr>
            <p:nvPr/>
          </p:nvSpPr>
          <p:spPr bwMode="auto">
            <a:xfrm>
              <a:off x="1691" y="3189"/>
              <a:ext cx="100" cy="49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/>
          </p:spPr>
          <p:txBody>
            <a:bodyPr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rgbClr val="0000FF"/>
                </a:solidFill>
                <a:latin typeface="Arial" panose="020B0604020202020204" pitchFamily="34" charset="0"/>
                <a:ea typeface="华文行楷" panose="02010800040101010101" pitchFamily="2" charset="-122"/>
                <a:cs typeface="+mn-cs"/>
              </a:endParaRPr>
            </a:p>
          </p:txBody>
        </p:sp>
        <p:sp>
          <p:nvSpPr>
            <p:cNvPr id="182" name="Line 147"/>
            <p:cNvSpPr>
              <a:spLocks noChangeShapeType="1"/>
            </p:cNvSpPr>
            <p:nvPr/>
          </p:nvSpPr>
          <p:spPr bwMode="auto">
            <a:xfrm flipH="1">
              <a:off x="2121" y="3198"/>
              <a:ext cx="111" cy="47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/>
          </p:spPr>
          <p:txBody>
            <a:bodyPr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rgbClr val="0000FF"/>
                </a:solidFill>
                <a:latin typeface="Arial" panose="020B0604020202020204" pitchFamily="34" charset="0"/>
                <a:ea typeface="华文行楷" panose="02010800040101010101" pitchFamily="2" charset="-122"/>
                <a:cs typeface="+mn-cs"/>
              </a:endParaRPr>
            </a:p>
          </p:txBody>
        </p:sp>
        <p:sp>
          <p:nvSpPr>
            <p:cNvPr id="183" name="Line 148"/>
            <p:cNvSpPr>
              <a:spLocks noChangeShapeType="1"/>
            </p:cNvSpPr>
            <p:nvPr/>
          </p:nvSpPr>
          <p:spPr bwMode="auto">
            <a:xfrm>
              <a:off x="2341" y="3198"/>
              <a:ext cx="90" cy="47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/>
          </p:spPr>
          <p:txBody>
            <a:bodyPr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rgbClr val="0000FF"/>
                </a:solidFill>
                <a:latin typeface="Arial" panose="020B0604020202020204" pitchFamily="34" charset="0"/>
                <a:ea typeface="华文行楷" panose="02010800040101010101" pitchFamily="2" charset="-122"/>
                <a:cs typeface="+mn-cs"/>
              </a:endParaRPr>
            </a:p>
          </p:txBody>
        </p:sp>
        <p:sp>
          <p:nvSpPr>
            <p:cNvPr id="184" name="Line 149"/>
            <p:cNvSpPr>
              <a:spLocks noChangeShapeType="1"/>
            </p:cNvSpPr>
            <p:nvPr/>
          </p:nvSpPr>
          <p:spPr bwMode="auto">
            <a:xfrm flipH="1">
              <a:off x="2790" y="3209"/>
              <a:ext cx="111" cy="46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/>
          </p:spPr>
          <p:txBody>
            <a:bodyPr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rgbClr val="0000FF"/>
                </a:solidFill>
                <a:latin typeface="Arial" panose="020B0604020202020204" pitchFamily="34" charset="0"/>
                <a:ea typeface="华文行楷" panose="02010800040101010101" pitchFamily="2" charset="-122"/>
                <a:cs typeface="+mn-cs"/>
              </a:endParaRPr>
            </a:p>
          </p:txBody>
        </p:sp>
        <p:sp>
          <p:nvSpPr>
            <p:cNvPr id="185" name="Line 150"/>
            <p:cNvSpPr>
              <a:spLocks noChangeShapeType="1"/>
            </p:cNvSpPr>
            <p:nvPr/>
          </p:nvSpPr>
          <p:spPr bwMode="auto">
            <a:xfrm>
              <a:off x="3011" y="3209"/>
              <a:ext cx="100" cy="46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/>
          </p:spPr>
          <p:txBody>
            <a:bodyPr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rgbClr val="0000FF"/>
                </a:solidFill>
                <a:latin typeface="Arial" panose="020B0604020202020204" pitchFamily="34" charset="0"/>
                <a:ea typeface="华文行楷" panose="02010800040101010101" pitchFamily="2" charset="-122"/>
                <a:cs typeface="+mn-cs"/>
              </a:endParaRPr>
            </a:p>
          </p:txBody>
        </p:sp>
        <p:sp>
          <p:nvSpPr>
            <p:cNvPr id="186" name="Line 151"/>
            <p:cNvSpPr>
              <a:spLocks noChangeShapeType="1"/>
            </p:cNvSpPr>
            <p:nvPr/>
          </p:nvSpPr>
          <p:spPr bwMode="auto">
            <a:xfrm flipH="1">
              <a:off x="4141" y="3196"/>
              <a:ext cx="119" cy="47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/>
          </p:spPr>
          <p:txBody>
            <a:bodyPr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rgbClr val="0000FF"/>
                </a:solidFill>
                <a:latin typeface="Arial" panose="020B0604020202020204" pitchFamily="34" charset="0"/>
                <a:ea typeface="华文行楷" panose="02010800040101010101" pitchFamily="2" charset="-122"/>
                <a:cs typeface="+mn-cs"/>
              </a:endParaRPr>
            </a:p>
          </p:txBody>
        </p:sp>
        <p:sp>
          <p:nvSpPr>
            <p:cNvPr id="187" name="Line 152"/>
            <p:cNvSpPr>
              <a:spLocks noChangeShapeType="1"/>
            </p:cNvSpPr>
            <p:nvPr/>
          </p:nvSpPr>
          <p:spPr bwMode="auto">
            <a:xfrm>
              <a:off x="4371" y="3196"/>
              <a:ext cx="110" cy="48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/>
          </p:spPr>
          <p:txBody>
            <a:bodyPr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rgbClr val="0000FF"/>
                </a:solidFill>
                <a:latin typeface="Arial" panose="020B0604020202020204" pitchFamily="34" charset="0"/>
                <a:ea typeface="华文行楷" panose="02010800040101010101" pitchFamily="2" charset="-122"/>
                <a:cs typeface="+mn-cs"/>
              </a:endParaRPr>
            </a:p>
          </p:txBody>
        </p:sp>
        <p:sp>
          <p:nvSpPr>
            <p:cNvPr id="188" name="Line 153"/>
            <p:cNvSpPr>
              <a:spLocks noChangeShapeType="1"/>
            </p:cNvSpPr>
            <p:nvPr/>
          </p:nvSpPr>
          <p:spPr bwMode="auto">
            <a:xfrm flipH="1">
              <a:off x="4830" y="3209"/>
              <a:ext cx="101" cy="47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/>
          </p:spPr>
          <p:txBody>
            <a:bodyPr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rgbClr val="0000FF"/>
                </a:solidFill>
                <a:latin typeface="Arial" panose="020B0604020202020204" pitchFamily="34" charset="0"/>
                <a:ea typeface="华文行楷" panose="02010800040101010101" pitchFamily="2" charset="-122"/>
                <a:cs typeface="+mn-cs"/>
              </a:endParaRPr>
            </a:p>
          </p:txBody>
        </p:sp>
        <p:sp>
          <p:nvSpPr>
            <p:cNvPr id="189" name="Line 154"/>
            <p:cNvSpPr>
              <a:spLocks noChangeShapeType="1"/>
            </p:cNvSpPr>
            <p:nvPr/>
          </p:nvSpPr>
          <p:spPr bwMode="auto">
            <a:xfrm>
              <a:off x="5041" y="3189"/>
              <a:ext cx="100" cy="47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/>
          </p:spPr>
          <p:txBody>
            <a:bodyPr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rgbClr val="0000FF"/>
                </a:solidFill>
                <a:latin typeface="Arial" panose="020B0604020202020204" pitchFamily="34" charset="0"/>
                <a:ea typeface="华文行楷" panose="02010800040101010101" pitchFamily="2" charset="-122"/>
                <a:cs typeface="+mn-cs"/>
              </a:endParaRPr>
            </a:p>
          </p:txBody>
        </p:sp>
        <p:sp>
          <p:nvSpPr>
            <p:cNvPr id="190" name="Line 155"/>
            <p:cNvSpPr>
              <a:spLocks noChangeShapeType="1"/>
            </p:cNvSpPr>
            <p:nvPr/>
          </p:nvSpPr>
          <p:spPr bwMode="auto">
            <a:xfrm flipH="1">
              <a:off x="3481" y="3199"/>
              <a:ext cx="110" cy="46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/>
          </p:spPr>
          <p:txBody>
            <a:bodyPr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rgbClr val="0000FF"/>
                </a:solidFill>
                <a:latin typeface="Arial" panose="020B0604020202020204" pitchFamily="34" charset="0"/>
                <a:ea typeface="华文行楷" panose="02010800040101010101" pitchFamily="2" charset="-122"/>
                <a:cs typeface="+mn-cs"/>
              </a:endParaRPr>
            </a:p>
          </p:txBody>
        </p:sp>
        <p:sp>
          <p:nvSpPr>
            <p:cNvPr id="191" name="Line 156"/>
            <p:cNvSpPr>
              <a:spLocks noChangeShapeType="1"/>
            </p:cNvSpPr>
            <p:nvPr/>
          </p:nvSpPr>
          <p:spPr bwMode="auto">
            <a:xfrm>
              <a:off x="3702" y="3199"/>
              <a:ext cx="89" cy="47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/>
          </p:spPr>
          <p:txBody>
            <a:bodyPr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rgbClr val="0000FF"/>
                </a:solidFill>
                <a:latin typeface="Arial" panose="020B0604020202020204" pitchFamily="34" charset="0"/>
                <a:ea typeface="华文行楷" panose="02010800040101010101" pitchFamily="2" charset="-122"/>
                <a:cs typeface="+mn-cs"/>
              </a:endParaRPr>
            </a:p>
          </p:txBody>
        </p:sp>
        <p:sp>
          <p:nvSpPr>
            <p:cNvPr id="192" name="Line 157"/>
            <p:cNvSpPr>
              <a:spLocks noChangeShapeType="1"/>
            </p:cNvSpPr>
            <p:nvPr/>
          </p:nvSpPr>
          <p:spPr bwMode="auto">
            <a:xfrm flipH="1">
              <a:off x="5461" y="3200"/>
              <a:ext cx="100" cy="47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/>
          </p:spPr>
          <p:txBody>
            <a:bodyPr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rgbClr val="0000FF"/>
                </a:solidFill>
                <a:latin typeface="Arial" panose="020B0604020202020204" pitchFamily="34" charset="0"/>
                <a:ea typeface="华文行楷" panose="02010800040101010101" pitchFamily="2" charset="-122"/>
                <a:cs typeface="+mn-cs"/>
              </a:endParaRPr>
            </a:p>
          </p:txBody>
        </p:sp>
        <p:sp>
          <p:nvSpPr>
            <p:cNvPr id="193" name="Line 158"/>
            <p:cNvSpPr>
              <a:spLocks noChangeShapeType="1"/>
            </p:cNvSpPr>
            <p:nvPr/>
          </p:nvSpPr>
          <p:spPr bwMode="auto">
            <a:xfrm>
              <a:off x="5671" y="3200"/>
              <a:ext cx="100" cy="46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/>
          </p:spPr>
          <p:txBody>
            <a:bodyPr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rgbClr val="0000FF"/>
                </a:solidFill>
                <a:latin typeface="Arial" panose="020B0604020202020204" pitchFamily="34" charset="0"/>
                <a:ea typeface="华文行楷" panose="02010800040101010101" pitchFamily="2" charset="-122"/>
                <a:cs typeface="+mn-cs"/>
              </a:endParaRPr>
            </a:p>
          </p:txBody>
        </p:sp>
        <p:sp>
          <p:nvSpPr>
            <p:cNvPr id="194" name="Line 159"/>
            <p:cNvSpPr>
              <a:spLocks noChangeShapeType="1"/>
            </p:cNvSpPr>
            <p:nvPr/>
          </p:nvSpPr>
          <p:spPr bwMode="auto">
            <a:xfrm flipH="1">
              <a:off x="6110" y="3221"/>
              <a:ext cx="111" cy="45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/>
          </p:spPr>
          <p:txBody>
            <a:bodyPr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rgbClr val="0000FF"/>
                </a:solidFill>
                <a:latin typeface="Arial" panose="020B0604020202020204" pitchFamily="34" charset="0"/>
                <a:ea typeface="华文行楷" panose="02010800040101010101" pitchFamily="2" charset="-122"/>
                <a:cs typeface="+mn-cs"/>
              </a:endParaRPr>
            </a:p>
          </p:txBody>
        </p:sp>
        <p:sp>
          <p:nvSpPr>
            <p:cNvPr id="195" name="Line 160"/>
            <p:cNvSpPr>
              <a:spLocks noChangeShapeType="1"/>
            </p:cNvSpPr>
            <p:nvPr/>
          </p:nvSpPr>
          <p:spPr bwMode="auto">
            <a:xfrm>
              <a:off x="6331" y="3221"/>
              <a:ext cx="90" cy="45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/>
          </p:spPr>
          <p:txBody>
            <a:bodyPr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rgbClr val="0000FF"/>
                </a:solidFill>
                <a:latin typeface="Arial" panose="020B0604020202020204" pitchFamily="34" charset="0"/>
                <a:ea typeface="华文行楷" panose="02010800040101010101" pitchFamily="2" charset="-122"/>
                <a:cs typeface="+mn-cs"/>
              </a:endParaRPr>
            </a:p>
          </p:txBody>
        </p:sp>
        <p:sp>
          <p:nvSpPr>
            <p:cNvPr id="196" name="Line 161"/>
            <p:cNvSpPr>
              <a:spLocks noChangeShapeType="1"/>
            </p:cNvSpPr>
            <p:nvPr/>
          </p:nvSpPr>
          <p:spPr bwMode="auto">
            <a:xfrm flipH="1">
              <a:off x="6782" y="3209"/>
              <a:ext cx="110" cy="46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/>
          </p:spPr>
          <p:txBody>
            <a:bodyPr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rgbClr val="0000FF"/>
                </a:solidFill>
                <a:latin typeface="Arial" panose="020B0604020202020204" pitchFamily="34" charset="0"/>
                <a:ea typeface="华文行楷" panose="02010800040101010101" pitchFamily="2" charset="-122"/>
                <a:cs typeface="+mn-cs"/>
              </a:endParaRPr>
            </a:p>
          </p:txBody>
        </p:sp>
        <p:sp>
          <p:nvSpPr>
            <p:cNvPr id="197" name="Line 162"/>
            <p:cNvSpPr>
              <a:spLocks noChangeShapeType="1"/>
            </p:cNvSpPr>
            <p:nvPr/>
          </p:nvSpPr>
          <p:spPr bwMode="auto">
            <a:xfrm>
              <a:off x="7001" y="3209"/>
              <a:ext cx="100" cy="46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/>
          </p:spPr>
          <p:txBody>
            <a:bodyPr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rgbClr val="0000FF"/>
                </a:solidFill>
                <a:latin typeface="Arial" panose="020B0604020202020204" pitchFamily="34" charset="0"/>
                <a:ea typeface="华文行楷" panose="02010800040101010101" pitchFamily="2" charset="-122"/>
                <a:cs typeface="+mn-cs"/>
              </a:endParaRPr>
            </a:p>
          </p:txBody>
        </p:sp>
        <p:sp>
          <p:nvSpPr>
            <p:cNvPr id="198" name="Line 163"/>
            <p:cNvSpPr>
              <a:spLocks noChangeShapeType="1"/>
            </p:cNvSpPr>
            <p:nvPr/>
          </p:nvSpPr>
          <p:spPr bwMode="auto">
            <a:xfrm flipH="1">
              <a:off x="7440" y="3209"/>
              <a:ext cx="101" cy="47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/>
          </p:spPr>
          <p:txBody>
            <a:bodyPr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rgbClr val="0000FF"/>
                </a:solidFill>
                <a:latin typeface="Arial" panose="020B0604020202020204" pitchFamily="34" charset="0"/>
                <a:ea typeface="华文行楷" panose="02010800040101010101" pitchFamily="2" charset="-122"/>
                <a:cs typeface="+mn-cs"/>
              </a:endParaRPr>
            </a:p>
          </p:txBody>
        </p:sp>
        <p:sp>
          <p:nvSpPr>
            <p:cNvPr id="199" name="Line 164"/>
            <p:cNvSpPr>
              <a:spLocks noChangeShapeType="1"/>
            </p:cNvSpPr>
            <p:nvPr/>
          </p:nvSpPr>
          <p:spPr bwMode="auto">
            <a:xfrm>
              <a:off x="7651" y="3209"/>
              <a:ext cx="110" cy="47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/>
          </p:spPr>
          <p:txBody>
            <a:bodyPr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rgbClr val="0000FF"/>
                </a:solidFill>
                <a:latin typeface="Arial" panose="020B0604020202020204" pitchFamily="34" charset="0"/>
                <a:ea typeface="华文行楷" panose="02010800040101010101" pitchFamily="2" charset="-122"/>
                <a:cs typeface="+mn-cs"/>
              </a:endParaRPr>
            </a:p>
          </p:txBody>
        </p:sp>
        <p:sp>
          <p:nvSpPr>
            <p:cNvPr id="200" name="Line 165"/>
            <p:cNvSpPr>
              <a:spLocks noChangeShapeType="1"/>
            </p:cNvSpPr>
            <p:nvPr/>
          </p:nvSpPr>
          <p:spPr bwMode="auto">
            <a:xfrm flipH="1">
              <a:off x="8091" y="3200"/>
              <a:ext cx="110" cy="46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/>
          </p:spPr>
          <p:txBody>
            <a:bodyPr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rgbClr val="0000FF"/>
                </a:solidFill>
                <a:latin typeface="Arial" panose="020B0604020202020204" pitchFamily="34" charset="0"/>
                <a:ea typeface="华文行楷" panose="02010800040101010101" pitchFamily="2" charset="-122"/>
                <a:cs typeface="+mn-cs"/>
              </a:endParaRPr>
            </a:p>
          </p:txBody>
        </p:sp>
        <p:sp>
          <p:nvSpPr>
            <p:cNvPr id="201" name="Line 166"/>
            <p:cNvSpPr>
              <a:spLocks noChangeShapeType="1"/>
            </p:cNvSpPr>
            <p:nvPr/>
          </p:nvSpPr>
          <p:spPr bwMode="auto">
            <a:xfrm>
              <a:off x="8311" y="3200"/>
              <a:ext cx="100" cy="48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/>
          </p:spPr>
          <p:txBody>
            <a:bodyPr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rgbClr val="0000FF"/>
                </a:solidFill>
                <a:latin typeface="Arial" panose="020B0604020202020204" pitchFamily="34" charset="0"/>
                <a:ea typeface="华文行楷" panose="02010800040101010101" pitchFamily="2" charset="-122"/>
                <a:cs typeface="+mn-cs"/>
              </a:endParaRPr>
            </a:p>
          </p:txBody>
        </p:sp>
        <p:sp>
          <p:nvSpPr>
            <p:cNvPr id="202" name="Line 167"/>
            <p:cNvSpPr>
              <a:spLocks noChangeShapeType="1"/>
            </p:cNvSpPr>
            <p:nvPr/>
          </p:nvSpPr>
          <p:spPr bwMode="auto">
            <a:xfrm flipH="1">
              <a:off x="8770" y="3200"/>
              <a:ext cx="111" cy="46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/>
          </p:spPr>
          <p:txBody>
            <a:bodyPr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rgbClr val="0000FF"/>
                </a:solidFill>
                <a:latin typeface="Arial" panose="020B0604020202020204" pitchFamily="34" charset="0"/>
                <a:ea typeface="华文行楷" panose="02010800040101010101" pitchFamily="2" charset="-122"/>
                <a:cs typeface="+mn-cs"/>
              </a:endParaRPr>
            </a:p>
          </p:txBody>
        </p:sp>
        <p:sp>
          <p:nvSpPr>
            <p:cNvPr id="203" name="Line 168"/>
            <p:cNvSpPr>
              <a:spLocks noChangeShapeType="1"/>
            </p:cNvSpPr>
            <p:nvPr/>
          </p:nvSpPr>
          <p:spPr bwMode="auto">
            <a:xfrm>
              <a:off x="8991" y="3200"/>
              <a:ext cx="100" cy="47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/>
          </p:spPr>
          <p:txBody>
            <a:bodyPr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rgbClr val="0000FF"/>
                </a:solidFill>
                <a:latin typeface="Arial" panose="020B0604020202020204" pitchFamily="34" charset="0"/>
                <a:ea typeface="华文行楷" panose="02010800040101010101" pitchFamily="2" charset="-122"/>
                <a:cs typeface="+mn-cs"/>
              </a:endParaRPr>
            </a:p>
          </p:txBody>
        </p:sp>
        <p:sp>
          <p:nvSpPr>
            <p:cNvPr id="204" name="Line 169"/>
            <p:cNvSpPr>
              <a:spLocks noChangeShapeType="1"/>
            </p:cNvSpPr>
            <p:nvPr/>
          </p:nvSpPr>
          <p:spPr bwMode="auto">
            <a:xfrm>
              <a:off x="1441" y="3939"/>
              <a:ext cx="0" cy="45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/>
          </p:spPr>
          <p:txBody>
            <a:bodyPr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rgbClr val="0000FF"/>
                </a:solidFill>
                <a:latin typeface="Arial" panose="020B0604020202020204" pitchFamily="34" charset="0"/>
                <a:ea typeface="华文行楷" panose="02010800040101010101" pitchFamily="2" charset="-122"/>
                <a:cs typeface="+mn-cs"/>
              </a:endParaRPr>
            </a:p>
          </p:txBody>
        </p:sp>
        <p:sp>
          <p:nvSpPr>
            <p:cNvPr id="205" name="Line 170"/>
            <p:cNvSpPr>
              <a:spLocks noChangeShapeType="1"/>
            </p:cNvSpPr>
            <p:nvPr/>
          </p:nvSpPr>
          <p:spPr bwMode="auto">
            <a:xfrm>
              <a:off x="1791" y="3939"/>
              <a:ext cx="0" cy="45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/>
          </p:spPr>
          <p:txBody>
            <a:bodyPr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rgbClr val="0000FF"/>
                </a:solidFill>
                <a:latin typeface="Arial" panose="020B0604020202020204" pitchFamily="34" charset="0"/>
                <a:ea typeface="华文行楷" panose="02010800040101010101" pitchFamily="2" charset="-122"/>
                <a:cs typeface="+mn-cs"/>
              </a:endParaRPr>
            </a:p>
          </p:txBody>
        </p:sp>
        <p:sp>
          <p:nvSpPr>
            <p:cNvPr id="206" name="Line 171"/>
            <p:cNvSpPr>
              <a:spLocks noChangeShapeType="1"/>
            </p:cNvSpPr>
            <p:nvPr/>
          </p:nvSpPr>
          <p:spPr bwMode="auto">
            <a:xfrm>
              <a:off x="2111" y="3939"/>
              <a:ext cx="0" cy="45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/>
          </p:spPr>
          <p:txBody>
            <a:bodyPr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rgbClr val="0000FF"/>
                </a:solidFill>
                <a:latin typeface="Arial" panose="020B0604020202020204" pitchFamily="34" charset="0"/>
                <a:ea typeface="华文行楷" panose="02010800040101010101" pitchFamily="2" charset="-122"/>
                <a:cs typeface="+mn-cs"/>
              </a:endParaRPr>
            </a:p>
          </p:txBody>
        </p:sp>
        <p:sp>
          <p:nvSpPr>
            <p:cNvPr id="207" name="Line 172"/>
            <p:cNvSpPr>
              <a:spLocks noChangeShapeType="1"/>
            </p:cNvSpPr>
            <p:nvPr/>
          </p:nvSpPr>
          <p:spPr bwMode="auto">
            <a:xfrm>
              <a:off x="2431" y="3939"/>
              <a:ext cx="0" cy="45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/>
          </p:spPr>
          <p:txBody>
            <a:bodyPr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rgbClr val="0000FF"/>
                </a:solidFill>
                <a:latin typeface="Arial" panose="020B0604020202020204" pitchFamily="34" charset="0"/>
                <a:ea typeface="华文行楷" panose="02010800040101010101" pitchFamily="2" charset="-122"/>
                <a:cs typeface="+mn-cs"/>
              </a:endParaRPr>
            </a:p>
          </p:txBody>
        </p:sp>
        <p:sp>
          <p:nvSpPr>
            <p:cNvPr id="208" name="Line 173"/>
            <p:cNvSpPr>
              <a:spLocks noChangeShapeType="1"/>
            </p:cNvSpPr>
            <p:nvPr/>
          </p:nvSpPr>
          <p:spPr bwMode="auto">
            <a:xfrm>
              <a:off x="2771" y="3939"/>
              <a:ext cx="0" cy="45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/>
          </p:spPr>
          <p:txBody>
            <a:bodyPr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rgbClr val="0000FF"/>
                </a:solidFill>
                <a:latin typeface="Arial" panose="020B0604020202020204" pitchFamily="34" charset="0"/>
                <a:ea typeface="华文行楷" panose="02010800040101010101" pitchFamily="2" charset="-122"/>
                <a:cs typeface="+mn-cs"/>
              </a:endParaRPr>
            </a:p>
          </p:txBody>
        </p:sp>
        <p:sp>
          <p:nvSpPr>
            <p:cNvPr id="209" name="Line 174"/>
            <p:cNvSpPr>
              <a:spLocks noChangeShapeType="1"/>
            </p:cNvSpPr>
            <p:nvPr/>
          </p:nvSpPr>
          <p:spPr bwMode="auto">
            <a:xfrm>
              <a:off x="3111" y="3927"/>
              <a:ext cx="0" cy="46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/>
          </p:spPr>
          <p:txBody>
            <a:bodyPr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rgbClr val="0000FF"/>
                </a:solidFill>
                <a:latin typeface="Arial" panose="020B0604020202020204" pitchFamily="34" charset="0"/>
                <a:ea typeface="华文行楷" panose="02010800040101010101" pitchFamily="2" charset="-122"/>
                <a:cs typeface="+mn-cs"/>
              </a:endParaRPr>
            </a:p>
          </p:txBody>
        </p:sp>
        <p:sp>
          <p:nvSpPr>
            <p:cNvPr id="210" name="Line 175"/>
            <p:cNvSpPr>
              <a:spLocks noChangeShapeType="1"/>
            </p:cNvSpPr>
            <p:nvPr/>
          </p:nvSpPr>
          <p:spPr bwMode="auto">
            <a:xfrm>
              <a:off x="3462" y="3939"/>
              <a:ext cx="0" cy="45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/>
          </p:spPr>
          <p:txBody>
            <a:bodyPr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rgbClr val="0000FF"/>
                </a:solidFill>
                <a:latin typeface="Arial" panose="020B0604020202020204" pitchFamily="34" charset="0"/>
                <a:ea typeface="华文行楷" panose="02010800040101010101" pitchFamily="2" charset="-122"/>
                <a:cs typeface="+mn-cs"/>
              </a:endParaRPr>
            </a:p>
          </p:txBody>
        </p:sp>
        <p:sp>
          <p:nvSpPr>
            <p:cNvPr id="211" name="Line 176"/>
            <p:cNvSpPr>
              <a:spLocks noChangeShapeType="1"/>
            </p:cNvSpPr>
            <p:nvPr/>
          </p:nvSpPr>
          <p:spPr bwMode="auto">
            <a:xfrm>
              <a:off x="3801" y="3939"/>
              <a:ext cx="0" cy="45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/>
          </p:spPr>
          <p:txBody>
            <a:bodyPr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rgbClr val="0000FF"/>
                </a:solidFill>
                <a:latin typeface="Arial" panose="020B0604020202020204" pitchFamily="34" charset="0"/>
                <a:ea typeface="华文行楷" panose="02010800040101010101" pitchFamily="2" charset="-122"/>
                <a:cs typeface="+mn-cs"/>
              </a:endParaRPr>
            </a:p>
          </p:txBody>
        </p:sp>
        <p:sp>
          <p:nvSpPr>
            <p:cNvPr id="212" name="Line 177"/>
            <p:cNvSpPr>
              <a:spLocks noChangeShapeType="1"/>
            </p:cNvSpPr>
            <p:nvPr/>
          </p:nvSpPr>
          <p:spPr bwMode="auto">
            <a:xfrm>
              <a:off x="4151" y="3930"/>
              <a:ext cx="0" cy="45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/>
          </p:spPr>
          <p:txBody>
            <a:bodyPr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rgbClr val="0000FF"/>
                </a:solidFill>
                <a:latin typeface="Arial" panose="020B0604020202020204" pitchFamily="34" charset="0"/>
                <a:ea typeface="华文行楷" panose="02010800040101010101" pitchFamily="2" charset="-122"/>
                <a:cs typeface="+mn-cs"/>
              </a:endParaRPr>
            </a:p>
          </p:txBody>
        </p:sp>
        <p:sp>
          <p:nvSpPr>
            <p:cNvPr id="213" name="Line 178"/>
            <p:cNvSpPr>
              <a:spLocks noChangeShapeType="1"/>
            </p:cNvSpPr>
            <p:nvPr/>
          </p:nvSpPr>
          <p:spPr bwMode="auto">
            <a:xfrm>
              <a:off x="4481" y="3936"/>
              <a:ext cx="0" cy="45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/>
          </p:spPr>
          <p:txBody>
            <a:bodyPr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rgbClr val="0000FF"/>
                </a:solidFill>
                <a:latin typeface="Arial" panose="020B0604020202020204" pitchFamily="34" charset="0"/>
                <a:ea typeface="华文行楷" panose="02010800040101010101" pitchFamily="2" charset="-122"/>
                <a:cs typeface="+mn-cs"/>
              </a:endParaRPr>
            </a:p>
          </p:txBody>
        </p:sp>
        <p:sp>
          <p:nvSpPr>
            <p:cNvPr id="214" name="Line 179"/>
            <p:cNvSpPr>
              <a:spLocks noChangeShapeType="1"/>
            </p:cNvSpPr>
            <p:nvPr/>
          </p:nvSpPr>
          <p:spPr bwMode="auto">
            <a:xfrm>
              <a:off x="4830" y="3927"/>
              <a:ext cx="0" cy="46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/>
          </p:spPr>
          <p:txBody>
            <a:bodyPr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rgbClr val="0000FF"/>
                </a:solidFill>
                <a:latin typeface="Arial" panose="020B0604020202020204" pitchFamily="34" charset="0"/>
                <a:ea typeface="华文行楷" panose="02010800040101010101" pitchFamily="2" charset="-122"/>
                <a:cs typeface="+mn-cs"/>
              </a:endParaRPr>
            </a:p>
          </p:txBody>
        </p:sp>
        <p:sp>
          <p:nvSpPr>
            <p:cNvPr id="215" name="Line 180"/>
            <p:cNvSpPr>
              <a:spLocks noChangeShapeType="1"/>
            </p:cNvSpPr>
            <p:nvPr/>
          </p:nvSpPr>
          <p:spPr bwMode="auto">
            <a:xfrm>
              <a:off x="5161" y="3927"/>
              <a:ext cx="0" cy="46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/>
          </p:spPr>
          <p:txBody>
            <a:bodyPr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rgbClr val="0000FF"/>
                </a:solidFill>
                <a:latin typeface="Arial" panose="020B0604020202020204" pitchFamily="34" charset="0"/>
                <a:ea typeface="华文行楷" panose="02010800040101010101" pitchFamily="2" charset="-122"/>
                <a:cs typeface="+mn-cs"/>
              </a:endParaRPr>
            </a:p>
          </p:txBody>
        </p:sp>
        <p:sp>
          <p:nvSpPr>
            <p:cNvPr id="216" name="Line 181"/>
            <p:cNvSpPr>
              <a:spLocks noChangeShapeType="1"/>
            </p:cNvSpPr>
            <p:nvPr/>
          </p:nvSpPr>
          <p:spPr bwMode="auto">
            <a:xfrm>
              <a:off x="5481" y="3927"/>
              <a:ext cx="0" cy="46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/>
          </p:spPr>
          <p:txBody>
            <a:bodyPr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rgbClr val="0000FF"/>
                </a:solidFill>
                <a:latin typeface="Arial" panose="020B0604020202020204" pitchFamily="34" charset="0"/>
                <a:ea typeface="华文行楷" panose="02010800040101010101" pitchFamily="2" charset="-122"/>
                <a:cs typeface="+mn-cs"/>
              </a:endParaRPr>
            </a:p>
          </p:txBody>
        </p:sp>
        <p:sp>
          <p:nvSpPr>
            <p:cNvPr id="217" name="Line 182"/>
            <p:cNvSpPr>
              <a:spLocks noChangeShapeType="1"/>
            </p:cNvSpPr>
            <p:nvPr/>
          </p:nvSpPr>
          <p:spPr bwMode="auto">
            <a:xfrm>
              <a:off x="5801" y="3927"/>
              <a:ext cx="0" cy="46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/>
          </p:spPr>
          <p:txBody>
            <a:bodyPr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rgbClr val="0000FF"/>
                </a:solidFill>
                <a:latin typeface="Arial" panose="020B0604020202020204" pitchFamily="34" charset="0"/>
                <a:ea typeface="华文行楷" panose="02010800040101010101" pitchFamily="2" charset="-122"/>
                <a:cs typeface="+mn-cs"/>
              </a:endParaRPr>
            </a:p>
          </p:txBody>
        </p:sp>
        <p:sp>
          <p:nvSpPr>
            <p:cNvPr id="218" name="Line 183"/>
            <p:cNvSpPr>
              <a:spLocks noChangeShapeType="1"/>
            </p:cNvSpPr>
            <p:nvPr/>
          </p:nvSpPr>
          <p:spPr bwMode="auto">
            <a:xfrm>
              <a:off x="6131" y="3936"/>
              <a:ext cx="0" cy="45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/>
          </p:spPr>
          <p:txBody>
            <a:bodyPr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rgbClr val="0000FF"/>
                </a:solidFill>
                <a:latin typeface="Arial" panose="020B0604020202020204" pitchFamily="34" charset="0"/>
                <a:ea typeface="华文行楷" panose="02010800040101010101" pitchFamily="2" charset="-122"/>
                <a:cs typeface="+mn-cs"/>
              </a:endParaRPr>
            </a:p>
          </p:txBody>
        </p:sp>
        <p:sp>
          <p:nvSpPr>
            <p:cNvPr id="219" name="Line 184"/>
            <p:cNvSpPr>
              <a:spLocks noChangeShapeType="1"/>
            </p:cNvSpPr>
            <p:nvPr/>
          </p:nvSpPr>
          <p:spPr bwMode="auto">
            <a:xfrm>
              <a:off x="6461" y="3937"/>
              <a:ext cx="0" cy="45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/>
          </p:spPr>
          <p:txBody>
            <a:bodyPr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rgbClr val="0000FF"/>
                </a:solidFill>
                <a:latin typeface="Arial" panose="020B0604020202020204" pitchFamily="34" charset="0"/>
                <a:ea typeface="华文行楷" panose="02010800040101010101" pitchFamily="2" charset="-122"/>
                <a:cs typeface="+mn-cs"/>
              </a:endParaRPr>
            </a:p>
          </p:txBody>
        </p:sp>
        <p:sp>
          <p:nvSpPr>
            <p:cNvPr id="220" name="Line 185"/>
            <p:cNvSpPr>
              <a:spLocks noChangeShapeType="1"/>
            </p:cNvSpPr>
            <p:nvPr/>
          </p:nvSpPr>
          <p:spPr bwMode="auto">
            <a:xfrm>
              <a:off x="6791" y="3935"/>
              <a:ext cx="0" cy="46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/>
          </p:spPr>
          <p:txBody>
            <a:bodyPr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rgbClr val="0000FF"/>
                </a:solidFill>
                <a:latin typeface="Arial" panose="020B0604020202020204" pitchFamily="34" charset="0"/>
                <a:ea typeface="华文行楷" panose="02010800040101010101" pitchFamily="2" charset="-122"/>
                <a:cs typeface="+mn-cs"/>
              </a:endParaRPr>
            </a:p>
          </p:txBody>
        </p:sp>
        <p:sp>
          <p:nvSpPr>
            <p:cNvPr id="221" name="Line 186"/>
            <p:cNvSpPr>
              <a:spLocks noChangeShapeType="1"/>
            </p:cNvSpPr>
            <p:nvPr/>
          </p:nvSpPr>
          <p:spPr bwMode="auto">
            <a:xfrm>
              <a:off x="7121" y="3936"/>
              <a:ext cx="0" cy="45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/>
          </p:spPr>
          <p:txBody>
            <a:bodyPr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rgbClr val="0000FF"/>
                </a:solidFill>
                <a:latin typeface="Arial" panose="020B0604020202020204" pitchFamily="34" charset="0"/>
                <a:ea typeface="华文行楷" panose="02010800040101010101" pitchFamily="2" charset="-122"/>
                <a:cs typeface="+mn-cs"/>
              </a:endParaRPr>
            </a:p>
          </p:txBody>
        </p:sp>
        <p:sp>
          <p:nvSpPr>
            <p:cNvPr id="222" name="Line 187"/>
            <p:cNvSpPr>
              <a:spLocks noChangeShapeType="1"/>
            </p:cNvSpPr>
            <p:nvPr/>
          </p:nvSpPr>
          <p:spPr bwMode="auto">
            <a:xfrm>
              <a:off x="7461" y="3927"/>
              <a:ext cx="0" cy="46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/>
          </p:spPr>
          <p:txBody>
            <a:bodyPr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rgbClr val="0000FF"/>
                </a:solidFill>
                <a:latin typeface="Arial" panose="020B0604020202020204" pitchFamily="34" charset="0"/>
                <a:ea typeface="华文行楷" panose="02010800040101010101" pitchFamily="2" charset="-122"/>
                <a:cs typeface="+mn-cs"/>
              </a:endParaRPr>
            </a:p>
          </p:txBody>
        </p:sp>
        <p:sp>
          <p:nvSpPr>
            <p:cNvPr id="223" name="Line 188"/>
            <p:cNvSpPr>
              <a:spLocks noChangeShapeType="1"/>
            </p:cNvSpPr>
            <p:nvPr/>
          </p:nvSpPr>
          <p:spPr bwMode="auto">
            <a:xfrm>
              <a:off x="7770" y="3915"/>
              <a:ext cx="0" cy="45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/>
          </p:spPr>
          <p:txBody>
            <a:bodyPr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rgbClr val="0000FF"/>
                </a:solidFill>
                <a:latin typeface="Arial" panose="020B0604020202020204" pitchFamily="34" charset="0"/>
                <a:ea typeface="华文行楷" panose="02010800040101010101" pitchFamily="2" charset="-122"/>
                <a:cs typeface="+mn-cs"/>
              </a:endParaRPr>
            </a:p>
          </p:txBody>
        </p:sp>
        <p:sp>
          <p:nvSpPr>
            <p:cNvPr id="224" name="Line 189"/>
            <p:cNvSpPr>
              <a:spLocks noChangeShapeType="1"/>
            </p:cNvSpPr>
            <p:nvPr/>
          </p:nvSpPr>
          <p:spPr bwMode="auto">
            <a:xfrm>
              <a:off x="8112" y="3927"/>
              <a:ext cx="0" cy="46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/>
          </p:spPr>
          <p:txBody>
            <a:bodyPr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rgbClr val="0000FF"/>
                </a:solidFill>
                <a:latin typeface="Arial" panose="020B0604020202020204" pitchFamily="34" charset="0"/>
                <a:ea typeface="华文行楷" panose="02010800040101010101" pitchFamily="2" charset="-122"/>
                <a:cs typeface="+mn-cs"/>
              </a:endParaRPr>
            </a:p>
          </p:txBody>
        </p:sp>
        <p:sp>
          <p:nvSpPr>
            <p:cNvPr id="225" name="Line 190"/>
            <p:cNvSpPr>
              <a:spLocks noChangeShapeType="1"/>
            </p:cNvSpPr>
            <p:nvPr/>
          </p:nvSpPr>
          <p:spPr bwMode="auto">
            <a:xfrm>
              <a:off x="8442" y="3927"/>
              <a:ext cx="0" cy="46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/>
          </p:spPr>
          <p:txBody>
            <a:bodyPr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rgbClr val="0000FF"/>
                </a:solidFill>
                <a:latin typeface="Arial" panose="020B0604020202020204" pitchFamily="34" charset="0"/>
                <a:ea typeface="华文行楷" panose="02010800040101010101" pitchFamily="2" charset="-122"/>
                <a:cs typeface="+mn-cs"/>
              </a:endParaRPr>
            </a:p>
          </p:txBody>
        </p:sp>
        <p:sp>
          <p:nvSpPr>
            <p:cNvPr id="226" name="Line 191"/>
            <p:cNvSpPr>
              <a:spLocks noChangeShapeType="1"/>
            </p:cNvSpPr>
            <p:nvPr/>
          </p:nvSpPr>
          <p:spPr bwMode="auto">
            <a:xfrm>
              <a:off x="8770" y="3927"/>
              <a:ext cx="0" cy="46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/>
          </p:spPr>
          <p:txBody>
            <a:bodyPr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rgbClr val="0000FF"/>
                </a:solidFill>
                <a:latin typeface="Arial" panose="020B0604020202020204" pitchFamily="34" charset="0"/>
                <a:ea typeface="华文行楷" panose="02010800040101010101" pitchFamily="2" charset="-122"/>
                <a:cs typeface="+mn-cs"/>
              </a:endParaRPr>
            </a:p>
          </p:txBody>
        </p:sp>
        <p:sp>
          <p:nvSpPr>
            <p:cNvPr id="227" name="Line 192"/>
            <p:cNvSpPr>
              <a:spLocks noChangeShapeType="1"/>
            </p:cNvSpPr>
            <p:nvPr/>
          </p:nvSpPr>
          <p:spPr bwMode="auto">
            <a:xfrm>
              <a:off x="9112" y="3936"/>
              <a:ext cx="0" cy="45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/>
          </p:spPr>
          <p:txBody>
            <a:bodyPr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rgbClr val="0000FF"/>
                </a:solidFill>
                <a:latin typeface="Arial" panose="020B0604020202020204" pitchFamily="34" charset="0"/>
                <a:ea typeface="华文行楷" panose="02010800040101010101" pitchFamily="2" charset="-122"/>
                <a:cs typeface="+mn-cs"/>
              </a:endParaRPr>
            </a:p>
          </p:txBody>
        </p:sp>
        <p:sp>
          <p:nvSpPr>
            <p:cNvPr id="228" name="Text Box 193"/>
            <p:cNvSpPr txBox="1">
              <a:spLocks noChangeArrowheads="1"/>
            </p:cNvSpPr>
            <p:nvPr/>
          </p:nvSpPr>
          <p:spPr bwMode="auto">
            <a:xfrm>
              <a:off x="3562" y="1775"/>
              <a:ext cx="169" cy="189"/>
            </a:xfrm>
            <a:prstGeom prst="rect">
              <a:avLst/>
            </a:prstGeom>
            <a:noFill/>
            <a:ln>
              <a:noFill/>
            </a:ln>
            <a:extLst/>
          </p:spPr>
          <p:txBody>
            <a:bodyPr lIns="0" tIns="0" rIns="0" bIns="0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just" fontAlgn="auto">
                <a:lnSpc>
                  <a:spcPct val="7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b="1" kern="0" dirty="0">
                  <a:solidFill>
                    <a:srgbClr val="0000FF"/>
                  </a:solidFill>
                  <a:latin typeface="Times New Roman" pitchFamily="18" charset="0"/>
                  <a:cs typeface="+mn-cs"/>
                </a:rPr>
                <a:t>1</a:t>
              </a:r>
            </a:p>
          </p:txBody>
        </p:sp>
        <p:sp>
          <p:nvSpPr>
            <p:cNvPr id="229" name="Text Box 194"/>
            <p:cNvSpPr txBox="1">
              <a:spLocks noChangeArrowheads="1"/>
            </p:cNvSpPr>
            <p:nvPr/>
          </p:nvSpPr>
          <p:spPr bwMode="auto">
            <a:xfrm>
              <a:off x="4830" y="1959"/>
              <a:ext cx="171" cy="189"/>
            </a:xfrm>
            <a:prstGeom prst="rect">
              <a:avLst/>
            </a:prstGeom>
            <a:noFill/>
            <a:ln>
              <a:noFill/>
            </a:ln>
            <a:extLst/>
          </p:spPr>
          <p:txBody>
            <a:bodyPr lIns="0" tIns="0" rIns="0" bIns="0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just" fontAlgn="auto">
                <a:lnSpc>
                  <a:spcPct val="7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b="1" kern="0">
                  <a:solidFill>
                    <a:srgbClr val="0000FF"/>
                  </a:solidFill>
                  <a:latin typeface="Times New Roman" pitchFamily="18" charset="0"/>
                  <a:cs typeface="+mn-cs"/>
                </a:rPr>
                <a:t>2</a:t>
              </a:r>
            </a:p>
          </p:txBody>
        </p:sp>
        <p:sp>
          <p:nvSpPr>
            <p:cNvPr id="230" name="Text Box 195"/>
            <p:cNvSpPr txBox="1">
              <a:spLocks noChangeArrowheads="1"/>
            </p:cNvSpPr>
            <p:nvPr/>
          </p:nvSpPr>
          <p:spPr bwMode="auto">
            <a:xfrm>
              <a:off x="5540" y="1960"/>
              <a:ext cx="171" cy="189"/>
            </a:xfrm>
            <a:prstGeom prst="rect">
              <a:avLst/>
            </a:prstGeom>
            <a:noFill/>
            <a:ln>
              <a:noFill/>
            </a:ln>
            <a:extLst/>
          </p:spPr>
          <p:txBody>
            <a:bodyPr lIns="0" tIns="0" rIns="0" bIns="0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just" fontAlgn="auto">
                <a:lnSpc>
                  <a:spcPct val="7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b="1" kern="0">
                  <a:solidFill>
                    <a:srgbClr val="0000FF"/>
                  </a:solidFill>
                  <a:latin typeface="Times New Roman" pitchFamily="18" charset="0"/>
                  <a:cs typeface="+mn-cs"/>
                </a:rPr>
                <a:t>3</a:t>
              </a:r>
            </a:p>
          </p:txBody>
        </p:sp>
        <p:sp>
          <p:nvSpPr>
            <p:cNvPr id="231" name="Text Box 196"/>
            <p:cNvSpPr txBox="1">
              <a:spLocks noChangeArrowheads="1"/>
            </p:cNvSpPr>
            <p:nvPr/>
          </p:nvSpPr>
          <p:spPr bwMode="auto">
            <a:xfrm>
              <a:off x="6801" y="1731"/>
              <a:ext cx="171" cy="189"/>
            </a:xfrm>
            <a:prstGeom prst="rect">
              <a:avLst/>
            </a:prstGeom>
            <a:noFill/>
            <a:ln>
              <a:noFill/>
            </a:ln>
            <a:extLst/>
          </p:spPr>
          <p:txBody>
            <a:bodyPr lIns="0" tIns="0" rIns="0" bIns="0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just" fontAlgn="auto">
                <a:lnSpc>
                  <a:spcPct val="7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b="1" kern="0">
                  <a:solidFill>
                    <a:srgbClr val="0000FF"/>
                  </a:solidFill>
                  <a:latin typeface="Times New Roman" pitchFamily="18" charset="0"/>
                  <a:cs typeface="+mn-cs"/>
                </a:rPr>
                <a:t>4</a:t>
              </a:r>
            </a:p>
          </p:txBody>
        </p:sp>
        <p:sp>
          <p:nvSpPr>
            <p:cNvPr id="232" name="Text Box 197"/>
            <p:cNvSpPr txBox="1">
              <a:spLocks noChangeArrowheads="1"/>
            </p:cNvSpPr>
            <p:nvPr/>
          </p:nvSpPr>
          <p:spPr bwMode="auto">
            <a:xfrm>
              <a:off x="2080" y="2608"/>
              <a:ext cx="171" cy="189"/>
            </a:xfrm>
            <a:prstGeom prst="rect">
              <a:avLst/>
            </a:prstGeom>
            <a:noFill/>
            <a:ln>
              <a:noFill/>
            </a:ln>
            <a:extLst/>
          </p:spPr>
          <p:txBody>
            <a:bodyPr lIns="0" tIns="0" rIns="0" bIns="0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just" fontAlgn="auto">
                <a:lnSpc>
                  <a:spcPct val="7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b="1" kern="0">
                  <a:solidFill>
                    <a:srgbClr val="0000FF"/>
                  </a:solidFill>
                  <a:latin typeface="Times New Roman" pitchFamily="18" charset="0"/>
                  <a:cs typeface="+mn-cs"/>
                </a:rPr>
                <a:t>3</a:t>
              </a:r>
            </a:p>
          </p:txBody>
        </p:sp>
        <p:sp>
          <p:nvSpPr>
            <p:cNvPr id="233" name="Text Box 198"/>
            <p:cNvSpPr txBox="1">
              <a:spLocks noChangeArrowheads="1"/>
            </p:cNvSpPr>
            <p:nvPr/>
          </p:nvSpPr>
          <p:spPr bwMode="auto">
            <a:xfrm>
              <a:off x="2401" y="2609"/>
              <a:ext cx="171" cy="189"/>
            </a:xfrm>
            <a:prstGeom prst="rect">
              <a:avLst/>
            </a:prstGeom>
            <a:noFill/>
            <a:ln>
              <a:noFill/>
            </a:ln>
            <a:extLst/>
          </p:spPr>
          <p:txBody>
            <a:bodyPr lIns="0" tIns="0" rIns="0" bIns="0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just" fontAlgn="auto">
                <a:lnSpc>
                  <a:spcPct val="7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b="1" kern="0">
                  <a:solidFill>
                    <a:srgbClr val="0000FF"/>
                  </a:solidFill>
                  <a:latin typeface="Times New Roman" pitchFamily="18" charset="0"/>
                  <a:cs typeface="+mn-cs"/>
                </a:rPr>
                <a:t>4</a:t>
              </a:r>
            </a:p>
          </p:txBody>
        </p:sp>
        <p:sp>
          <p:nvSpPr>
            <p:cNvPr id="234" name="Line 199"/>
            <p:cNvSpPr>
              <a:spLocks noChangeShapeType="1"/>
            </p:cNvSpPr>
            <p:nvPr/>
          </p:nvSpPr>
          <p:spPr bwMode="auto">
            <a:xfrm>
              <a:off x="2391" y="2417"/>
              <a:ext cx="470" cy="57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/>
          </p:spPr>
          <p:txBody>
            <a:bodyPr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rgbClr val="0000FF"/>
                </a:solidFill>
                <a:latin typeface="Arial" panose="020B0604020202020204" pitchFamily="34" charset="0"/>
                <a:ea typeface="华文行楷" panose="02010800040101010101" pitchFamily="2" charset="-122"/>
                <a:cs typeface="+mn-cs"/>
              </a:endParaRPr>
            </a:p>
          </p:txBody>
        </p:sp>
      </p:grpSp>
      <p:sp>
        <p:nvSpPr>
          <p:cNvPr id="235" name="Text Box 64"/>
          <p:cNvSpPr txBox="1">
            <a:spLocks noChangeArrowheads="1"/>
          </p:cNvSpPr>
          <p:nvPr/>
        </p:nvSpPr>
        <p:spPr bwMode="auto">
          <a:xfrm>
            <a:off x="3064232" y="6137082"/>
            <a:ext cx="3352800" cy="261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algn="just" eaLnBrk="0" hangingPunct="0">
              <a:lnSpc>
                <a:spcPct val="80000"/>
              </a:lnSpc>
            </a:pPr>
            <a:r>
              <a:rPr lang="zh-CN" altLang="en-US" sz="1600" b="1" dirty="0" smtClean="0">
                <a:solidFill>
                  <a:srgbClr val="0000FF"/>
                </a:solidFill>
                <a:latin typeface="+mn-ea"/>
              </a:rPr>
              <a:t>四皇</a:t>
            </a:r>
            <a:r>
              <a:rPr lang="zh-CN" altLang="en-US" sz="1600" b="1" dirty="0">
                <a:solidFill>
                  <a:srgbClr val="0000FF"/>
                </a:solidFill>
                <a:latin typeface="+mn-ea"/>
              </a:rPr>
              <a:t>后问题解空间树</a:t>
            </a: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ext Box 2"/>
          <p:cNvSpPr txBox="1">
            <a:spLocks noChangeArrowheads="1"/>
          </p:cNvSpPr>
          <p:nvPr/>
        </p:nvSpPr>
        <p:spPr bwMode="auto">
          <a:xfrm>
            <a:off x="569166" y="1500174"/>
            <a:ext cx="8212853" cy="193899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 smtClean="0">
                <a:solidFill>
                  <a:srgbClr val="0000FF"/>
                </a:solidFill>
                <a:latin typeface="+mn-ea"/>
              </a:rPr>
              <a:t>       </a:t>
            </a:r>
            <a:r>
              <a:rPr lang="zh-CN" altLang="en-US" sz="2000" b="1" dirty="0" smtClean="0">
                <a:solidFill>
                  <a:srgbClr val="FF0000"/>
                </a:solidFill>
                <a:latin typeface="+mn-ea"/>
              </a:rPr>
              <a:t>注意：</a:t>
            </a:r>
            <a:r>
              <a:rPr lang="zh-CN" altLang="en-US" sz="2000" b="1" dirty="0" smtClean="0">
                <a:solidFill>
                  <a:srgbClr val="0000FF"/>
                </a:solidFill>
                <a:latin typeface="+mn-ea"/>
              </a:rPr>
              <a:t>问</a:t>
            </a:r>
            <a:r>
              <a:rPr lang="zh-CN" altLang="en-US" sz="2000" b="1" dirty="0">
                <a:solidFill>
                  <a:srgbClr val="0000FF"/>
                </a:solidFill>
                <a:latin typeface="+mn-ea"/>
              </a:rPr>
              <a:t>题的解空间树是虚拟</a:t>
            </a:r>
            <a:r>
              <a:rPr lang="zh-CN" altLang="en-US" sz="2000" b="1" dirty="0" smtClean="0">
                <a:solidFill>
                  <a:srgbClr val="0000FF"/>
                </a:solidFill>
                <a:latin typeface="+mn-ea"/>
              </a:rPr>
              <a:t>的，并</a:t>
            </a:r>
            <a:r>
              <a:rPr lang="zh-CN" altLang="en-US" sz="2000" b="1" dirty="0">
                <a:solidFill>
                  <a:srgbClr val="0000FF"/>
                </a:solidFill>
                <a:latin typeface="+mn-ea"/>
              </a:rPr>
              <a:t>不需要在算法运行时构造一棵真正的树结</a:t>
            </a:r>
            <a:r>
              <a:rPr lang="zh-CN" altLang="en-US" sz="2000" b="1" dirty="0" smtClean="0">
                <a:solidFill>
                  <a:srgbClr val="0000FF"/>
                </a:solidFill>
                <a:latin typeface="+mn-ea"/>
              </a:rPr>
              <a:t>构，然</a:t>
            </a:r>
            <a:r>
              <a:rPr lang="zh-CN" altLang="en-US" sz="2000" b="1" dirty="0">
                <a:solidFill>
                  <a:srgbClr val="0000FF"/>
                </a:solidFill>
                <a:latin typeface="+mn-ea"/>
              </a:rPr>
              <a:t>后再在该解空间树中搜索问题的</a:t>
            </a:r>
            <a:r>
              <a:rPr lang="zh-CN" altLang="en-US" sz="2000" b="1" dirty="0" smtClean="0">
                <a:solidFill>
                  <a:srgbClr val="0000FF"/>
                </a:solidFill>
                <a:latin typeface="+mn-ea"/>
              </a:rPr>
              <a:t>解，而</a:t>
            </a:r>
            <a:r>
              <a:rPr lang="zh-CN" altLang="en-US" sz="2000" b="1" dirty="0">
                <a:solidFill>
                  <a:srgbClr val="0000FF"/>
                </a:solidFill>
                <a:latin typeface="+mn-ea"/>
              </a:rPr>
              <a:t>是</a:t>
            </a:r>
            <a:r>
              <a:rPr lang="zh-CN" altLang="en-US" sz="2000" b="1" dirty="0">
                <a:solidFill>
                  <a:srgbClr val="FF0000"/>
                </a:solidFill>
                <a:latin typeface="+mn-ea"/>
              </a:rPr>
              <a:t>只存储从根结点到当前结点的路径</a:t>
            </a:r>
            <a:r>
              <a:rPr lang="zh-CN" altLang="en-US" sz="2000" b="1" dirty="0" smtClean="0">
                <a:solidFill>
                  <a:srgbClr val="0000FF"/>
                </a:solidFill>
                <a:latin typeface="+mn-ea"/>
              </a:rPr>
              <a:t>。</a:t>
            </a:r>
            <a:endParaRPr lang="en-US" altLang="zh-CN" sz="2000" b="1" dirty="0" smtClean="0">
              <a:solidFill>
                <a:srgbClr val="0000FF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2000" b="1" dirty="0" smtClean="0">
                <a:solidFill>
                  <a:srgbClr val="0000FF"/>
                </a:solidFill>
                <a:latin typeface="+mn-ea"/>
              </a:rPr>
              <a:t>      </a:t>
            </a:r>
            <a:r>
              <a:rPr lang="zh-CN" altLang="en-US" sz="2000" b="1" dirty="0" smtClean="0">
                <a:solidFill>
                  <a:srgbClr val="0000FF"/>
                </a:solidFill>
                <a:latin typeface="+mn-ea"/>
              </a:rPr>
              <a:t>实</a:t>
            </a:r>
            <a:r>
              <a:rPr lang="zh-CN" altLang="en-US" sz="2000" b="1" dirty="0">
                <a:solidFill>
                  <a:srgbClr val="0000FF"/>
                </a:solidFill>
                <a:latin typeface="+mn-ea"/>
              </a:rPr>
              <a:t>际</a:t>
            </a:r>
            <a:r>
              <a:rPr lang="zh-CN" altLang="en-US" sz="2000" b="1" dirty="0" smtClean="0">
                <a:solidFill>
                  <a:srgbClr val="0000FF"/>
                </a:solidFill>
                <a:latin typeface="+mn-ea"/>
              </a:rPr>
              <a:t>上，有</a:t>
            </a:r>
            <a:r>
              <a:rPr lang="zh-CN" altLang="en-US" sz="2000" b="1" dirty="0">
                <a:solidFill>
                  <a:srgbClr val="0000FF"/>
                </a:solidFill>
                <a:latin typeface="+mn-ea"/>
              </a:rPr>
              <a:t>些问题的解空间因过于复杂或状态过多难以画出来。</a:t>
            </a:r>
          </a:p>
        </p:txBody>
      </p:sp>
      <p:sp>
        <p:nvSpPr>
          <p:cNvPr id="4" name="文本占位符 2"/>
          <p:cNvSpPr>
            <a:spLocks noGrp="1"/>
          </p:cNvSpPr>
          <p:nvPr>
            <p:ph type="body" sz="quarter" idx="13"/>
          </p:nvPr>
        </p:nvSpPr>
        <p:spPr>
          <a:xfrm>
            <a:off x="-498107" y="261275"/>
            <a:ext cx="7262260" cy="864000"/>
          </a:xfrm>
        </p:spPr>
        <p:txBody>
          <a:bodyPr/>
          <a:lstStyle/>
          <a:p>
            <a:r>
              <a:rPr lang="zh-CN" altLang="en-US" sz="3600" dirty="0" smtClean="0">
                <a:sym typeface="+mn-ea"/>
              </a:rPr>
              <a:t>问题的解空间</a:t>
            </a: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ext Box 5"/>
          <p:cNvSpPr txBox="1">
            <a:spLocks noChangeArrowheads="1"/>
          </p:cNvSpPr>
          <p:nvPr/>
        </p:nvSpPr>
        <p:spPr bwMode="auto">
          <a:xfrm>
            <a:off x="461963" y="2972877"/>
            <a:ext cx="8476764" cy="33369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>
              <a:lnSpc>
                <a:spcPts val="2700"/>
              </a:lnSpc>
              <a:spcBef>
                <a:spcPct val="50000"/>
              </a:spcBef>
            </a:pPr>
            <a:r>
              <a:rPr kumimoji="1" lang="en-US" altLang="zh-CN" sz="2000" b="1" dirty="0">
                <a:solidFill>
                  <a:srgbClr val="0000FF"/>
                </a:solidFill>
                <a:latin typeface="+mn-ea"/>
              </a:rPr>
              <a:t>       </a:t>
            </a:r>
            <a:r>
              <a:rPr kumimoji="1" lang="zh-CN" altLang="en-US" sz="2000" b="1" dirty="0" smtClean="0">
                <a:solidFill>
                  <a:srgbClr val="0000FF"/>
                </a:solidFill>
                <a:latin typeface="+mn-ea"/>
              </a:rPr>
              <a:t>回</a:t>
            </a:r>
            <a:r>
              <a:rPr kumimoji="1" lang="zh-CN" altLang="en-US" sz="2000" b="1" dirty="0">
                <a:solidFill>
                  <a:srgbClr val="0000FF"/>
                </a:solidFill>
                <a:latin typeface="+mn-ea"/>
              </a:rPr>
              <a:t>溯法从根结点出发，按照深度优先策略遍历解空间树，搜索满足约束条件的解。在搜索至树中任一结点时，先判断该结点对应的部分解是否满足约束条件，或者是否</a:t>
            </a:r>
            <a:r>
              <a:rPr kumimoji="1" lang="zh-CN" altLang="en-US" sz="2000" b="1" dirty="0" smtClean="0">
                <a:solidFill>
                  <a:srgbClr val="0000FF"/>
                </a:solidFill>
                <a:latin typeface="+mn-ea"/>
              </a:rPr>
              <a:t>超出限界函数的界限，</a:t>
            </a:r>
            <a:r>
              <a:rPr kumimoji="1" lang="zh-CN" altLang="en-US" sz="2000" b="1" dirty="0">
                <a:solidFill>
                  <a:srgbClr val="0000FF"/>
                </a:solidFill>
                <a:latin typeface="+mn-ea"/>
              </a:rPr>
              <a:t>也就是判断该结点是否可能包含问题的答案解，如果肯定不包含，则跳过对以该结点为根的子树的搜索，即所谓剪枝（</a:t>
            </a:r>
            <a:r>
              <a:rPr kumimoji="1" lang="en-US" altLang="zh-CN" sz="2000" b="1" dirty="0">
                <a:solidFill>
                  <a:srgbClr val="0000FF"/>
                </a:solidFill>
                <a:latin typeface="+mn-ea"/>
              </a:rPr>
              <a:t>Pruning</a:t>
            </a:r>
            <a:r>
              <a:rPr kumimoji="1" lang="zh-CN" altLang="en-US" sz="2000" b="1" dirty="0">
                <a:solidFill>
                  <a:srgbClr val="0000FF"/>
                </a:solidFill>
                <a:latin typeface="+mn-ea"/>
              </a:rPr>
              <a:t>）；否则，进入以该结点为根的子树，继续按照深度优先策略</a:t>
            </a:r>
            <a:r>
              <a:rPr kumimoji="1" lang="zh-CN" altLang="en-US" sz="2000" b="1" dirty="0" smtClean="0">
                <a:solidFill>
                  <a:srgbClr val="0000FF"/>
                </a:solidFill>
                <a:latin typeface="+mn-ea"/>
              </a:rPr>
              <a:t>搜索并进行判断。</a:t>
            </a:r>
            <a:endParaRPr kumimoji="1" lang="en-US" altLang="zh-CN" sz="2000" b="1" dirty="0" smtClean="0">
              <a:solidFill>
                <a:srgbClr val="0000FF"/>
              </a:solidFill>
              <a:latin typeface="+mn-ea"/>
            </a:endParaRPr>
          </a:p>
          <a:p>
            <a:pPr algn="just">
              <a:lnSpc>
                <a:spcPts val="2700"/>
              </a:lnSpc>
              <a:spcBef>
                <a:spcPct val="50000"/>
              </a:spcBef>
            </a:pPr>
            <a:r>
              <a:rPr lang="zh-CN" altLang="en-US" sz="20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      若用回溯法</a:t>
            </a:r>
            <a:r>
              <a:rPr lang="zh-CN" altLang="en-US" sz="2000" b="1" dirty="0" smtClean="0">
                <a:solidFill>
                  <a:srgbClr val="FF0000"/>
                </a:solidFill>
                <a:latin typeface="+mn-ea"/>
                <a:cs typeface="Consolas" panose="020B0609020204030204" pitchFamily="49" charset="0"/>
              </a:rPr>
              <a:t>求问题的所有解</a:t>
            </a:r>
            <a:r>
              <a:rPr lang="zh-CN" altLang="en-US" sz="20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时，需要回溯到根结点，且根结点的所有可行的子树都要被搜索完才结束。而若使用回溯法</a:t>
            </a:r>
            <a:r>
              <a:rPr lang="zh-CN" altLang="en-US" sz="2000" b="1" dirty="0" smtClean="0">
                <a:solidFill>
                  <a:srgbClr val="FF0000"/>
                </a:solidFill>
                <a:latin typeface="+mn-ea"/>
                <a:cs typeface="Consolas" panose="020B0609020204030204" pitchFamily="49" charset="0"/>
              </a:rPr>
              <a:t>求任一个解</a:t>
            </a:r>
            <a:r>
              <a:rPr lang="zh-CN" altLang="en-US" sz="20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时，只要搜索到问题的一个解就可以结束。</a:t>
            </a:r>
            <a:endParaRPr kumimoji="1" lang="zh-CN" altLang="en-US" sz="2000" b="1" dirty="0">
              <a:solidFill>
                <a:srgbClr val="0000FF"/>
              </a:solidFill>
              <a:latin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33206" y="1150850"/>
            <a:ext cx="2138726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000" b="1" dirty="0" smtClean="0">
                <a:solidFill>
                  <a:srgbClr val="FF0000"/>
                </a:solidFill>
                <a:latin typeface="+mn-ea"/>
                <a:cs typeface="+mn-cs"/>
              </a:rPr>
              <a:t>1</a:t>
            </a:r>
            <a:r>
              <a:rPr lang="zh-CN" altLang="en-US" sz="2000" b="1" dirty="0" smtClean="0">
                <a:solidFill>
                  <a:srgbClr val="FF0000"/>
                </a:solidFill>
                <a:latin typeface="+mn-ea"/>
                <a:cs typeface="+mn-cs"/>
              </a:rPr>
              <a:t>、</a:t>
            </a:r>
            <a:r>
              <a:rPr lang="zh-CN" altLang="en-US" sz="2000" b="1" dirty="0">
                <a:solidFill>
                  <a:srgbClr val="FF0000"/>
                </a:solidFill>
                <a:latin typeface="+mn-ea"/>
                <a:cs typeface="+mn-cs"/>
              </a:rPr>
              <a:t>什么是回溯法</a:t>
            </a:r>
          </a:p>
        </p:txBody>
      </p:sp>
      <p:sp>
        <p:nvSpPr>
          <p:cNvPr id="3" name="矩形 2"/>
          <p:cNvSpPr/>
          <p:nvPr/>
        </p:nvSpPr>
        <p:spPr>
          <a:xfrm>
            <a:off x="539749" y="1639800"/>
            <a:ext cx="840830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/>
            </a:pPr>
            <a:r>
              <a:rPr lang="zh-CN" altLang="en-US" sz="2000" b="1" dirty="0">
                <a:solidFill>
                  <a:srgbClr val="0000FF"/>
                </a:solidFill>
                <a:latin typeface="+mn-ea"/>
                <a:cs typeface="+mn-cs"/>
              </a:rPr>
              <a:t>   </a:t>
            </a:r>
            <a:r>
              <a:rPr lang="zh-CN" altLang="en-US" sz="2000" b="1" dirty="0" smtClean="0">
                <a:solidFill>
                  <a:srgbClr val="0000FF"/>
                </a:solidFill>
                <a:latin typeface="+mn-ea"/>
                <a:cs typeface="+mn-cs"/>
              </a:rPr>
              <a:t>   以</a:t>
            </a:r>
            <a:r>
              <a:rPr lang="zh-CN" altLang="en-US" sz="2000" b="1" dirty="0">
                <a:solidFill>
                  <a:srgbClr val="0000FF"/>
                </a:solidFill>
                <a:latin typeface="+mn-ea"/>
                <a:cs typeface="+mn-cs"/>
              </a:rPr>
              <a:t>深度优先的方</a:t>
            </a:r>
            <a:r>
              <a:rPr lang="zh-CN" altLang="en-US" sz="2000" b="1" dirty="0" smtClean="0">
                <a:solidFill>
                  <a:srgbClr val="0000FF"/>
                </a:solidFill>
                <a:latin typeface="+mn-ea"/>
                <a:cs typeface="+mn-cs"/>
              </a:rPr>
              <a:t>式在问题的解空间中系</a:t>
            </a:r>
            <a:r>
              <a:rPr lang="zh-CN" altLang="en-US" sz="2000" b="1" dirty="0">
                <a:solidFill>
                  <a:srgbClr val="0000FF"/>
                </a:solidFill>
                <a:latin typeface="+mn-ea"/>
                <a:cs typeface="+mn-cs"/>
              </a:rPr>
              <a:t>统地搜索问题的</a:t>
            </a:r>
            <a:r>
              <a:rPr lang="zh-CN" altLang="en-US" sz="2000" b="1" dirty="0" smtClean="0">
                <a:solidFill>
                  <a:srgbClr val="0000FF"/>
                </a:solidFill>
                <a:latin typeface="+mn-ea"/>
                <a:cs typeface="+mn-cs"/>
              </a:rPr>
              <a:t>解且</a:t>
            </a:r>
            <a:r>
              <a:rPr lang="zh-CN" altLang="en-US" sz="2000" b="1" dirty="0">
                <a:solidFill>
                  <a:srgbClr val="0000FF"/>
                </a:solidFill>
                <a:latin typeface="+mn-ea"/>
                <a:cs typeface="+mn-cs"/>
              </a:rPr>
              <a:t>结合剪枝函数的算法称为</a:t>
            </a:r>
            <a:r>
              <a:rPr lang="zh-CN" altLang="en-US" sz="2000" b="1" dirty="0">
                <a:solidFill>
                  <a:srgbClr val="FF0000"/>
                </a:solidFill>
                <a:latin typeface="+mn-ea"/>
                <a:cs typeface="+mn-cs"/>
              </a:rPr>
              <a:t>回溯</a:t>
            </a:r>
            <a:r>
              <a:rPr lang="zh-CN" altLang="en-US" sz="2000" b="1" dirty="0" smtClean="0">
                <a:solidFill>
                  <a:srgbClr val="FF0000"/>
                </a:solidFill>
                <a:latin typeface="+mn-ea"/>
                <a:cs typeface="+mn-cs"/>
              </a:rPr>
              <a:t>法</a:t>
            </a:r>
            <a:r>
              <a:rPr lang="zh-CN" altLang="en-US" sz="2000" b="1" dirty="0" smtClean="0">
                <a:solidFill>
                  <a:srgbClr val="0000FF"/>
                </a:solidFill>
                <a:latin typeface="+mn-ea"/>
                <a:cs typeface="+mn-cs"/>
              </a:rPr>
              <a:t>。</a:t>
            </a:r>
            <a:endParaRPr lang="zh-CN" altLang="en-US" sz="2000" b="1" dirty="0">
              <a:solidFill>
                <a:srgbClr val="0000FF"/>
              </a:solidFill>
              <a:latin typeface="+mn-ea"/>
              <a:cs typeface="+mn-cs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05437" y="2566900"/>
            <a:ext cx="2138726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000" b="1" dirty="0" smtClean="0">
                <a:solidFill>
                  <a:srgbClr val="FF0000"/>
                </a:solidFill>
                <a:latin typeface="+mn-ea"/>
                <a:cs typeface="+mn-cs"/>
              </a:rPr>
              <a:t>2</a:t>
            </a:r>
            <a:r>
              <a:rPr lang="zh-CN" altLang="en-US" sz="2000" b="1" dirty="0" smtClean="0">
                <a:solidFill>
                  <a:srgbClr val="FF0000"/>
                </a:solidFill>
                <a:latin typeface="+mn-ea"/>
                <a:cs typeface="+mn-cs"/>
              </a:rPr>
              <a:t>、</a:t>
            </a:r>
            <a:r>
              <a:rPr lang="zh-CN" altLang="en-US" sz="2000" b="1" dirty="0">
                <a:solidFill>
                  <a:srgbClr val="FF0000"/>
                </a:solidFill>
                <a:latin typeface="+mn-ea"/>
                <a:cs typeface="+mn-cs"/>
              </a:rPr>
              <a:t>算法设计思想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 smtClean="0">
                <a:sym typeface="+mn-ea"/>
              </a:rPr>
              <a:t>回溯法的设计思想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0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2" grpId="0"/>
      <p:bldP spid="3" grpId="0"/>
      <p:bldP spid="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ext Box 2"/>
          <p:cNvSpPr txBox="1">
            <a:spLocks noChangeArrowheads="1"/>
          </p:cNvSpPr>
          <p:nvPr/>
        </p:nvSpPr>
        <p:spPr bwMode="auto">
          <a:xfrm>
            <a:off x="543480" y="1279736"/>
            <a:ext cx="7848600" cy="961289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sz="2000" b="1" dirty="0">
                <a:solidFill>
                  <a:srgbClr val="0000FF"/>
                </a:solidFill>
                <a:latin typeface="+mn-ea"/>
              </a:rPr>
              <a:t>　　</a:t>
            </a:r>
            <a:r>
              <a:rPr lang="zh-CN" altLang="en-US" sz="2000" b="1" dirty="0" smtClean="0">
                <a:solidFill>
                  <a:srgbClr val="0000FF"/>
                </a:solidFill>
                <a:latin typeface="+mn-ea"/>
              </a:rPr>
              <a:t>回</a:t>
            </a:r>
            <a:r>
              <a:rPr lang="zh-CN" altLang="en-US" sz="2000" b="1" dirty="0">
                <a:solidFill>
                  <a:srgbClr val="0000FF"/>
                </a:solidFill>
                <a:latin typeface="+mn-ea"/>
              </a:rPr>
              <a:t>溯法搜索解空间</a:t>
            </a:r>
            <a:r>
              <a:rPr lang="zh-CN" altLang="en-US" sz="2000" b="1" dirty="0" smtClean="0">
                <a:solidFill>
                  <a:srgbClr val="0000FF"/>
                </a:solidFill>
                <a:latin typeface="+mn-ea"/>
              </a:rPr>
              <a:t>时，通</a:t>
            </a:r>
            <a:r>
              <a:rPr lang="zh-CN" altLang="en-US" sz="2000" b="1" dirty="0">
                <a:solidFill>
                  <a:srgbClr val="0000FF"/>
                </a:solidFill>
                <a:latin typeface="+mn-ea"/>
              </a:rPr>
              <a:t>常采用两种策略避免无效搜</a:t>
            </a:r>
            <a:r>
              <a:rPr lang="zh-CN" altLang="en-US" sz="2000" b="1" dirty="0" smtClean="0">
                <a:solidFill>
                  <a:srgbClr val="0000FF"/>
                </a:solidFill>
                <a:latin typeface="+mn-ea"/>
              </a:rPr>
              <a:t>索，提</a:t>
            </a:r>
            <a:r>
              <a:rPr lang="zh-CN" altLang="en-US" sz="2000" b="1" dirty="0">
                <a:solidFill>
                  <a:srgbClr val="0000FF"/>
                </a:solidFill>
                <a:latin typeface="+mn-ea"/>
              </a:rPr>
              <a:t>高回溯的搜索效</a:t>
            </a:r>
            <a:r>
              <a:rPr lang="zh-CN" altLang="en-US" sz="2000" b="1" dirty="0" smtClean="0">
                <a:solidFill>
                  <a:srgbClr val="0000FF"/>
                </a:solidFill>
                <a:latin typeface="+mn-ea"/>
              </a:rPr>
              <a:t>率</a:t>
            </a:r>
            <a:r>
              <a:rPr lang="en-US" altLang="zh-CN" sz="2000" b="1" dirty="0" smtClean="0">
                <a:solidFill>
                  <a:srgbClr val="0000FF"/>
                </a:solidFill>
                <a:latin typeface="+mn-ea"/>
              </a:rPr>
              <a:t>:</a:t>
            </a:r>
            <a:r>
              <a:rPr lang="zh-CN" altLang="en-US" sz="2000" b="1" dirty="0">
                <a:solidFill>
                  <a:srgbClr val="0000FF"/>
                </a:solidFill>
                <a:latin typeface="+mn-ea"/>
              </a:rPr>
              <a:t>　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85852" y="2500306"/>
            <a:ext cx="6929486" cy="121414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144000" tIns="144000" rIns="144000" bIns="144000" rtlCol="0">
            <a:spAutoFit/>
          </a:bodyPr>
          <a:lstStyle/>
          <a:p>
            <a:pPr marL="457200" indent="-457200">
              <a:lnSpc>
                <a:spcPct val="150000"/>
              </a:lnSpc>
              <a:spcBef>
                <a:spcPts val="0"/>
              </a:spcBef>
              <a:buBlip>
                <a:blip r:embed="rId2"/>
              </a:buBlip>
            </a:pPr>
            <a:r>
              <a:rPr lang="zh-CN" altLang="en-US" sz="2000" b="1" dirty="0" smtClean="0">
                <a:solidFill>
                  <a:srgbClr val="0000FF"/>
                </a:solidFill>
                <a:latin typeface="+mn-ea"/>
              </a:rPr>
              <a:t>用</a:t>
            </a:r>
            <a:r>
              <a:rPr lang="zh-CN" altLang="en-US" sz="2000" b="1" dirty="0" smtClean="0">
                <a:solidFill>
                  <a:srgbClr val="FF0000"/>
                </a:solidFill>
                <a:latin typeface="+mn-ea"/>
              </a:rPr>
              <a:t>约束函数</a:t>
            </a:r>
            <a:r>
              <a:rPr lang="zh-CN" altLang="en-US" sz="2000" b="1" dirty="0" smtClean="0">
                <a:solidFill>
                  <a:srgbClr val="0000FF"/>
                </a:solidFill>
                <a:latin typeface="+mn-ea"/>
              </a:rPr>
              <a:t>在扩展结点处剪除不满足约束的子树；</a:t>
            </a:r>
          </a:p>
          <a:p>
            <a:pPr marL="457200" indent="-457200">
              <a:lnSpc>
                <a:spcPct val="150000"/>
              </a:lnSpc>
              <a:spcBef>
                <a:spcPts val="0"/>
              </a:spcBef>
              <a:buBlip>
                <a:blip r:embed="rId2"/>
              </a:buBlip>
            </a:pPr>
            <a:r>
              <a:rPr lang="zh-CN" altLang="en-US" sz="2000" b="1" dirty="0" smtClean="0">
                <a:solidFill>
                  <a:srgbClr val="0000FF"/>
                </a:solidFill>
                <a:latin typeface="+mn-ea"/>
              </a:rPr>
              <a:t>用</a:t>
            </a:r>
            <a:r>
              <a:rPr lang="zh-CN" altLang="en-US" sz="2000" b="1" dirty="0" smtClean="0">
                <a:solidFill>
                  <a:srgbClr val="FF0000"/>
                </a:solidFill>
                <a:latin typeface="+mn-ea"/>
              </a:rPr>
              <a:t>限界函数</a:t>
            </a:r>
            <a:r>
              <a:rPr lang="zh-CN" altLang="en-US" sz="2000" b="1" dirty="0" smtClean="0">
                <a:solidFill>
                  <a:srgbClr val="0000FF"/>
                </a:solidFill>
                <a:latin typeface="+mn-ea"/>
              </a:rPr>
              <a:t>剪去得不到问题解或最优解的子树。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6018" y="4123619"/>
            <a:ext cx="43577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 smtClean="0">
                <a:solidFill>
                  <a:srgbClr val="0000FF"/>
                </a:solidFill>
                <a:latin typeface="+mn-ea"/>
              </a:rPr>
              <a:t>这两类函数统称为</a:t>
            </a:r>
            <a:r>
              <a:rPr lang="zh-CN" altLang="en-US" sz="2000" b="1" dirty="0" smtClean="0">
                <a:solidFill>
                  <a:srgbClr val="FF0000"/>
                </a:solidFill>
                <a:latin typeface="+mn-ea"/>
              </a:rPr>
              <a:t>剪枝函数</a:t>
            </a:r>
            <a:r>
              <a:rPr lang="zh-CN" altLang="en-US" sz="2000" b="1" dirty="0" smtClean="0">
                <a:solidFill>
                  <a:srgbClr val="0000FF"/>
                </a:solidFill>
                <a:latin typeface="+mn-ea"/>
              </a:rPr>
              <a:t>。</a:t>
            </a:r>
            <a:endParaRPr lang="zh-CN" altLang="en-US" sz="2000" b="1" dirty="0">
              <a:latin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 smtClean="0">
                <a:sym typeface="+mn-ea"/>
              </a:rPr>
              <a:t>回溯法的设计思想</a:t>
            </a: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ext Box 2"/>
          <p:cNvSpPr txBox="1">
            <a:spLocks noChangeArrowheads="1"/>
          </p:cNvSpPr>
          <p:nvPr/>
        </p:nvSpPr>
        <p:spPr bwMode="auto">
          <a:xfrm>
            <a:off x="539750" y="1341442"/>
            <a:ext cx="6985000" cy="4001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000" b="1" dirty="0">
                <a:solidFill>
                  <a:srgbClr val="0000FF"/>
                </a:solidFill>
                <a:latin typeface="+mn-ea"/>
                <a:cs typeface="Times New Roman" panose="02020603050405020304" pitchFamily="18" charset="0"/>
              </a:rPr>
              <a:t>归纳起</a:t>
            </a:r>
            <a:r>
              <a:rPr lang="zh-CN" altLang="en-US" sz="2000" b="1" dirty="0" smtClean="0">
                <a:solidFill>
                  <a:srgbClr val="0000FF"/>
                </a:solidFill>
                <a:latin typeface="+mn-ea"/>
                <a:cs typeface="Times New Roman" panose="02020603050405020304" pitchFamily="18" charset="0"/>
              </a:rPr>
              <a:t>来，用</a:t>
            </a:r>
            <a:r>
              <a:rPr lang="zh-CN" altLang="en-US" sz="2000" b="1" dirty="0">
                <a:solidFill>
                  <a:srgbClr val="0000FF"/>
                </a:solidFill>
                <a:latin typeface="+mn-ea"/>
                <a:cs typeface="Times New Roman" panose="02020603050405020304" pitchFamily="18" charset="0"/>
              </a:rPr>
              <a:t>回溯法解题的</a:t>
            </a:r>
            <a:r>
              <a:rPr lang="zh-CN" altLang="en-US" sz="2000" b="1" dirty="0">
                <a:solidFill>
                  <a:srgbClr val="FF0000"/>
                </a:solidFill>
                <a:latin typeface="+mn-ea"/>
                <a:cs typeface="Times New Roman" panose="02020603050405020304" pitchFamily="18" charset="0"/>
              </a:rPr>
              <a:t>一般步骤</a:t>
            </a:r>
            <a:r>
              <a:rPr lang="zh-CN" altLang="en-US" sz="2000" b="1" dirty="0">
                <a:solidFill>
                  <a:srgbClr val="0000FF"/>
                </a:solidFill>
                <a:latin typeface="+mn-ea"/>
                <a:cs typeface="Times New Roman" panose="02020603050405020304" pitchFamily="18" charset="0"/>
              </a:rPr>
              <a:t>如下：</a:t>
            </a:r>
          </a:p>
        </p:txBody>
      </p:sp>
      <p:sp>
        <p:nvSpPr>
          <p:cNvPr id="31747" name="Text Box 3"/>
          <p:cNvSpPr txBox="1">
            <a:spLocks noChangeArrowheads="1"/>
          </p:cNvSpPr>
          <p:nvPr/>
        </p:nvSpPr>
        <p:spPr bwMode="auto">
          <a:xfrm>
            <a:off x="642910" y="2000240"/>
            <a:ext cx="7921625" cy="306080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144000" tIns="144000" rIns="144000" bIns="144000">
            <a:spAutoFit/>
          </a:bodyPr>
          <a:lstStyle/>
          <a:p>
            <a:pPr marL="457200" indent="-457200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20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针对所给问</a:t>
            </a:r>
            <a:r>
              <a:rPr lang="zh-CN" altLang="en-US" sz="20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题，确</a:t>
            </a:r>
            <a:r>
              <a:rPr lang="zh-CN" altLang="en-US" sz="20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定问题的解空间</a:t>
            </a:r>
            <a:r>
              <a:rPr lang="zh-CN" altLang="en-US" sz="20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树，问</a:t>
            </a:r>
            <a:r>
              <a:rPr lang="zh-CN" altLang="en-US" sz="20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题的解空间树应至少包含问题的一</a:t>
            </a:r>
            <a:r>
              <a:rPr lang="zh-CN" altLang="en-US" sz="20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个解或者最优解。</a:t>
            </a:r>
            <a:endParaRPr lang="zh-CN" altLang="en-US" sz="2000" b="1" dirty="0">
              <a:solidFill>
                <a:srgbClr val="0000FF"/>
              </a:solidFill>
              <a:latin typeface="+mn-ea"/>
              <a:cs typeface="Consolas" panose="020B0609020204030204" pitchFamily="49" charset="0"/>
            </a:endParaRPr>
          </a:p>
          <a:p>
            <a:pPr marL="457200" indent="-457200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20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确定结点的扩展搜索规则。</a:t>
            </a:r>
          </a:p>
          <a:p>
            <a:pPr marL="457200" indent="-457200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20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以</a:t>
            </a:r>
            <a:r>
              <a:rPr lang="zh-CN" altLang="en-US" sz="2000" b="1" dirty="0">
                <a:solidFill>
                  <a:srgbClr val="C00000"/>
                </a:solidFill>
                <a:latin typeface="+mn-ea"/>
                <a:cs typeface="Consolas" panose="020B0609020204030204" pitchFamily="49" charset="0"/>
              </a:rPr>
              <a:t>深度优先方式</a:t>
            </a:r>
            <a:r>
              <a:rPr lang="zh-CN" altLang="en-US" sz="20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搜索解空间</a:t>
            </a:r>
            <a:r>
              <a:rPr lang="zh-CN" altLang="en-US" sz="20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树，并</a:t>
            </a:r>
            <a:r>
              <a:rPr lang="zh-CN" altLang="en-US" sz="20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在搜索过程</a:t>
            </a:r>
            <a:r>
              <a:rPr lang="zh-CN" altLang="en-US" sz="20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中采</a:t>
            </a:r>
            <a:r>
              <a:rPr lang="zh-CN" altLang="en-US" sz="20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用剪枝函数来避免无效搜索</a:t>
            </a:r>
            <a:r>
              <a:rPr lang="zh-CN" altLang="en-US" sz="20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。其中，深度优先方式可以选择递归回溯或者迭代回溯。</a:t>
            </a:r>
            <a:endParaRPr lang="zh-CN" altLang="en-US" sz="2000" b="1" dirty="0">
              <a:solidFill>
                <a:srgbClr val="0000FF"/>
              </a:solidFill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3"/>
          </p:nvPr>
        </p:nvSpPr>
        <p:spPr>
          <a:xfrm>
            <a:off x="-498107" y="261275"/>
            <a:ext cx="7262260" cy="864000"/>
          </a:xfrm>
        </p:spPr>
        <p:txBody>
          <a:bodyPr/>
          <a:lstStyle/>
          <a:p>
            <a:r>
              <a:rPr lang="zh-CN" altLang="en-US" dirty="0" smtClean="0">
                <a:sym typeface="+mn-ea"/>
              </a:rPr>
              <a:t>回溯法的设计思想</a:t>
            </a: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17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17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17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1" name="Text Box 3"/>
          <p:cNvSpPr txBox="1">
            <a:spLocks noChangeArrowheads="1"/>
          </p:cNvSpPr>
          <p:nvPr/>
        </p:nvSpPr>
        <p:spPr bwMode="auto">
          <a:xfrm>
            <a:off x="265623" y="1178816"/>
            <a:ext cx="3103555" cy="400110"/>
          </a:xfrm>
          <a:prstGeom prst="rect">
            <a:avLst/>
          </a:prstGeom>
          <a:solidFill>
            <a:srgbClr val="9900FF"/>
          </a:solidFill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 b="1" dirty="0">
                <a:solidFill>
                  <a:schemeClr val="bg1"/>
                </a:solidFill>
                <a:latin typeface="+mn-ea"/>
                <a:cs typeface="Consolas" panose="020B0609020204030204" pitchFamily="49" charset="0"/>
              </a:rPr>
              <a:t>1. </a:t>
            </a:r>
            <a:r>
              <a:rPr lang="zh-CN" altLang="en-US" sz="2000" b="1" dirty="0">
                <a:solidFill>
                  <a:schemeClr val="bg1"/>
                </a:solidFill>
                <a:latin typeface="+mn-ea"/>
                <a:cs typeface="Consolas" panose="020B0609020204030204" pitchFamily="49" charset="0"/>
              </a:rPr>
              <a:t>非递归回溯框架</a:t>
            </a:r>
          </a:p>
        </p:txBody>
      </p:sp>
      <p:sp>
        <p:nvSpPr>
          <p:cNvPr id="32772" name="Text Box 4"/>
          <p:cNvSpPr txBox="1">
            <a:spLocks noChangeArrowheads="1"/>
          </p:cNvSpPr>
          <p:nvPr/>
        </p:nvSpPr>
        <p:spPr bwMode="auto">
          <a:xfrm>
            <a:off x="121298" y="1580933"/>
            <a:ext cx="8879826" cy="485438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lIns="180000" tIns="72000" bIns="72000">
            <a:spAutoFit/>
          </a:bodyPr>
          <a:lstStyle/>
          <a:p>
            <a:r>
              <a:rPr lang="en-US" altLang="zh-CN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int x[n];				</a:t>
            </a:r>
            <a:r>
              <a:rPr lang="en-US" altLang="zh-CN" sz="1800" b="1" dirty="0" smtClean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//x</a:t>
            </a:r>
            <a:r>
              <a:rPr lang="zh-CN" altLang="zh-CN" sz="1800" b="1" dirty="0" smtClean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存放解向量，全局变量</a:t>
            </a:r>
          </a:p>
          <a:p>
            <a:r>
              <a:rPr lang="en-US" altLang="zh-CN" sz="1800" b="1" dirty="0" smtClean="0">
                <a:solidFill>
                  <a:srgbClr val="FF000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void IterativeBacktrack(int n)			//</a:t>
            </a:r>
            <a:r>
              <a:rPr lang="zh-CN" altLang="zh-CN" sz="1800" b="1" dirty="0" smtClean="0">
                <a:solidFill>
                  <a:srgbClr val="FF000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非递归框架</a:t>
            </a:r>
          </a:p>
          <a:p>
            <a:r>
              <a:rPr lang="en-US" altLang="zh-CN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{  int i=1;				</a:t>
            </a:r>
            <a:r>
              <a:rPr lang="en-US" altLang="zh-CN" sz="1800" b="1" dirty="0" smtClean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//</a:t>
            </a:r>
            <a:r>
              <a:rPr lang="zh-CN" altLang="zh-CN" sz="1800" b="1" dirty="0" smtClean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根结点层次为</a:t>
            </a:r>
            <a:r>
              <a:rPr lang="en-US" altLang="zh-CN" sz="1800" b="1" dirty="0" smtClean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1</a:t>
            </a:r>
            <a:endParaRPr lang="zh-CN" altLang="zh-CN" sz="1800" b="1" dirty="0" smtClean="0">
              <a:solidFill>
                <a:srgbClr val="00B0F0"/>
              </a:solidFill>
              <a:latin typeface="Consolas" panose="020B0609020204030204" pitchFamily="49" charset="0"/>
              <a:ea typeface="仿宋" panose="02010609060101010101" pitchFamily="49" charset="-122"/>
              <a:cs typeface="Consolas" panose="020B0609020204030204" pitchFamily="49" charset="0"/>
            </a:endParaRPr>
          </a:p>
          <a:p>
            <a:r>
              <a:rPr lang="en-US" altLang="zh-CN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   while (i&gt;=1)			</a:t>
            </a:r>
            <a:r>
              <a:rPr lang="en-US" altLang="zh-CN" sz="1800" b="1" dirty="0" smtClean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//</a:t>
            </a:r>
            <a:r>
              <a:rPr lang="zh-CN" altLang="zh-CN" sz="1800" b="1" dirty="0" smtClean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尚未回溯到头</a:t>
            </a:r>
          </a:p>
          <a:p>
            <a:r>
              <a:rPr lang="en-US" altLang="zh-CN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   {  if(</a:t>
            </a:r>
            <a:r>
              <a:rPr lang="en-US" altLang="zh-CN" sz="1800" b="1" dirty="0" smtClean="0">
                <a:solidFill>
                  <a:srgbClr val="00660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ExistSubNode(i)</a:t>
            </a:r>
            <a:r>
              <a:rPr lang="en-US" altLang="zh-CN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) 		</a:t>
            </a:r>
            <a:r>
              <a:rPr lang="en-US" altLang="zh-CN" sz="1800" b="1" dirty="0" smtClean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//</a:t>
            </a:r>
            <a:r>
              <a:rPr lang="zh-CN" altLang="zh-CN" sz="1800" b="1" dirty="0" smtClean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当前结点存在子结点</a:t>
            </a:r>
          </a:p>
          <a:p>
            <a:r>
              <a:rPr lang="en-US" altLang="zh-CN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      {  for (j=</a:t>
            </a:r>
            <a:r>
              <a:rPr lang="zh-CN" altLang="zh-CN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下界</a:t>
            </a:r>
            <a:r>
              <a:rPr lang="en-US" altLang="zh-CN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;j&lt;=</a:t>
            </a:r>
            <a:r>
              <a:rPr lang="zh-CN" altLang="zh-CN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上界</a:t>
            </a:r>
            <a:r>
              <a:rPr lang="en-US" altLang="zh-CN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;j++)	</a:t>
            </a:r>
            <a:r>
              <a:rPr lang="en-US" altLang="zh-CN" sz="1800" b="1" dirty="0" smtClean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//</a:t>
            </a:r>
            <a:r>
              <a:rPr lang="zh-CN" altLang="zh-CN" sz="1800" b="1" dirty="0" smtClean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对于子集树，</a:t>
            </a:r>
            <a:r>
              <a:rPr lang="en-US" altLang="zh-CN" sz="1800" b="1" dirty="0" smtClean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j=0</a:t>
            </a:r>
            <a:r>
              <a:rPr lang="zh-CN" altLang="zh-CN" sz="1800" b="1" dirty="0" smtClean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到</a:t>
            </a:r>
            <a:r>
              <a:rPr lang="en-US" altLang="zh-CN" sz="1800" b="1" dirty="0" smtClean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1</a:t>
            </a:r>
            <a:r>
              <a:rPr lang="zh-CN" altLang="zh-CN" sz="1800" b="1" dirty="0" smtClean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循环</a:t>
            </a:r>
          </a:p>
          <a:p>
            <a:r>
              <a:rPr lang="en-US" altLang="zh-CN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         {  x[i]</a:t>
            </a:r>
            <a:r>
              <a:rPr lang="zh-CN" altLang="zh-CN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取一个可能的值</a:t>
            </a:r>
            <a:r>
              <a:rPr lang="en-US" altLang="zh-CN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;</a:t>
            </a:r>
            <a:endParaRPr lang="zh-CN" altLang="zh-CN" sz="1800" b="1" dirty="0" smtClean="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  <a:cs typeface="Consolas" panose="020B0609020204030204" pitchFamily="49" charset="0"/>
            </a:endParaRPr>
          </a:p>
          <a:p>
            <a:r>
              <a:rPr lang="en-US" altLang="zh-CN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            if (</a:t>
            </a:r>
            <a:r>
              <a:rPr lang="en-US" altLang="zh-CN" sz="1800" b="1" dirty="0" smtClean="0">
                <a:solidFill>
                  <a:srgbClr val="00660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constraint(i) &amp;&amp; bound(i)</a:t>
            </a:r>
            <a:r>
              <a:rPr lang="en-US" altLang="zh-CN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)</a:t>
            </a:r>
            <a:r>
              <a:rPr lang="en-US" altLang="zh-CN" sz="1800" b="1" dirty="0" smtClean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//x[i]</a:t>
            </a:r>
            <a:r>
              <a:rPr lang="zh-CN" altLang="zh-CN" sz="1800" b="1" dirty="0" smtClean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满足约束条件或</a:t>
            </a:r>
            <a:r>
              <a:rPr lang="zh-CN" altLang="en-US" sz="1800" b="1" dirty="0" smtClean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限界</a:t>
            </a:r>
            <a:r>
              <a:rPr lang="zh-CN" altLang="zh-CN" sz="1800" b="1" dirty="0" smtClean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函数</a:t>
            </a:r>
          </a:p>
          <a:p>
            <a:r>
              <a:rPr lang="en-US" altLang="zh-CN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            {  if (x</a:t>
            </a:r>
            <a:r>
              <a:rPr lang="zh-CN" altLang="zh-CN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是一个可行解</a:t>
            </a:r>
            <a:r>
              <a:rPr lang="en-US" altLang="zh-CN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)</a:t>
            </a:r>
            <a:endParaRPr lang="zh-CN" altLang="zh-CN" sz="1800" b="1" dirty="0" smtClean="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  <a:cs typeface="Consolas" panose="020B0609020204030204" pitchFamily="49" charset="0"/>
            </a:endParaRPr>
          </a:p>
          <a:p>
            <a:r>
              <a:rPr lang="en-US" altLang="zh-CN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		   </a:t>
            </a:r>
            <a:r>
              <a:rPr lang="zh-CN" altLang="zh-CN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输出</a:t>
            </a:r>
            <a:r>
              <a:rPr lang="en-US" altLang="zh-CN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x;</a:t>
            </a:r>
            <a:endParaRPr lang="zh-CN" altLang="zh-CN" sz="1800" b="1" dirty="0" smtClean="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  <a:cs typeface="Consolas" panose="020B0609020204030204" pitchFamily="49" charset="0"/>
            </a:endParaRPr>
          </a:p>
          <a:p>
            <a:r>
              <a:rPr lang="en-US" altLang="zh-CN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               else	i++;		</a:t>
            </a:r>
            <a:r>
              <a:rPr lang="en-US" altLang="zh-CN" sz="1800" b="1" dirty="0" smtClean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//</a:t>
            </a:r>
            <a:r>
              <a:rPr lang="zh-CN" altLang="zh-CN" sz="1800" b="1" dirty="0" smtClean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进入下一层次</a:t>
            </a:r>
          </a:p>
          <a:p>
            <a:r>
              <a:rPr lang="en-US" altLang="zh-CN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	     }</a:t>
            </a:r>
          </a:p>
          <a:p>
            <a:r>
              <a:rPr lang="en-US" altLang="zh-CN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         }</a:t>
            </a:r>
            <a:endParaRPr lang="zh-CN" altLang="zh-CN" sz="1800" b="1" dirty="0" smtClean="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  <a:cs typeface="Consolas" panose="020B0609020204030204" pitchFamily="49" charset="0"/>
            </a:endParaRPr>
          </a:p>
          <a:p>
            <a:r>
              <a:rPr lang="en-US" altLang="zh-CN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      }</a:t>
            </a:r>
            <a:endParaRPr lang="zh-CN" altLang="zh-CN" sz="1800" b="1" dirty="0" smtClean="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  <a:cs typeface="Consolas" panose="020B0609020204030204" pitchFamily="49" charset="0"/>
            </a:endParaRPr>
          </a:p>
          <a:p>
            <a:r>
              <a:rPr lang="en-US" altLang="zh-CN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      else  i--;			</a:t>
            </a:r>
            <a:r>
              <a:rPr lang="en-US" altLang="zh-CN" sz="1800" b="1" dirty="0" smtClean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//</a:t>
            </a:r>
            <a:r>
              <a:rPr lang="zh-CN" altLang="zh-CN" sz="1800" b="1" dirty="0" smtClean="0">
                <a:solidFill>
                  <a:srgbClr val="99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回溯</a:t>
            </a:r>
            <a:r>
              <a:rPr lang="zh-CN" altLang="en-US" sz="1800" b="1" dirty="0" smtClean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：</a:t>
            </a:r>
            <a:r>
              <a:rPr lang="zh-CN" altLang="zh-CN" sz="1800" b="1" dirty="0" smtClean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不存在子结点，返回上一层</a:t>
            </a:r>
          </a:p>
          <a:p>
            <a:r>
              <a:rPr lang="en-US" altLang="zh-CN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   }</a:t>
            </a:r>
            <a:endParaRPr lang="zh-CN" altLang="zh-CN" sz="1800" b="1" dirty="0" smtClean="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  <a:cs typeface="Consolas" panose="020B0609020204030204" pitchFamily="49" charset="0"/>
            </a:endParaRPr>
          </a:p>
          <a:p>
            <a:r>
              <a:rPr lang="en-US" altLang="zh-CN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6" name="文本占位符 4"/>
          <p:cNvSpPr>
            <a:spLocks noGrp="1"/>
          </p:cNvSpPr>
          <p:nvPr>
            <p:ph type="body" sz="quarter" idx="13"/>
          </p:nvPr>
        </p:nvSpPr>
        <p:spPr>
          <a:xfrm>
            <a:off x="-498107" y="261275"/>
            <a:ext cx="7262260" cy="864000"/>
          </a:xfrm>
        </p:spPr>
        <p:txBody>
          <a:bodyPr/>
          <a:lstStyle/>
          <a:p>
            <a:pPr>
              <a:defRPr/>
            </a:pPr>
            <a:r>
              <a:rPr lang="zh-CN" altLang="en-US" dirty="0" smtClean="0">
                <a:sym typeface="+mn-ea"/>
              </a:rPr>
              <a:t>回溯法的算法框架</a:t>
            </a:r>
          </a:p>
        </p:txBody>
      </p:sp>
      <p:sp>
        <p:nvSpPr>
          <p:cNvPr id="5" name="矩形 4"/>
          <p:cNvSpPr/>
          <p:nvPr/>
        </p:nvSpPr>
        <p:spPr>
          <a:xfrm>
            <a:off x="2435290" y="6093091"/>
            <a:ext cx="6484776" cy="646331"/>
          </a:xfrm>
          <a:prstGeom prst="rect">
            <a:avLst/>
          </a:prstGeom>
          <a:solidFill>
            <a:srgbClr val="92D050"/>
          </a:solidFill>
        </p:spPr>
        <p:txBody>
          <a:bodyPr wrap="square">
            <a:spAutoFit/>
          </a:bodyPr>
          <a:lstStyle/>
          <a:p>
            <a:r>
              <a:rPr lang="zh-CN" altLang="en-US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说明：变量</a:t>
            </a:r>
            <a:r>
              <a:rPr lang="en-US" altLang="zh-CN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i</a:t>
            </a:r>
            <a:r>
              <a:rPr lang="zh-CN" altLang="en-US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十分重要，它对应解空间的第</a:t>
            </a:r>
            <a:r>
              <a:rPr lang="en-US" altLang="zh-CN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i</a:t>
            </a:r>
            <a:r>
              <a:rPr lang="zh-CN" altLang="en-US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层的某个结点，也就是为整个解向量</a:t>
            </a:r>
            <a:r>
              <a:rPr lang="en-US" altLang="zh-CN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X</a:t>
            </a:r>
            <a:r>
              <a:rPr lang="zh-CN" altLang="en-US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的第</a:t>
            </a:r>
            <a:r>
              <a:rPr lang="en-US" altLang="zh-CN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i</a:t>
            </a:r>
            <a:r>
              <a:rPr lang="zh-CN" altLang="en-US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步选择一个合适的分量</a:t>
            </a:r>
            <a:r>
              <a:rPr lang="en-US" altLang="zh-CN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x</a:t>
            </a:r>
            <a:r>
              <a:rPr lang="en-US" altLang="zh-CN" b="1" baseline="-25000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i</a:t>
            </a:r>
            <a:endParaRPr lang="zh-CN" altLang="zh-CN" b="1" baseline="-25000" dirty="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  <a:cs typeface="Consolas" panose="020B0609020204030204" pitchFamily="49" charset="0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ext Box 2"/>
          <p:cNvSpPr txBox="1">
            <a:spLocks noChangeArrowheads="1"/>
          </p:cNvSpPr>
          <p:nvPr/>
        </p:nvSpPr>
        <p:spPr bwMode="auto">
          <a:xfrm>
            <a:off x="273989" y="1201121"/>
            <a:ext cx="8739381" cy="92333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>
                <a:solidFill>
                  <a:srgbClr val="FF0000"/>
                </a:solidFill>
                <a:latin typeface="+mn-ea"/>
                <a:cs typeface="Consolas" panose="020B0609020204030204" pitchFamily="49" charset="0"/>
              </a:rPr>
              <a:t>2. </a:t>
            </a:r>
            <a:r>
              <a:rPr lang="zh-CN" altLang="en-US" sz="2400" b="1" dirty="0">
                <a:solidFill>
                  <a:srgbClr val="FF0000"/>
                </a:solidFill>
                <a:latin typeface="+mn-ea"/>
                <a:cs typeface="Consolas" panose="020B0609020204030204" pitchFamily="49" charset="0"/>
              </a:rPr>
              <a:t>递归的算法框</a:t>
            </a:r>
            <a:r>
              <a:rPr lang="zh-CN" altLang="en-US" sz="2400" b="1" dirty="0" smtClean="0">
                <a:solidFill>
                  <a:srgbClr val="FF0000"/>
                </a:solidFill>
                <a:latin typeface="+mn-ea"/>
                <a:cs typeface="Consolas" panose="020B0609020204030204" pitchFamily="49" charset="0"/>
              </a:rPr>
              <a:t>架</a:t>
            </a:r>
            <a:endParaRPr lang="en-US" altLang="zh-CN" sz="2400" b="1" dirty="0" smtClean="0">
              <a:solidFill>
                <a:srgbClr val="FF0000"/>
              </a:solidFill>
              <a:latin typeface="+mn-ea"/>
              <a:cs typeface="Consolas" panose="020B0609020204030204" pitchFamily="49" charset="0"/>
            </a:endParaRPr>
          </a:p>
          <a:p>
            <a:pPr>
              <a:spcBef>
                <a:spcPct val="50000"/>
              </a:spcBef>
            </a:pPr>
            <a:r>
              <a:rPr lang="zh-CN" altLang="en-US" sz="20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   由于递归算法的形参具有自动回退（回溯）的能力，设计更简便。</a:t>
            </a:r>
            <a:endParaRPr lang="zh-CN" altLang="en-US" b="1" dirty="0">
              <a:solidFill>
                <a:srgbClr val="0000FF"/>
              </a:solidFill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33795" name="Text Box 3"/>
          <p:cNvSpPr txBox="1">
            <a:spLocks noChangeArrowheads="1"/>
          </p:cNvSpPr>
          <p:nvPr/>
        </p:nvSpPr>
        <p:spPr bwMode="auto">
          <a:xfrm>
            <a:off x="214282" y="2665920"/>
            <a:ext cx="8643998" cy="389179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lIns="180000" tIns="144000" bIns="144000">
            <a:spAutoFit/>
          </a:bodyPr>
          <a:lstStyle/>
          <a:p>
            <a:r>
              <a:rPr lang="en-US" altLang="zh-CN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int x[n];			</a:t>
            </a:r>
            <a:r>
              <a:rPr lang="en-US" altLang="zh-CN" sz="1800" b="1" dirty="0" smtClean="0">
                <a:solidFill>
                  <a:srgbClr val="0070C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   //x</a:t>
            </a:r>
            <a:r>
              <a:rPr lang="zh-CN" altLang="zh-CN" sz="1800" b="1" dirty="0" smtClean="0">
                <a:solidFill>
                  <a:srgbClr val="0070C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存放解向量，全局变量</a:t>
            </a:r>
          </a:p>
          <a:p>
            <a:r>
              <a:rPr lang="en-US" altLang="zh-CN" sz="1800" b="1" dirty="0" smtClean="0">
                <a:solidFill>
                  <a:srgbClr val="FF000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void Backtrack(int i)		   //i</a:t>
            </a:r>
            <a:r>
              <a:rPr lang="zh-CN" altLang="en-US" sz="1800" b="1" dirty="0" smtClean="0">
                <a:solidFill>
                  <a:srgbClr val="FF000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为搜索的层次，从第</a:t>
            </a:r>
            <a:r>
              <a:rPr lang="en-US" altLang="zh-CN" sz="1800" b="1" dirty="0" smtClean="0">
                <a:solidFill>
                  <a:srgbClr val="FF000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1</a:t>
            </a:r>
            <a:r>
              <a:rPr lang="zh-CN" altLang="en-US" b="1" dirty="0" smtClean="0">
                <a:solidFill>
                  <a:srgbClr val="FF000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层根结点开始</a:t>
            </a:r>
            <a:endParaRPr lang="zh-CN" altLang="zh-CN" sz="1800" b="1" dirty="0" smtClean="0">
              <a:solidFill>
                <a:srgbClr val="FF0000"/>
              </a:solidFill>
              <a:latin typeface="Consolas" panose="020B0609020204030204" pitchFamily="49" charset="0"/>
              <a:ea typeface="仿宋" panose="02010609060101010101" pitchFamily="49" charset="-122"/>
              <a:cs typeface="Consolas" panose="020B0609020204030204" pitchFamily="49" charset="0"/>
            </a:endParaRPr>
          </a:p>
          <a:p>
            <a:r>
              <a:rPr lang="en-US" altLang="zh-CN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{  if(i&gt;n)			   </a:t>
            </a:r>
            <a:r>
              <a:rPr lang="en-US" altLang="zh-CN" sz="1800" b="1" dirty="0" smtClean="0">
                <a:solidFill>
                  <a:srgbClr val="0070C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//</a:t>
            </a:r>
            <a:r>
              <a:rPr lang="zh-CN" altLang="zh-CN" sz="1800" b="1" dirty="0" smtClean="0">
                <a:solidFill>
                  <a:srgbClr val="0070C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搜索到叶子结点</a:t>
            </a:r>
            <a:r>
              <a:rPr lang="en-US" altLang="zh-CN" sz="1800" b="1" dirty="0" smtClean="0">
                <a:solidFill>
                  <a:srgbClr val="0070C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,</a:t>
            </a:r>
            <a:r>
              <a:rPr lang="zh-CN" altLang="zh-CN" sz="1800" b="1" dirty="0" smtClean="0">
                <a:solidFill>
                  <a:srgbClr val="0070C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输出一个可行解</a:t>
            </a:r>
          </a:p>
          <a:p>
            <a:r>
              <a:rPr lang="en-US" altLang="zh-CN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      </a:t>
            </a:r>
            <a:r>
              <a:rPr lang="zh-CN" altLang="zh-CN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输出结果</a:t>
            </a:r>
            <a:r>
              <a:rPr lang="en-US" altLang="zh-CN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;</a:t>
            </a:r>
            <a:endParaRPr lang="zh-CN" altLang="zh-CN" sz="1800" b="1" dirty="0" smtClean="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  <a:cs typeface="Consolas" panose="020B0609020204030204" pitchFamily="49" charset="0"/>
            </a:endParaRPr>
          </a:p>
          <a:p>
            <a:r>
              <a:rPr lang="en-US" altLang="zh-CN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   else</a:t>
            </a:r>
            <a:endParaRPr lang="zh-CN" altLang="zh-CN" sz="1800" b="1" dirty="0" smtClean="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  <a:cs typeface="Consolas" panose="020B0609020204030204" pitchFamily="49" charset="0"/>
            </a:endParaRPr>
          </a:p>
          <a:p>
            <a:r>
              <a:rPr lang="en-US" altLang="zh-CN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   {  for (j=</a:t>
            </a:r>
            <a:r>
              <a:rPr lang="zh-CN" altLang="zh-CN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下界</a:t>
            </a:r>
            <a:r>
              <a:rPr lang="en-US" altLang="zh-CN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;j&lt;=</a:t>
            </a:r>
            <a:r>
              <a:rPr lang="zh-CN" altLang="zh-CN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上界</a:t>
            </a:r>
            <a:r>
              <a:rPr lang="en-US" altLang="zh-CN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;j++)   </a:t>
            </a:r>
            <a:r>
              <a:rPr lang="en-US" altLang="zh-CN" sz="1800" b="1" dirty="0" smtClean="0">
                <a:solidFill>
                  <a:srgbClr val="0070C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//</a:t>
            </a:r>
            <a:r>
              <a:rPr lang="zh-CN" altLang="zh-CN" sz="1800" b="1" dirty="0" smtClean="0">
                <a:solidFill>
                  <a:srgbClr val="0070C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用</a:t>
            </a:r>
            <a:r>
              <a:rPr lang="en-US" altLang="zh-CN" sz="1800" b="1" dirty="0" smtClean="0">
                <a:solidFill>
                  <a:srgbClr val="0070C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j</a:t>
            </a:r>
            <a:r>
              <a:rPr lang="zh-CN" altLang="zh-CN" sz="1800" b="1" dirty="0" smtClean="0">
                <a:solidFill>
                  <a:srgbClr val="0070C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枚举</a:t>
            </a:r>
            <a:r>
              <a:rPr lang="en-US" altLang="zh-CN" sz="1800" b="1" dirty="0" smtClean="0">
                <a:solidFill>
                  <a:srgbClr val="0070C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i</a:t>
            </a:r>
            <a:r>
              <a:rPr lang="zh-CN" altLang="zh-CN" sz="1800" b="1" dirty="0" smtClean="0">
                <a:solidFill>
                  <a:srgbClr val="0070C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所有可能的路径</a:t>
            </a:r>
          </a:p>
          <a:p>
            <a:r>
              <a:rPr lang="en-US" altLang="zh-CN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      {  x[i]=j;		   </a:t>
            </a:r>
            <a:r>
              <a:rPr lang="en-US" altLang="zh-CN" sz="1800" b="1" dirty="0" smtClean="0">
                <a:solidFill>
                  <a:srgbClr val="0070C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//</a:t>
            </a:r>
            <a:r>
              <a:rPr lang="zh-CN" altLang="zh-CN" sz="1800" b="1" dirty="0" smtClean="0">
                <a:solidFill>
                  <a:srgbClr val="0070C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产生一个可能的解分量</a:t>
            </a:r>
          </a:p>
          <a:p>
            <a:r>
              <a:rPr lang="en-US" altLang="zh-CN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         </a:t>
            </a:r>
            <a:r>
              <a:rPr lang="zh-CN" altLang="zh-CN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…</a:t>
            </a:r>
            <a:r>
              <a:rPr lang="en-US" altLang="zh-CN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			   </a:t>
            </a:r>
            <a:r>
              <a:rPr lang="en-US" altLang="zh-CN" sz="1800" b="1" dirty="0" smtClean="0">
                <a:solidFill>
                  <a:srgbClr val="0070C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//</a:t>
            </a:r>
            <a:r>
              <a:rPr lang="zh-CN" altLang="zh-CN" sz="1800" b="1" dirty="0" smtClean="0">
                <a:solidFill>
                  <a:srgbClr val="0070C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其他操作</a:t>
            </a:r>
          </a:p>
          <a:p>
            <a:r>
              <a:rPr lang="en-US" altLang="zh-CN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         if (</a:t>
            </a:r>
            <a:r>
              <a:rPr lang="en-US" altLang="zh-CN" sz="1800" b="1" dirty="0" smtClean="0">
                <a:solidFill>
                  <a:srgbClr val="00660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constraint(i) &amp;&amp; bound(i)</a:t>
            </a:r>
            <a:r>
              <a:rPr lang="en-US" altLang="zh-CN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)</a:t>
            </a:r>
            <a:endParaRPr lang="zh-CN" altLang="zh-CN" sz="1800" b="1" dirty="0" smtClean="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  <a:cs typeface="Consolas" panose="020B0609020204030204" pitchFamily="49" charset="0"/>
            </a:endParaRPr>
          </a:p>
          <a:p>
            <a:r>
              <a:rPr lang="en-US" altLang="zh-CN" sz="1800" b="1" dirty="0" smtClean="0">
                <a:solidFill>
                  <a:srgbClr val="FF000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            Backtrack(i+1);</a:t>
            </a:r>
            <a:r>
              <a:rPr lang="en-US" altLang="zh-CN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	   </a:t>
            </a:r>
            <a:r>
              <a:rPr lang="en-US" altLang="zh-CN" sz="1800" b="1" dirty="0" smtClean="0">
                <a:solidFill>
                  <a:srgbClr val="0070C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//</a:t>
            </a:r>
            <a:r>
              <a:rPr lang="zh-CN" altLang="zh-CN" sz="1800" b="1" dirty="0" smtClean="0">
                <a:solidFill>
                  <a:srgbClr val="0070C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满足约束条件和</a:t>
            </a:r>
            <a:r>
              <a:rPr lang="zh-CN" altLang="en-US" sz="1800" b="1" dirty="0" smtClean="0">
                <a:solidFill>
                  <a:srgbClr val="0070C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限界</a:t>
            </a:r>
            <a:r>
              <a:rPr lang="zh-CN" altLang="zh-CN" sz="1800" b="1" dirty="0" smtClean="0">
                <a:solidFill>
                  <a:srgbClr val="0070C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函数</a:t>
            </a:r>
            <a:r>
              <a:rPr lang="en-US" altLang="zh-CN" sz="1800" b="1" dirty="0" smtClean="0">
                <a:solidFill>
                  <a:srgbClr val="0070C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,</a:t>
            </a:r>
            <a:r>
              <a:rPr lang="zh-CN" altLang="zh-CN" sz="1800" b="1" dirty="0" smtClean="0">
                <a:solidFill>
                  <a:srgbClr val="0070C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继续下一层</a:t>
            </a:r>
          </a:p>
          <a:p>
            <a:r>
              <a:rPr lang="en-US" altLang="zh-CN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      }</a:t>
            </a:r>
            <a:endParaRPr lang="zh-CN" altLang="zh-CN" sz="1800" b="1" dirty="0" smtClean="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  <a:cs typeface="Consolas" panose="020B0609020204030204" pitchFamily="49" charset="0"/>
            </a:endParaRPr>
          </a:p>
          <a:p>
            <a:r>
              <a:rPr lang="en-US" altLang="zh-CN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   }</a:t>
            </a:r>
            <a:endParaRPr lang="zh-CN" altLang="zh-CN" sz="1800" b="1" dirty="0" smtClean="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  <a:cs typeface="Consolas" panose="020B0609020204030204" pitchFamily="49" charset="0"/>
            </a:endParaRPr>
          </a:p>
          <a:p>
            <a:r>
              <a:rPr lang="en-US" altLang="zh-CN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}</a:t>
            </a:r>
            <a:endParaRPr lang="zh-CN" altLang="zh-CN" sz="1800" b="1" dirty="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  <a:cs typeface="Consolas" panose="020B0609020204030204" pitchFamily="49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48398" y="2203467"/>
            <a:ext cx="3143272" cy="430887"/>
          </a:xfrm>
          <a:prstGeom prst="rect">
            <a:avLst/>
          </a:prstGeom>
          <a:noFill/>
          <a:ln>
            <a:noFill/>
          </a:ln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CN" altLang="zh-CN" sz="2200" b="1" dirty="0" smtClean="0">
                <a:solidFill>
                  <a:srgbClr val="0000FF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（</a:t>
            </a:r>
            <a:r>
              <a:rPr lang="en-US" altLang="zh-CN" sz="2200" b="1" dirty="0" smtClean="0">
                <a:solidFill>
                  <a:srgbClr val="0000FF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</a:t>
            </a:r>
            <a:r>
              <a:rPr lang="zh-CN" altLang="zh-CN" sz="2200" b="1" dirty="0" smtClean="0">
                <a:solidFill>
                  <a:srgbClr val="0000FF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）解空间为子集树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3"/>
          </p:nvPr>
        </p:nvSpPr>
        <p:spPr>
          <a:xfrm>
            <a:off x="-498107" y="261275"/>
            <a:ext cx="7262260" cy="864000"/>
          </a:xfrm>
        </p:spPr>
        <p:txBody>
          <a:bodyPr/>
          <a:lstStyle/>
          <a:p>
            <a:pPr>
              <a:defRPr/>
            </a:pPr>
            <a:r>
              <a:rPr lang="zh-CN" altLang="en-US" dirty="0" smtClean="0">
                <a:sym typeface="+mn-ea"/>
              </a:rPr>
              <a:t>回溯法的算法框架</a:t>
            </a: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86636" y="2206383"/>
            <a:ext cx="771530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    </a:t>
            </a:r>
            <a:r>
              <a:rPr lang="zh-CN" altLang="zh-CN" sz="2000" b="1" dirty="0" smtClean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【</a:t>
            </a:r>
            <a:r>
              <a:rPr lang="zh-CN" altLang="en-US" sz="2000" b="1" dirty="0" smtClean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例</a:t>
            </a:r>
            <a:r>
              <a:rPr lang="en-US" altLang="zh-CN" sz="2000" b="1" dirty="0" smtClean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4</a:t>
            </a:r>
            <a:r>
              <a:rPr lang="zh-CN" altLang="zh-CN" sz="2000" b="1" dirty="0" smtClean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】</a:t>
            </a:r>
            <a:r>
              <a:rPr lang="zh-CN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有一个含</a:t>
            </a:r>
            <a:r>
              <a:rPr lang="en-US" altLang="zh-CN" sz="2000" b="1" i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n</a:t>
            </a:r>
            <a:r>
              <a:rPr lang="zh-CN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个整数的数组</a:t>
            </a:r>
            <a:r>
              <a:rPr lang="en-US" altLang="zh-CN" sz="2000" b="1" i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a</a:t>
            </a:r>
            <a:r>
              <a:rPr lang="zh-CN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，所有元素均不相同，设计一个算法求其所有子集（幂集）。</a:t>
            </a:r>
            <a:endParaRPr lang="en-US" altLang="zh-CN" sz="2000" b="1" dirty="0" smtClean="0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    </a:t>
            </a:r>
            <a:r>
              <a:rPr lang="zh-CN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例如，</a:t>
            </a:r>
            <a:r>
              <a:rPr lang="en-US" altLang="zh-CN" sz="2000" b="1" i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a</a:t>
            </a:r>
            <a:r>
              <a:rPr lang="en-US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[]={1</a:t>
            </a:r>
            <a:r>
              <a:rPr lang="zh-CN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，</a:t>
            </a:r>
            <a:r>
              <a:rPr lang="en-US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2</a:t>
            </a:r>
            <a:r>
              <a:rPr lang="zh-CN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，</a:t>
            </a:r>
            <a:r>
              <a:rPr lang="en-US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3}</a:t>
            </a:r>
            <a:r>
              <a:rPr lang="zh-CN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，所有子集是：</a:t>
            </a:r>
            <a:r>
              <a:rPr lang="en-US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{}</a:t>
            </a:r>
            <a:r>
              <a:rPr lang="zh-CN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，</a:t>
            </a:r>
            <a:r>
              <a:rPr lang="en-US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{3}</a:t>
            </a:r>
            <a:r>
              <a:rPr lang="zh-CN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，</a:t>
            </a:r>
            <a:r>
              <a:rPr lang="en-US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{2}</a:t>
            </a:r>
            <a:r>
              <a:rPr lang="zh-CN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，</a:t>
            </a:r>
            <a:r>
              <a:rPr lang="en-US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{2</a:t>
            </a:r>
            <a:r>
              <a:rPr lang="zh-CN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，</a:t>
            </a:r>
            <a:r>
              <a:rPr lang="en-US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3}</a:t>
            </a:r>
            <a:r>
              <a:rPr lang="zh-CN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，</a:t>
            </a:r>
            <a:r>
              <a:rPr lang="en-US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{1}</a:t>
            </a:r>
            <a:r>
              <a:rPr lang="zh-CN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，</a:t>
            </a:r>
            <a:r>
              <a:rPr lang="en-US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{1</a:t>
            </a:r>
            <a:r>
              <a:rPr lang="zh-CN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，</a:t>
            </a:r>
            <a:r>
              <a:rPr lang="en-US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3}</a:t>
            </a:r>
            <a:r>
              <a:rPr lang="zh-CN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，</a:t>
            </a:r>
            <a:r>
              <a:rPr lang="en-US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{1</a:t>
            </a:r>
            <a:r>
              <a:rPr lang="zh-CN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，</a:t>
            </a:r>
            <a:r>
              <a:rPr lang="en-US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2}</a:t>
            </a:r>
            <a:r>
              <a:rPr lang="zh-CN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，</a:t>
            </a:r>
            <a:r>
              <a:rPr lang="en-US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{1</a:t>
            </a:r>
            <a:r>
              <a:rPr lang="zh-CN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，</a:t>
            </a:r>
            <a:r>
              <a:rPr lang="en-US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2</a:t>
            </a:r>
            <a:r>
              <a:rPr lang="zh-CN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，</a:t>
            </a:r>
            <a:r>
              <a:rPr lang="en-US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3}</a:t>
            </a:r>
            <a:r>
              <a:rPr lang="zh-CN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（输出顺序无关）。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39067" y="1624970"/>
            <a:ext cx="3143272" cy="430887"/>
          </a:xfrm>
          <a:prstGeom prst="rect">
            <a:avLst/>
          </a:prstGeom>
          <a:noFill/>
          <a:ln>
            <a:noFill/>
          </a:ln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CN" altLang="zh-CN" sz="2200" b="1" dirty="0" smtClean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（</a:t>
            </a:r>
            <a:r>
              <a:rPr lang="en-US" altLang="zh-CN" sz="2200" b="1" dirty="0" smtClean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</a:t>
            </a:r>
            <a:r>
              <a:rPr lang="zh-CN" altLang="zh-CN" sz="2200" b="1" dirty="0" smtClean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）解空间为子集树</a:t>
            </a:r>
          </a:p>
        </p:txBody>
      </p:sp>
      <p:sp>
        <p:nvSpPr>
          <p:cNvPr id="4" name="文本占位符 4"/>
          <p:cNvSpPr>
            <a:spLocks noGrp="1"/>
          </p:cNvSpPr>
          <p:nvPr>
            <p:ph type="body" sz="quarter" idx="13"/>
          </p:nvPr>
        </p:nvSpPr>
        <p:spPr>
          <a:xfrm>
            <a:off x="-498107" y="261275"/>
            <a:ext cx="7262260" cy="864000"/>
          </a:xfrm>
        </p:spPr>
        <p:txBody>
          <a:bodyPr/>
          <a:lstStyle/>
          <a:p>
            <a:pPr>
              <a:defRPr/>
            </a:pPr>
            <a:r>
              <a:rPr lang="zh-CN" altLang="en-US" dirty="0" smtClean="0">
                <a:sym typeface="+mn-ea"/>
              </a:rPr>
              <a:t>回溯法的算法框架</a:t>
            </a: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57158" y="1992105"/>
            <a:ext cx="8429684" cy="29084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200" b="1" dirty="0" smtClean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    </a:t>
            </a:r>
            <a:r>
              <a:rPr lang="zh-CN" altLang="zh-CN" sz="2200" b="1" dirty="0" smtClean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解：</a:t>
            </a:r>
            <a:r>
              <a:rPr lang="zh-CN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显然本问题的解空间为子集树，每个元素只有两种扩展，要么选择，要么不选择。</a:t>
            </a:r>
            <a:endParaRPr lang="en-US" altLang="zh-CN" sz="2000" b="1" dirty="0" smtClean="0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    </a:t>
            </a:r>
            <a:r>
              <a:rPr lang="zh-CN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采用深度优先搜索思路。解向量为</a:t>
            </a:r>
            <a:r>
              <a:rPr lang="en-US" altLang="zh-CN" sz="2000" b="1" i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x</a:t>
            </a:r>
            <a:r>
              <a:rPr lang="en-US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[]</a:t>
            </a:r>
            <a:r>
              <a:rPr lang="zh-CN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，</a:t>
            </a:r>
            <a:r>
              <a:rPr lang="en-US" altLang="zh-CN" sz="2000" b="1" i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x</a:t>
            </a:r>
            <a:r>
              <a:rPr lang="en-US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[</a:t>
            </a:r>
            <a:r>
              <a:rPr lang="en-US" altLang="zh-CN" sz="2000" b="1" i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i</a:t>
            </a:r>
            <a:r>
              <a:rPr lang="en-US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]=0</a:t>
            </a:r>
            <a:r>
              <a:rPr lang="zh-CN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表示不选择</a:t>
            </a:r>
            <a:r>
              <a:rPr lang="en-US" altLang="zh-CN" sz="2000" b="1" i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a</a:t>
            </a:r>
            <a:r>
              <a:rPr lang="en-US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[</a:t>
            </a:r>
            <a:r>
              <a:rPr lang="en-US" altLang="zh-CN" sz="2000" b="1" i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i</a:t>
            </a:r>
            <a:r>
              <a:rPr lang="en-US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]</a:t>
            </a:r>
            <a:r>
              <a:rPr lang="zh-CN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，</a:t>
            </a:r>
            <a:r>
              <a:rPr lang="en-US" altLang="zh-CN" sz="2000" b="1" i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x</a:t>
            </a:r>
            <a:r>
              <a:rPr lang="en-US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[</a:t>
            </a:r>
            <a:r>
              <a:rPr lang="en-US" altLang="zh-CN" sz="2000" b="1" i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i</a:t>
            </a:r>
            <a:r>
              <a:rPr lang="en-US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]=1</a:t>
            </a:r>
            <a:r>
              <a:rPr lang="zh-CN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表示选择</a:t>
            </a:r>
            <a:r>
              <a:rPr lang="en-US" altLang="zh-CN" sz="2000" b="1" i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a</a:t>
            </a:r>
            <a:r>
              <a:rPr lang="en-US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[</a:t>
            </a:r>
            <a:r>
              <a:rPr lang="en-US" altLang="zh-CN" sz="2000" b="1" i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i</a:t>
            </a:r>
            <a:r>
              <a:rPr lang="en-US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]</a:t>
            </a:r>
            <a:r>
              <a:rPr lang="zh-CN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。</a:t>
            </a:r>
            <a:endParaRPr lang="en-US" altLang="zh-CN" sz="2000" b="1" dirty="0" smtClean="0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    </a:t>
            </a:r>
            <a:r>
              <a:rPr lang="zh-CN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用</a:t>
            </a:r>
            <a:r>
              <a:rPr lang="en-US" altLang="zh-CN" sz="2000" b="1" i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i</a:t>
            </a:r>
            <a:r>
              <a:rPr lang="zh-CN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扫描数组</a:t>
            </a:r>
            <a:r>
              <a:rPr lang="en-US" altLang="zh-CN" sz="2000" b="1" i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a</a:t>
            </a:r>
            <a:r>
              <a:rPr lang="zh-CN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，也就是说问题的初始状态是（</a:t>
            </a:r>
            <a:r>
              <a:rPr lang="en-US" altLang="zh-CN" sz="2000" b="1" i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i</a:t>
            </a:r>
            <a:r>
              <a:rPr lang="en-US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=0</a:t>
            </a:r>
            <a:r>
              <a:rPr lang="zh-CN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，</a:t>
            </a:r>
            <a:r>
              <a:rPr lang="en-US" altLang="zh-CN" sz="2000" b="1" i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x</a:t>
            </a:r>
            <a:r>
              <a:rPr lang="zh-CN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的元素均为</a:t>
            </a:r>
            <a:r>
              <a:rPr lang="en-US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0</a:t>
            </a:r>
            <a:r>
              <a:rPr lang="zh-CN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），目标状态是（</a:t>
            </a:r>
            <a:r>
              <a:rPr lang="en-US" altLang="zh-CN" sz="2000" b="1" i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i</a:t>
            </a:r>
            <a:r>
              <a:rPr lang="en-US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=</a:t>
            </a:r>
            <a:r>
              <a:rPr lang="en-US" altLang="zh-CN" sz="2000" b="1" i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n</a:t>
            </a:r>
            <a:r>
              <a:rPr lang="zh-CN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，</a:t>
            </a:r>
            <a:r>
              <a:rPr lang="en-US" altLang="zh-CN" sz="2000" b="1" i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x</a:t>
            </a:r>
            <a:r>
              <a:rPr lang="zh-CN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为一个解）。从状态（</a:t>
            </a:r>
            <a:r>
              <a:rPr lang="en-US" altLang="zh-CN" sz="2000" b="1" i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i</a:t>
            </a:r>
            <a:r>
              <a:rPr lang="zh-CN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，</a:t>
            </a:r>
            <a:r>
              <a:rPr lang="en-US" altLang="zh-CN" sz="2000" b="1" i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x</a:t>
            </a:r>
            <a:r>
              <a:rPr lang="zh-CN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）可以扩展出两个状态：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14414" y="5063939"/>
            <a:ext cx="6715172" cy="114078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180000" tIns="180000" rIns="180000" bIns="180000" rtlCol="0">
            <a:spAutoFit/>
          </a:bodyPr>
          <a:lstStyle/>
          <a:p>
            <a:pPr marL="457200" indent="-457200">
              <a:lnSpc>
                <a:spcPct val="150000"/>
              </a:lnSpc>
              <a:buBlip>
                <a:blip r:embed="rId2"/>
              </a:buBlip>
            </a:pPr>
            <a:r>
              <a:rPr lang="zh-CN" altLang="zh-CN" sz="1800" b="1" smtClean="0">
                <a:solidFill>
                  <a:srgbClr val="9900FF"/>
                </a:solidFill>
                <a:latin typeface="Consolas" pitchFamily="49" charset="0"/>
                <a:cs typeface="Consolas" pitchFamily="49" charset="0"/>
              </a:rPr>
              <a:t>不选择</a:t>
            </a:r>
            <a:r>
              <a:rPr lang="en-US" altLang="zh-CN" sz="1800" b="1" i="1" smtClean="0">
                <a:solidFill>
                  <a:srgbClr val="9900FF"/>
                </a:solidFill>
                <a:latin typeface="Consolas" pitchFamily="49" charset="0"/>
                <a:cs typeface="Consolas" pitchFamily="49" charset="0"/>
              </a:rPr>
              <a:t>a</a:t>
            </a:r>
            <a:r>
              <a:rPr lang="en-US" altLang="zh-CN" sz="1800" b="1" smtClean="0">
                <a:solidFill>
                  <a:srgbClr val="9900FF"/>
                </a:solidFill>
                <a:latin typeface="Consolas" pitchFamily="49" charset="0"/>
                <a:cs typeface="Consolas" pitchFamily="49" charset="0"/>
              </a:rPr>
              <a:t>[</a:t>
            </a:r>
            <a:r>
              <a:rPr lang="en-US" altLang="zh-CN" sz="1800" b="1" i="1" smtClean="0">
                <a:solidFill>
                  <a:srgbClr val="9900FF"/>
                </a:solidFill>
                <a:latin typeface="Consolas" pitchFamily="49" charset="0"/>
                <a:cs typeface="Consolas" pitchFamily="49" charset="0"/>
              </a:rPr>
              <a:t>i</a:t>
            </a:r>
            <a:r>
              <a:rPr lang="en-US" altLang="zh-CN" sz="1800" b="1" smtClean="0">
                <a:solidFill>
                  <a:srgbClr val="9900FF"/>
                </a:solidFill>
                <a:latin typeface="Consolas" pitchFamily="49" charset="0"/>
                <a:cs typeface="Consolas" pitchFamily="49" charset="0"/>
              </a:rPr>
              <a:t>]</a:t>
            </a:r>
            <a:r>
              <a:rPr lang="zh-CN" altLang="zh-CN" sz="1800" b="1" smtClean="0">
                <a:solidFill>
                  <a:srgbClr val="9900FF"/>
                </a:solidFill>
                <a:latin typeface="Consolas" pitchFamily="49" charset="0"/>
                <a:cs typeface="Consolas" pitchFamily="49" charset="0"/>
              </a:rPr>
              <a:t>元素 </a:t>
            </a:r>
            <a:r>
              <a:rPr lang="en-US" altLang="zh-CN" sz="1800" b="1" smtClean="0">
                <a:solidFill>
                  <a:srgbClr val="006600"/>
                </a:solidFill>
                <a:latin typeface="Consolas" pitchFamily="49" charset="0"/>
                <a:cs typeface="Consolas" pitchFamily="49" charset="0"/>
                <a:sym typeface="Wingdings" panose="05000000000000000000"/>
              </a:rPr>
              <a:t></a:t>
            </a:r>
            <a:r>
              <a:rPr lang="en-US" altLang="zh-CN" sz="1800" b="1" smtClean="0">
                <a:solidFill>
                  <a:srgbClr val="006600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zh-CN" altLang="zh-CN" sz="1800" b="1" smtClean="0">
                <a:solidFill>
                  <a:srgbClr val="006600"/>
                </a:solidFill>
                <a:latin typeface="Consolas" pitchFamily="49" charset="0"/>
                <a:cs typeface="Consolas" pitchFamily="49" charset="0"/>
              </a:rPr>
              <a:t>下一个状态为（</a:t>
            </a:r>
            <a:r>
              <a:rPr lang="en-US" altLang="zh-CN" sz="1800" b="1" i="1" smtClean="0">
                <a:solidFill>
                  <a:srgbClr val="006600"/>
                </a:solidFill>
                <a:latin typeface="Consolas" pitchFamily="49" charset="0"/>
                <a:cs typeface="Consolas" pitchFamily="49" charset="0"/>
              </a:rPr>
              <a:t>i</a:t>
            </a:r>
            <a:r>
              <a:rPr lang="en-US" altLang="zh-CN" sz="1800" b="1" smtClean="0">
                <a:solidFill>
                  <a:srgbClr val="006600"/>
                </a:solidFill>
                <a:latin typeface="Consolas" pitchFamily="49" charset="0"/>
                <a:cs typeface="Consolas" pitchFamily="49" charset="0"/>
              </a:rPr>
              <a:t>+1</a:t>
            </a:r>
            <a:r>
              <a:rPr lang="zh-CN" altLang="zh-CN" sz="1800" b="1" smtClean="0">
                <a:solidFill>
                  <a:srgbClr val="006600"/>
                </a:solidFill>
                <a:latin typeface="Consolas" pitchFamily="49" charset="0"/>
                <a:cs typeface="Consolas" pitchFamily="49" charset="0"/>
              </a:rPr>
              <a:t>，</a:t>
            </a:r>
            <a:r>
              <a:rPr lang="en-US" altLang="zh-CN" sz="1800" b="1" i="1" smtClean="0">
                <a:solidFill>
                  <a:srgbClr val="006600"/>
                </a:solidFill>
                <a:latin typeface="Consolas" pitchFamily="49" charset="0"/>
                <a:cs typeface="Consolas" pitchFamily="49" charset="0"/>
              </a:rPr>
              <a:t>x</a:t>
            </a:r>
            <a:r>
              <a:rPr lang="en-US" altLang="zh-CN" sz="1800" b="1" smtClean="0">
                <a:solidFill>
                  <a:srgbClr val="006600"/>
                </a:solidFill>
                <a:latin typeface="Consolas" pitchFamily="49" charset="0"/>
                <a:cs typeface="Consolas" pitchFamily="49" charset="0"/>
              </a:rPr>
              <a:t>[</a:t>
            </a:r>
            <a:r>
              <a:rPr lang="en-US" altLang="zh-CN" sz="1800" b="1" i="1" smtClean="0">
                <a:solidFill>
                  <a:srgbClr val="006600"/>
                </a:solidFill>
                <a:latin typeface="Consolas" pitchFamily="49" charset="0"/>
                <a:cs typeface="Consolas" pitchFamily="49" charset="0"/>
              </a:rPr>
              <a:t>i</a:t>
            </a:r>
            <a:r>
              <a:rPr lang="en-US" altLang="zh-CN" sz="1800" b="1" smtClean="0">
                <a:solidFill>
                  <a:srgbClr val="006600"/>
                </a:solidFill>
                <a:latin typeface="Consolas" pitchFamily="49" charset="0"/>
                <a:cs typeface="Consolas" pitchFamily="49" charset="0"/>
              </a:rPr>
              <a:t>]=0</a:t>
            </a:r>
            <a:r>
              <a:rPr lang="zh-CN" altLang="zh-CN" sz="1800" b="1" smtClean="0">
                <a:solidFill>
                  <a:srgbClr val="006600"/>
                </a:solidFill>
                <a:latin typeface="Consolas" pitchFamily="49" charset="0"/>
                <a:cs typeface="Consolas" pitchFamily="49" charset="0"/>
              </a:rPr>
              <a:t>）。</a:t>
            </a:r>
          </a:p>
          <a:p>
            <a:pPr marL="457200" indent="-457200">
              <a:lnSpc>
                <a:spcPct val="150000"/>
              </a:lnSpc>
              <a:buBlip>
                <a:blip r:embed="rId2"/>
              </a:buBlip>
            </a:pPr>
            <a:r>
              <a:rPr lang="zh-CN" altLang="zh-CN" sz="1800" b="1" smtClean="0">
                <a:solidFill>
                  <a:srgbClr val="9900FF"/>
                </a:solidFill>
                <a:latin typeface="Consolas" pitchFamily="49" charset="0"/>
                <a:cs typeface="Consolas" pitchFamily="49" charset="0"/>
              </a:rPr>
              <a:t>选择</a:t>
            </a:r>
            <a:r>
              <a:rPr lang="en-US" altLang="zh-CN" sz="1800" b="1" i="1" smtClean="0">
                <a:solidFill>
                  <a:srgbClr val="9900FF"/>
                </a:solidFill>
                <a:latin typeface="Consolas" pitchFamily="49" charset="0"/>
                <a:cs typeface="Consolas" pitchFamily="49" charset="0"/>
              </a:rPr>
              <a:t>a</a:t>
            </a:r>
            <a:r>
              <a:rPr lang="en-US" altLang="zh-CN" sz="1800" b="1" smtClean="0">
                <a:solidFill>
                  <a:srgbClr val="9900FF"/>
                </a:solidFill>
                <a:latin typeface="Consolas" pitchFamily="49" charset="0"/>
                <a:cs typeface="Consolas" pitchFamily="49" charset="0"/>
              </a:rPr>
              <a:t>[</a:t>
            </a:r>
            <a:r>
              <a:rPr lang="en-US" altLang="zh-CN" sz="1800" b="1" i="1" smtClean="0">
                <a:solidFill>
                  <a:srgbClr val="9900FF"/>
                </a:solidFill>
                <a:latin typeface="Consolas" pitchFamily="49" charset="0"/>
                <a:cs typeface="Consolas" pitchFamily="49" charset="0"/>
              </a:rPr>
              <a:t>i</a:t>
            </a:r>
            <a:r>
              <a:rPr lang="en-US" altLang="zh-CN" sz="1800" b="1" smtClean="0">
                <a:solidFill>
                  <a:srgbClr val="9900FF"/>
                </a:solidFill>
                <a:latin typeface="Consolas" pitchFamily="49" charset="0"/>
                <a:cs typeface="Consolas" pitchFamily="49" charset="0"/>
              </a:rPr>
              <a:t>]</a:t>
            </a:r>
            <a:r>
              <a:rPr lang="zh-CN" altLang="zh-CN" sz="1800" b="1" smtClean="0">
                <a:solidFill>
                  <a:srgbClr val="9900FF"/>
                </a:solidFill>
                <a:latin typeface="Consolas" pitchFamily="49" charset="0"/>
                <a:cs typeface="Consolas" pitchFamily="49" charset="0"/>
              </a:rPr>
              <a:t>元素 </a:t>
            </a:r>
            <a:r>
              <a:rPr lang="en-US" altLang="zh-CN" sz="1800" b="1" smtClean="0">
                <a:solidFill>
                  <a:srgbClr val="006600"/>
                </a:solidFill>
                <a:latin typeface="Consolas" pitchFamily="49" charset="0"/>
                <a:cs typeface="Consolas" pitchFamily="49" charset="0"/>
                <a:sym typeface="Wingdings" panose="05000000000000000000"/>
              </a:rPr>
              <a:t></a:t>
            </a:r>
            <a:r>
              <a:rPr lang="en-US" altLang="zh-CN" sz="1800" b="1" smtClean="0">
                <a:solidFill>
                  <a:srgbClr val="006600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zh-CN" altLang="zh-CN" sz="1800" b="1" smtClean="0">
                <a:solidFill>
                  <a:srgbClr val="006600"/>
                </a:solidFill>
                <a:latin typeface="Consolas" pitchFamily="49" charset="0"/>
                <a:cs typeface="Consolas" pitchFamily="49" charset="0"/>
              </a:rPr>
              <a:t>下一个状态为（</a:t>
            </a:r>
            <a:r>
              <a:rPr lang="en-US" altLang="zh-CN" sz="1800" b="1" i="1" smtClean="0">
                <a:solidFill>
                  <a:srgbClr val="006600"/>
                </a:solidFill>
                <a:latin typeface="Consolas" pitchFamily="49" charset="0"/>
                <a:cs typeface="Consolas" pitchFamily="49" charset="0"/>
              </a:rPr>
              <a:t>i</a:t>
            </a:r>
            <a:r>
              <a:rPr lang="en-US" altLang="zh-CN" sz="1800" b="1" smtClean="0">
                <a:solidFill>
                  <a:srgbClr val="006600"/>
                </a:solidFill>
                <a:latin typeface="Consolas" pitchFamily="49" charset="0"/>
                <a:cs typeface="Consolas" pitchFamily="49" charset="0"/>
              </a:rPr>
              <a:t>+1</a:t>
            </a:r>
            <a:r>
              <a:rPr lang="zh-CN" altLang="zh-CN" sz="1800" b="1" smtClean="0">
                <a:solidFill>
                  <a:srgbClr val="006600"/>
                </a:solidFill>
                <a:latin typeface="Consolas" pitchFamily="49" charset="0"/>
                <a:cs typeface="Consolas" pitchFamily="49" charset="0"/>
              </a:rPr>
              <a:t>，</a:t>
            </a:r>
            <a:r>
              <a:rPr lang="en-US" altLang="zh-CN" sz="1800" b="1" i="1" smtClean="0">
                <a:solidFill>
                  <a:srgbClr val="006600"/>
                </a:solidFill>
                <a:latin typeface="Consolas" pitchFamily="49" charset="0"/>
                <a:cs typeface="Consolas" pitchFamily="49" charset="0"/>
              </a:rPr>
              <a:t>x</a:t>
            </a:r>
            <a:r>
              <a:rPr lang="en-US" altLang="zh-CN" sz="1800" b="1" smtClean="0">
                <a:solidFill>
                  <a:srgbClr val="006600"/>
                </a:solidFill>
                <a:latin typeface="Consolas" pitchFamily="49" charset="0"/>
                <a:cs typeface="Consolas" pitchFamily="49" charset="0"/>
              </a:rPr>
              <a:t>[</a:t>
            </a:r>
            <a:r>
              <a:rPr lang="en-US" altLang="zh-CN" sz="1800" b="1" i="1" smtClean="0">
                <a:solidFill>
                  <a:srgbClr val="006600"/>
                </a:solidFill>
                <a:latin typeface="Consolas" pitchFamily="49" charset="0"/>
                <a:cs typeface="Consolas" pitchFamily="49" charset="0"/>
              </a:rPr>
              <a:t>i</a:t>
            </a:r>
            <a:r>
              <a:rPr lang="en-US" altLang="zh-CN" sz="1800" b="1" smtClean="0">
                <a:solidFill>
                  <a:srgbClr val="006600"/>
                </a:solidFill>
                <a:latin typeface="Consolas" pitchFamily="49" charset="0"/>
                <a:cs typeface="Consolas" pitchFamily="49" charset="0"/>
              </a:rPr>
              <a:t>]=1</a:t>
            </a:r>
            <a:r>
              <a:rPr lang="zh-CN" altLang="zh-CN" sz="1800" b="1" smtClean="0">
                <a:solidFill>
                  <a:srgbClr val="006600"/>
                </a:solidFill>
                <a:latin typeface="Consolas" pitchFamily="49" charset="0"/>
                <a:cs typeface="Consolas" pitchFamily="49" charset="0"/>
              </a:rPr>
              <a:t>）。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8398" y="1513038"/>
            <a:ext cx="3143272" cy="430887"/>
          </a:xfrm>
          <a:prstGeom prst="rect">
            <a:avLst/>
          </a:prstGeom>
          <a:noFill/>
          <a:ln>
            <a:noFill/>
          </a:ln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CN" altLang="zh-CN" sz="2200" b="1" dirty="0" smtClean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（</a:t>
            </a:r>
            <a:r>
              <a:rPr lang="en-US" altLang="zh-CN" sz="2200" b="1" dirty="0" smtClean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</a:t>
            </a:r>
            <a:r>
              <a:rPr lang="zh-CN" altLang="zh-CN" sz="2200" b="1" dirty="0" smtClean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）解空间为子集树</a:t>
            </a:r>
          </a:p>
        </p:txBody>
      </p:sp>
      <p:sp>
        <p:nvSpPr>
          <p:cNvPr id="6" name="文本占位符 4"/>
          <p:cNvSpPr>
            <a:spLocks noGrp="1"/>
          </p:cNvSpPr>
          <p:nvPr>
            <p:ph type="body" sz="quarter" idx="13"/>
          </p:nvPr>
        </p:nvSpPr>
        <p:spPr>
          <a:xfrm>
            <a:off x="-498107" y="261275"/>
            <a:ext cx="7262260" cy="864000"/>
          </a:xfrm>
        </p:spPr>
        <p:txBody>
          <a:bodyPr/>
          <a:lstStyle/>
          <a:p>
            <a:pPr>
              <a:defRPr/>
            </a:pPr>
            <a:r>
              <a:rPr lang="zh-CN" altLang="en-US" dirty="0" smtClean="0">
                <a:sym typeface="+mn-ea"/>
              </a:rPr>
              <a:t>回溯法的算法框架</a:t>
            </a: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57224" y="1823848"/>
            <a:ext cx="7429552" cy="371270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lIns="216000" tIns="144000" bIns="180000" rtlCol="0">
            <a:spAutoFit/>
          </a:bodyPr>
          <a:lstStyle/>
          <a:p>
            <a:r>
              <a:rPr lang="en-US" altLang="zh-CN" sz="2000" b="1" dirty="0" smtClean="0">
                <a:solidFill>
                  <a:srgbClr val="FF000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void dfs(int a[],int n,int i,int x[])</a:t>
            </a:r>
          </a:p>
          <a:p>
            <a:r>
              <a:rPr lang="en-US" altLang="zh-CN" sz="2000" b="1" dirty="0" smtClean="0">
                <a:solidFill>
                  <a:srgbClr val="FF000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//</a:t>
            </a:r>
            <a:r>
              <a:rPr lang="zh-CN" altLang="zh-CN" sz="2000" b="1" dirty="0" smtClean="0">
                <a:solidFill>
                  <a:srgbClr val="FF000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回溯算法求解向量</a:t>
            </a:r>
            <a:r>
              <a:rPr lang="en-US" altLang="zh-CN" sz="2000" b="1" dirty="0" smtClean="0">
                <a:solidFill>
                  <a:srgbClr val="FF000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x</a:t>
            </a:r>
            <a:endParaRPr lang="zh-CN" altLang="zh-CN" sz="2000" b="1" dirty="0" smtClean="0">
              <a:solidFill>
                <a:srgbClr val="FF0000"/>
              </a:solidFill>
              <a:latin typeface="Consolas" panose="020B0609020204030204" pitchFamily="49" charset="0"/>
              <a:ea typeface="仿宋" panose="02010609060101010101" pitchFamily="49" charset="-122"/>
              <a:cs typeface="Consolas" panose="020B0609020204030204" pitchFamily="49" charset="0"/>
            </a:endParaRPr>
          </a:p>
          <a:p>
            <a:r>
              <a:rPr lang="en-US" altLang="zh-CN" sz="20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{  if (i&gt;=n)</a:t>
            </a:r>
            <a:endParaRPr lang="zh-CN" altLang="zh-CN" sz="2000" b="1" dirty="0" smtClean="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  <a:cs typeface="Consolas" panose="020B0609020204030204" pitchFamily="49" charset="0"/>
            </a:endParaRPr>
          </a:p>
          <a:p>
            <a:r>
              <a:rPr lang="en-US" altLang="zh-CN" sz="20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      dispasolution(a,n,x);</a:t>
            </a:r>
            <a:endParaRPr lang="zh-CN" altLang="zh-CN" sz="2000" b="1" dirty="0" smtClean="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  <a:cs typeface="Consolas" panose="020B0609020204030204" pitchFamily="49" charset="0"/>
            </a:endParaRPr>
          </a:p>
          <a:p>
            <a:r>
              <a:rPr lang="en-US" altLang="zh-CN" sz="20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   else</a:t>
            </a:r>
            <a:endParaRPr lang="zh-CN" altLang="zh-CN" sz="2000" b="1" dirty="0" smtClean="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  <a:cs typeface="Consolas" panose="020B0609020204030204" pitchFamily="49" charset="0"/>
            </a:endParaRPr>
          </a:p>
          <a:p>
            <a:r>
              <a:rPr lang="en-US" altLang="zh-CN" sz="20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   {  x[i]=0; </a:t>
            </a:r>
          </a:p>
          <a:p>
            <a:r>
              <a:rPr lang="en-US" altLang="zh-CN" sz="20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      </a:t>
            </a:r>
            <a:r>
              <a:rPr lang="en-US" altLang="zh-CN" sz="2000" b="1" dirty="0" smtClean="0">
                <a:solidFill>
                  <a:srgbClr val="FF000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dfs(a,n,i+1,x)</a:t>
            </a:r>
            <a:r>
              <a:rPr lang="en-US" altLang="zh-CN" sz="20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;	</a:t>
            </a:r>
            <a:r>
              <a:rPr lang="en-US" altLang="zh-CN" sz="2000" b="1" dirty="0" smtClean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//</a:t>
            </a:r>
            <a:r>
              <a:rPr lang="zh-CN" altLang="zh-CN" sz="2000" b="1" dirty="0" smtClean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不选择</a:t>
            </a:r>
            <a:r>
              <a:rPr lang="en-US" altLang="zh-CN" sz="2000" b="1" dirty="0" smtClean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a[i]</a:t>
            </a:r>
            <a:endParaRPr lang="zh-CN" altLang="zh-CN" sz="2000" b="1" dirty="0" smtClean="0">
              <a:solidFill>
                <a:srgbClr val="00B0F0"/>
              </a:solidFill>
              <a:latin typeface="Consolas" panose="020B0609020204030204" pitchFamily="49" charset="0"/>
              <a:ea typeface="仿宋" panose="02010609060101010101" pitchFamily="49" charset="-122"/>
              <a:cs typeface="Consolas" panose="020B0609020204030204" pitchFamily="49" charset="0"/>
            </a:endParaRPr>
          </a:p>
          <a:p>
            <a:r>
              <a:rPr lang="en-US" altLang="zh-CN" sz="20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      x[i]=1; </a:t>
            </a:r>
          </a:p>
          <a:p>
            <a:r>
              <a:rPr lang="en-US" altLang="zh-CN" sz="20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      </a:t>
            </a:r>
            <a:r>
              <a:rPr lang="en-US" altLang="zh-CN" sz="2000" b="1" dirty="0" smtClean="0">
                <a:solidFill>
                  <a:srgbClr val="FF000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dfs(a,n,i+1,x)</a:t>
            </a:r>
            <a:r>
              <a:rPr lang="en-US" altLang="zh-CN" sz="20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;	</a:t>
            </a:r>
            <a:r>
              <a:rPr lang="en-US" altLang="zh-CN" sz="2000" b="1" dirty="0" smtClean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//</a:t>
            </a:r>
            <a:r>
              <a:rPr lang="zh-CN" altLang="zh-CN" sz="2000" b="1" dirty="0" smtClean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选择</a:t>
            </a:r>
            <a:r>
              <a:rPr lang="en-US" altLang="zh-CN" sz="2000" b="1" dirty="0" smtClean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a[i]</a:t>
            </a:r>
            <a:endParaRPr lang="zh-CN" altLang="zh-CN" sz="2000" b="1" dirty="0" smtClean="0">
              <a:solidFill>
                <a:srgbClr val="00B0F0"/>
              </a:solidFill>
              <a:latin typeface="Consolas" panose="020B0609020204030204" pitchFamily="49" charset="0"/>
              <a:ea typeface="仿宋" panose="02010609060101010101" pitchFamily="49" charset="-122"/>
              <a:cs typeface="Consolas" panose="020B0609020204030204" pitchFamily="49" charset="0"/>
            </a:endParaRPr>
          </a:p>
          <a:p>
            <a:r>
              <a:rPr lang="en-US" altLang="zh-CN" sz="20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   }</a:t>
            </a:r>
            <a:endParaRPr lang="zh-CN" altLang="zh-CN" sz="2000" b="1" dirty="0" smtClean="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  <a:cs typeface="Consolas" panose="020B0609020204030204" pitchFamily="49" charset="0"/>
            </a:endParaRPr>
          </a:p>
          <a:p>
            <a:r>
              <a:rPr lang="en-US" altLang="zh-CN" sz="20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}</a:t>
            </a:r>
            <a:endParaRPr lang="zh-CN" altLang="zh-CN" sz="2000" b="1" dirty="0" smtClean="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  <a:cs typeface="Consolas" panose="020B0609020204030204" pitchFamily="49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48398" y="1326410"/>
            <a:ext cx="3143272" cy="430887"/>
          </a:xfrm>
          <a:prstGeom prst="rect">
            <a:avLst/>
          </a:prstGeom>
          <a:noFill/>
          <a:ln>
            <a:noFill/>
          </a:ln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CN" altLang="zh-CN" sz="2200" b="1" dirty="0" smtClean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（</a:t>
            </a:r>
            <a:r>
              <a:rPr lang="en-US" altLang="zh-CN" sz="2200" b="1" dirty="0" smtClean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</a:t>
            </a:r>
            <a:r>
              <a:rPr lang="zh-CN" altLang="zh-CN" sz="2200" b="1" dirty="0" smtClean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）解空间为子集树</a:t>
            </a:r>
          </a:p>
        </p:txBody>
      </p:sp>
      <p:sp>
        <p:nvSpPr>
          <p:cNvPr id="4" name="文本占位符 4"/>
          <p:cNvSpPr>
            <a:spLocks noGrp="1"/>
          </p:cNvSpPr>
          <p:nvPr>
            <p:ph type="body" sz="quarter" idx="13"/>
          </p:nvPr>
        </p:nvSpPr>
        <p:spPr>
          <a:xfrm>
            <a:off x="-498107" y="261275"/>
            <a:ext cx="7262260" cy="864000"/>
          </a:xfrm>
        </p:spPr>
        <p:txBody>
          <a:bodyPr/>
          <a:lstStyle/>
          <a:p>
            <a:pPr>
              <a:defRPr/>
            </a:pPr>
            <a:r>
              <a:rPr lang="zh-CN" altLang="en-US" dirty="0" smtClean="0">
                <a:sym typeface="+mn-ea"/>
              </a:rPr>
              <a:t>回溯法的算法框架</a:t>
            </a: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57158" y="426345"/>
            <a:ext cx="3214710" cy="430887"/>
          </a:xfrm>
          <a:prstGeom prst="rect">
            <a:avLst/>
          </a:prstGeom>
          <a:noFill/>
          <a:ln>
            <a:noFill/>
          </a:ln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CN" altLang="zh-CN" sz="2200" b="1" dirty="0" smtClean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（</a:t>
            </a:r>
            <a:r>
              <a:rPr lang="en-US" altLang="zh-CN" sz="2200" b="1" dirty="0" smtClean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2</a:t>
            </a:r>
            <a:r>
              <a:rPr lang="zh-CN" altLang="zh-CN" sz="2200" b="1" dirty="0" smtClean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）解空间为排列树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70868" y="968619"/>
            <a:ext cx="8786842" cy="564650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lIns="180000" tIns="144000" bIns="144000" rtlCol="0">
            <a:spAutoFit/>
          </a:bodyPr>
          <a:lstStyle/>
          <a:p>
            <a:pPr>
              <a:lnSpc>
                <a:spcPts val="2800"/>
              </a:lnSpc>
            </a:pPr>
            <a:r>
              <a:rPr lang="en-US" altLang="zh-CN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int x[n];			</a:t>
            </a:r>
            <a:r>
              <a:rPr lang="en-US" altLang="zh-CN" sz="1800" b="1" dirty="0" smtClean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//x</a:t>
            </a:r>
            <a:r>
              <a:rPr lang="zh-CN" altLang="zh-CN" sz="1800" b="1" dirty="0" smtClean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存放解向量，并初始化</a:t>
            </a:r>
          </a:p>
          <a:p>
            <a:pPr>
              <a:lnSpc>
                <a:spcPts val="2800"/>
              </a:lnSpc>
            </a:pPr>
            <a:r>
              <a:rPr lang="en-US" altLang="zh-CN" sz="1800" b="1" dirty="0" smtClean="0">
                <a:solidFill>
                  <a:srgbClr val="FF000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void Backtrack(int i)		//</a:t>
            </a:r>
            <a:r>
              <a:rPr lang="zh-CN" altLang="zh-CN" sz="1800" b="1" dirty="0" smtClean="0">
                <a:solidFill>
                  <a:srgbClr val="FF000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求解排列树的递归框架</a:t>
            </a:r>
          </a:p>
          <a:p>
            <a:pPr>
              <a:lnSpc>
                <a:spcPts val="2800"/>
              </a:lnSpc>
            </a:pPr>
            <a:r>
              <a:rPr lang="en-US" altLang="zh-CN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{  if(i&gt;n)			</a:t>
            </a:r>
            <a:r>
              <a:rPr lang="en-US" altLang="zh-CN" sz="1800" b="1" dirty="0" smtClean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//</a:t>
            </a:r>
            <a:r>
              <a:rPr lang="zh-CN" altLang="zh-CN" sz="1800" b="1" dirty="0" smtClean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搜索到叶子结点</a:t>
            </a:r>
            <a:r>
              <a:rPr lang="en-US" altLang="zh-CN" sz="1800" b="1" dirty="0" smtClean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,</a:t>
            </a:r>
            <a:r>
              <a:rPr lang="zh-CN" altLang="zh-CN" sz="1800" b="1" dirty="0" smtClean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输出一个可行解</a:t>
            </a:r>
          </a:p>
          <a:p>
            <a:pPr>
              <a:lnSpc>
                <a:spcPts val="2800"/>
              </a:lnSpc>
            </a:pPr>
            <a:r>
              <a:rPr lang="en-US" altLang="zh-CN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	</a:t>
            </a:r>
            <a:r>
              <a:rPr lang="zh-CN" altLang="zh-CN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输出结果</a:t>
            </a:r>
            <a:r>
              <a:rPr lang="en-US" altLang="zh-CN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;</a:t>
            </a:r>
            <a:endParaRPr lang="zh-CN" altLang="zh-CN" sz="1800" b="1" dirty="0" smtClean="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  <a:cs typeface="Consolas" panose="020B0609020204030204" pitchFamily="49" charset="0"/>
            </a:endParaRPr>
          </a:p>
          <a:p>
            <a:pPr>
              <a:lnSpc>
                <a:spcPts val="2800"/>
              </a:lnSpc>
            </a:pPr>
            <a:r>
              <a:rPr lang="en-US" altLang="zh-CN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   else</a:t>
            </a:r>
            <a:endParaRPr lang="zh-CN" altLang="zh-CN" sz="1800" b="1" dirty="0" smtClean="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  <a:cs typeface="Consolas" panose="020B0609020204030204" pitchFamily="49" charset="0"/>
            </a:endParaRPr>
          </a:p>
          <a:p>
            <a:pPr>
              <a:lnSpc>
                <a:spcPts val="2800"/>
              </a:lnSpc>
            </a:pPr>
            <a:r>
              <a:rPr lang="en-US" altLang="zh-CN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   {  for (j=i;j&lt;=n;j++)	</a:t>
            </a:r>
            <a:r>
              <a:rPr lang="en-US" altLang="zh-CN" sz="1800" b="1" dirty="0" smtClean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//</a:t>
            </a:r>
            <a:r>
              <a:rPr lang="zh-CN" altLang="zh-CN" sz="1800" b="1" dirty="0" smtClean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用</a:t>
            </a:r>
            <a:r>
              <a:rPr lang="en-US" altLang="zh-CN" sz="1800" b="1" dirty="0" smtClean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j</a:t>
            </a:r>
            <a:r>
              <a:rPr lang="zh-CN" altLang="zh-CN" sz="1800" b="1" dirty="0" smtClean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枚举</a:t>
            </a:r>
            <a:r>
              <a:rPr lang="en-US" altLang="zh-CN" sz="1800" b="1" dirty="0" smtClean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i</a:t>
            </a:r>
            <a:r>
              <a:rPr lang="zh-CN" altLang="zh-CN" sz="1800" b="1" dirty="0" smtClean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所有可能的路径</a:t>
            </a:r>
          </a:p>
          <a:p>
            <a:pPr>
              <a:lnSpc>
                <a:spcPts val="2800"/>
              </a:lnSpc>
            </a:pPr>
            <a:r>
              <a:rPr lang="en-US" altLang="zh-CN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      {  </a:t>
            </a:r>
            <a:r>
              <a:rPr lang="zh-CN" altLang="zh-CN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…</a:t>
            </a:r>
            <a:r>
              <a:rPr lang="en-US" altLang="zh-CN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			</a:t>
            </a:r>
            <a:r>
              <a:rPr lang="en-US" altLang="zh-CN" sz="1800" b="1" dirty="0" smtClean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//</a:t>
            </a:r>
            <a:r>
              <a:rPr lang="zh-CN" altLang="zh-CN" sz="1800" b="1" dirty="0" smtClean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第</a:t>
            </a:r>
            <a:r>
              <a:rPr lang="en-US" altLang="zh-CN" sz="1800" b="1" dirty="0" smtClean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i</a:t>
            </a:r>
            <a:r>
              <a:rPr lang="zh-CN" altLang="zh-CN" sz="1800" b="1" dirty="0" smtClean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层的结点选择</a:t>
            </a:r>
            <a:r>
              <a:rPr lang="en-US" altLang="zh-CN" sz="1800" b="1" dirty="0" smtClean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x[j]</a:t>
            </a:r>
            <a:r>
              <a:rPr lang="zh-CN" altLang="zh-CN" sz="1800" b="1" dirty="0" smtClean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的操作</a:t>
            </a:r>
          </a:p>
          <a:p>
            <a:pPr>
              <a:lnSpc>
                <a:spcPts val="2800"/>
              </a:lnSpc>
            </a:pPr>
            <a:r>
              <a:rPr lang="en-US" altLang="zh-CN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         </a:t>
            </a:r>
            <a:r>
              <a:rPr lang="en-US" altLang="zh-CN" sz="1800" b="1" dirty="0" smtClean="0">
                <a:solidFill>
                  <a:srgbClr val="99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swap(x[i],x[j]);</a:t>
            </a:r>
            <a:r>
              <a:rPr lang="en-US" altLang="zh-CN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	</a:t>
            </a:r>
            <a:r>
              <a:rPr lang="en-US" altLang="zh-CN" sz="1800" b="1" dirty="0" smtClean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//</a:t>
            </a:r>
            <a:r>
              <a:rPr lang="zh-CN" altLang="zh-CN" sz="1800" b="1" dirty="0" smtClean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为保证排列中每个元素不同</a:t>
            </a:r>
            <a:r>
              <a:rPr lang="en-US" altLang="zh-CN" sz="1800" b="1" dirty="0" smtClean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,</a:t>
            </a:r>
            <a:r>
              <a:rPr lang="zh-CN" altLang="zh-CN" sz="1800" b="1" dirty="0" smtClean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通过交换来实现</a:t>
            </a:r>
          </a:p>
          <a:p>
            <a:pPr>
              <a:lnSpc>
                <a:spcPts val="2800"/>
              </a:lnSpc>
            </a:pPr>
            <a:r>
              <a:rPr lang="en-US" altLang="zh-CN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         if (</a:t>
            </a:r>
            <a:r>
              <a:rPr lang="en-US" altLang="zh-CN" sz="1800" b="1" dirty="0" smtClean="0">
                <a:solidFill>
                  <a:srgbClr val="00660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constraint(i) &amp;&amp; bound(i)</a:t>
            </a:r>
            <a:r>
              <a:rPr lang="en-US" altLang="zh-CN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)</a:t>
            </a:r>
            <a:endParaRPr lang="zh-CN" altLang="zh-CN" sz="1800" b="1" dirty="0" smtClean="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  <a:cs typeface="Consolas" panose="020B0609020204030204" pitchFamily="49" charset="0"/>
            </a:endParaRPr>
          </a:p>
          <a:p>
            <a:pPr>
              <a:lnSpc>
                <a:spcPts val="2800"/>
              </a:lnSpc>
            </a:pPr>
            <a:r>
              <a:rPr lang="en-US" altLang="zh-CN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	     </a:t>
            </a:r>
            <a:r>
              <a:rPr lang="en-US" altLang="zh-CN" b="1" dirty="0" smtClean="0">
                <a:solidFill>
                  <a:srgbClr val="FF000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B</a:t>
            </a:r>
            <a:r>
              <a:rPr lang="en-US" altLang="zh-CN" sz="1800" b="1" dirty="0" smtClean="0">
                <a:solidFill>
                  <a:srgbClr val="FF000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acktrack</a:t>
            </a:r>
            <a:r>
              <a:rPr lang="en-US" altLang="zh-CN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(i+1);	</a:t>
            </a:r>
            <a:r>
              <a:rPr lang="en-US" altLang="zh-CN" sz="1800" b="1" dirty="0" smtClean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//</a:t>
            </a:r>
            <a:r>
              <a:rPr lang="zh-CN" altLang="zh-CN" sz="1800" b="1" dirty="0" smtClean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满足约束条件和限界函数，进入下一层</a:t>
            </a:r>
          </a:p>
          <a:p>
            <a:pPr>
              <a:lnSpc>
                <a:spcPts val="2800"/>
              </a:lnSpc>
            </a:pPr>
            <a:r>
              <a:rPr lang="en-US" altLang="zh-CN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         </a:t>
            </a:r>
            <a:r>
              <a:rPr lang="en-US" altLang="zh-CN" sz="1800" b="1" dirty="0" smtClean="0">
                <a:solidFill>
                  <a:srgbClr val="99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swap(x[i],x[j]);</a:t>
            </a:r>
            <a:r>
              <a:rPr lang="en-US" altLang="zh-CN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	</a:t>
            </a:r>
            <a:r>
              <a:rPr lang="en-US" altLang="zh-CN" sz="1800" b="1" dirty="0" smtClean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//</a:t>
            </a:r>
            <a:r>
              <a:rPr lang="zh-CN" altLang="zh-CN" sz="1800" b="1" dirty="0" smtClean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恢复状态</a:t>
            </a:r>
          </a:p>
          <a:p>
            <a:pPr>
              <a:lnSpc>
                <a:spcPts val="2800"/>
              </a:lnSpc>
            </a:pPr>
            <a:r>
              <a:rPr lang="en-US" altLang="zh-CN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         </a:t>
            </a:r>
            <a:r>
              <a:rPr lang="zh-CN" altLang="zh-CN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…</a:t>
            </a:r>
            <a:r>
              <a:rPr lang="en-US" altLang="zh-CN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			</a:t>
            </a:r>
            <a:r>
              <a:rPr lang="en-US" altLang="zh-CN" sz="1800" b="1" dirty="0" smtClean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//</a:t>
            </a:r>
            <a:r>
              <a:rPr lang="zh-CN" altLang="zh-CN" sz="1800" b="1" dirty="0" smtClean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第</a:t>
            </a:r>
            <a:r>
              <a:rPr lang="en-US" altLang="zh-CN" sz="1800" b="1" dirty="0" smtClean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i</a:t>
            </a:r>
            <a:r>
              <a:rPr lang="zh-CN" altLang="zh-CN" sz="1800" b="1" dirty="0" smtClean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层的结点选择</a:t>
            </a:r>
            <a:r>
              <a:rPr lang="en-US" altLang="zh-CN" sz="1800" b="1" dirty="0" smtClean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x[j]</a:t>
            </a:r>
            <a:r>
              <a:rPr lang="zh-CN" altLang="zh-CN" sz="1800" b="1" dirty="0" smtClean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的恢复操作</a:t>
            </a:r>
          </a:p>
          <a:p>
            <a:pPr>
              <a:lnSpc>
                <a:spcPts val="2800"/>
              </a:lnSpc>
            </a:pPr>
            <a:r>
              <a:rPr lang="en-US" altLang="zh-CN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      }</a:t>
            </a:r>
            <a:endParaRPr lang="zh-CN" altLang="zh-CN" sz="1800" b="1" dirty="0" smtClean="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  <a:cs typeface="Consolas" panose="020B0609020204030204" pitchFamily="49" charset="0"/>
            </a:endParaRPr>
          </a:p>
          <a:p>
            <a:pPr>
              <a:lnSpc>
                <a:spcPts val="2800"/>
              </a:lnSpc>
            </a:pPr>
            <a:r>
              <a:rPr lang="en-US" altLang="zh-CN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   }</a:t>
            </a:r>
            <a:endParaRPr lang="zh-CN" altLang="zh-CN" sz="1800" b="1" dirty="0" smtClean="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  <a:cs typeface="Consolas" panose="020B0609020204030204" pitchFamily="49" charset="0"/>
            </a:endParaRPr>
          </a:p>
          <a:p>
            <a:pPr>
              <a:lnSpc>
                <a:spcPts val="2800"/>
              </a:lnSpc>
            </a:pPr>
            <a:r>
              <a:rPr lang="en-US" altLang="zh-CN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}</a:t>
            </a:r>
            <a:endParaRPr lang="zh-CN" altLang="zh-CN" sz="1800" b="1" dirty="0" smtClean="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  <a:cs typeface="Consolas" panose="020B0609020204030204" pitchFamily="49" charset="0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44050" y="2057126"/>
            <a:ext cx="7786742" cy="24468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200" b="1" dirty="0" smtClean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   </a:t>
            </a:r>
            <a:r>
              <a:rPr lang="zh-CN" altLang="zh-CN" sz="2200" b="1" dirty="0" smtClean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【例</a:t>
            </a:r>
            <a:r>
              <a:rPr lang="en-US" altLang="zh-CN" sz="2200" b="1" dirty="0" smtClean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5</a:t>
            </a:r>
            <a:r>
              <a:rPr lang="zh-CN" altLang="zh-CN" sz="2200" b="1" dirty="0" smtClean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】</a:t>
            </a:r>
            <a:r>
              <a:rPr lang="zh-CN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有一个含</a:t>
            </a:r>
            <a:r>
              <a:rPr lang="en-US" altLang="zh-CN" sz="2000" b="1" i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n</a:t>
            </a:r>
            <a:r>
              <a:rPr lang="zh-CN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个整数的数组</a:t>
            </a:r>
            <a:r>
              <a:rPr lang="en-US" altLang="zh-CN" sz="2000" b="1" i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a</a:t>
            </a:r>
            <a:r>
              <a:rPr lang="zh-CN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，所有元素均不相同，求其所有元素的全排列。</a:t>
            </a:r>
            <a:endParaRPr lang="en-US" altLang="zh-CN" sz="2000" b="1" dirty="0" smtClean="0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    </a:t>
            </a:r>
            <a:r>
              <a:rPr lang="zh-CN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例如，</a:t>
            </a:r>
            <a:r>
              <a:rPr lang="en-US" altLang="zh-CN" sz="2000" b="1" i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a</a:t>
            </a:r>
            <a:r>
              <a:rPr lang="en-US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[]={1</a:t>
            </a:r>
            <a:r>
              <a:rPr lang="zh-CN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，</a:t>
            </a:r>
            <a:r>
              <a:rPr lang="en-US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2</a:t>
            </a:r>
            <a:r>
              <a:rPr lang="zh-CN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，</a:t>
            </a:r>
            <a:r>
              <a:rPr lang="en-US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3}</a:t>
            </a:r>
            <a:r>
              <a:rPr lang="zh-CN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，得到结果是（</a:t>
            </a:r>
            <a:r>
              <a:rPr lang="en-US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1</a:t>
            </a:r>
            <a:r>
              <a:rPr lang="zh-CN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，</a:t>
            </a:r>
            <a:r>
              <a:rPr lang="en-US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2</a:t>
            </a:r>
            <a:r>
              <a:rPr lang="zh-CN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，</a:t>
            </a:r>
            <a:r>
              <a:rPr lang="en-US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3</a:t>
            </a:r>
            <a:r>
              <a:rPr lang="zh-CN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）、（</a:t>
            </a:r>
            <a:r>
              <a:rPr lang="en-US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1</a:t>
            </a:r>
            <a:r>
              <a:rPr lang="zh-CN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，</a:t>
            </a:r>
            <a:r>
              <a:rPr lang="en-US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3</a:t>
            </a:r>
            <a:r>
              <a:rPr lang="zh-CN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，</a:t>
            </a:r>
            <a:r>
              <a:rPr lang="en-US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2</a:t>
            </a:r>
            <a:r>
              <a:rPr lang="zh-CN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）、（</a:t>
            </a:r>
            <a:r>
              <a:rPr lang="en-US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2</a:t>
            </a:r>
            <a:r>
              <a:rPr lang="zh-CN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，</a:t>
            </a:r>
            <a:r>
              <a:rPr lang="en-US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3</a:t>
            </a:r>
            <a:r>
              <a:rPr lang="zh-CN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，</a:t>
            </a:r>
            <a:r>
              <a:rPr lang="en-US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1</a:t>
            </a:r>
            <a:r>
              <a:rPr lang="zh-CN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）、（</a:t>
            </a:r>
            <a:r>
              <a:rPr lang="en-US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2</a:t>
            </a:r>
            <a:r>
              <a:rPr lang="zh-CN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，</a:t>
            </a:r>
            <a:r>
              <a:rPr lang="en-US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1</a:t>
            </a:r>
            <a:r>
              <a:rPr lang="zh-CN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，</a:t>
            </a:r>
            <a:r>
              <a:rPr lang="en-US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3</a:t>
            </a:r>
            <a:r>
              <a:rPr lang="zh-CN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）、（</a:t>
            </a:r>
            <a:r>
              <a:rPr lang="en-US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3</a:t>
            </a:r>
            <a:r>
              <a:rPr lang="zh-CN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，</a:t>
            </a:r>
            <a:r>
              <a:rPr lang="en-US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1</a:t>
            </a:r>
            <a:r>
              <a:rPr lang="zh-CN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，</a:t>
            </a:r>
            <a:r>
              <a:rPr lang="en-US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2</a:t>
            </a:r>
            <a:r>
              <a:rPr lang="zh-CN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）、（</a:t>
            </a:r>
            <a:r>
              <a:rPr lang="en-US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3</a:t>
            </a:r>
            <a:r>
              <a:rPr lang="zh-CN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，</a:t>
            </a:r>
            <a:r>
              <a:rPr lang="en-US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2</a:t>
            </a:r>
            <a:r>
              <a:rPr lang="zh-CN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，</a:t>
            </a:r>
            <a:r>
              <a:rPr lang="en-US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1</a:t>
            </a:r>
            <a:r>
              <a:rPr lang="zh-CN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）。</a:t>
            </a:r>
            <a:endParaRPr lang="en-US" altLang="zh-CN" sz="2000" b="1" dirty="0" smtClean="0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  <a:p>
            <a:pPr>
              <a:lnSpc>
                <a:spcPct val="150000"/>
              </a:lnSpc>
            </a:pPr>
            <a:endParaRPr lang="en-US" altLang="zh-CN" sz="2000" b="1" dirty="0" smtClean="0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85150" y="1546050"/>
            <a:ext cx="3214710" cy="430887"/>
          </a:xfrm>
          <a:prstGeom prst="rect">
            <a:avLst/>
          </a:prstGeom>
          <a:noFill/>
          <a:ln>
            <a:noFill/>
          </a:ln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CN" altLang="zh-CN" sz="2200" b="1" smtClean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（</a:t>
            </a:r>
            <a:r>
              <a:rPr lang="en-US" altLang="zh-CN" sz="2200" b="1" smtClean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2</a:t>
            </a:r>
            <a:r>
              <a:rPr lang="zh-CN" altLang="zh-CN" sz="2200" b="1" smtClean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）解空间为排列树</a:t>
            </a:r>
          </a:p>
        </p:txBody>
      </p:sp>
      <p:sp>
        <p:nvSpPr>
          <p:cNvPr id="4" name="文本占位符 4"/>
          <p:cNvSpPr>
            <a:spLocks noGrp="1"/>
          </p:cNvSpPr>
          <p:nvPr>
            <p:ph type="body" sz="quarter" idx="13"/>
          </p:nvPr>
        </p:nvSpPr>
        <p:spPr>
          <a:xfrm>
            <a:off x="-498107" y="261275"/>
            <a:ext cx="7262260" cy="864000"/>
          </a:xfrm>
        </p:spPr>
        <p:txBody>
          <a:bodyPr/>
          <a:lstStyle/>
          <a:p>
            <a:pPr>
              <a:defRPr/>
            </a:pPr>
            <a:r>
              <a:rPr lang="zh-CN" altLang="en-US" dirty="0" smtClean="0">
                <a:sym typeface="+mn-ea"/>
              </a:rPr>
              <a:t>回溯法的算法框架</a:t>
            </a: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660" name="文本框 326659"/>
          <p:cNvSpPr txBox="1"/>
          <p:nvPr/>
        </p:nvSpPr>
        <p:spPr>
          <a:xfrm>
            <a:off x="363893" y="2014203"/>
            <a:ext cx="8369559" cy="1938992"/>
          </a:xfrm>
          <a:prstGeom prst="rect">
            <a:avLst/>
          </a:prstGeom>
          <a:noFill/>
          <a:ln w="6350">
            <a:noFill/>
          </a:ln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buClrTx/>
            </a:pPr>
            <a:r>
              <a:rPr lang="zh-CN" altLang="en-US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    设</a:t>
            </a:r>
            <a:r>
              <a:rPr lang="en-US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A={a</a:t>
            </a:r>
            <a:r>
              <a:rPr lang="en-US" altLang="zh-CN" sz="2000" b="1" baseline="-25000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0</a:t>
            </a:r>
            <a:r>
              <a:rPr lang="en-US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,a</a:t>
            </a:r>
            <a:r>
              <a:rPr lang="en-US" altLang="zh-CN" sz="2000" b="1" baseline="-25000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2</a:t>
            </a:r>
            <a:r>
              <a:rPr lang="en-US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,…,a</a:t>
            </a:r>
            <a:r>
              <a:rPr lang="en-US" altLang="zh-CN" sz="2000" b="1" baseline="-25000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n-1</a:t>
            </a:r>
            <a:r>
              <a:rPr lang="en-US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}</a:t>
            </a:r>
            <a:r>
              <a:rPr lang="zh-CN" altLang="en-US" sz="20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是要进行排列的</a:t>
            </a:r>
            <a:r>
              <a:rPr lang="en-US" altLang="zh-CN" sz="20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n</a:t>
            </a:r>
            <a:r>
              <a:rPr lang="zh-CN" altLang="en-US" sz="20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个元素</a:t>
            </a:r>
            <a:r>
              <a:rPr lang="zh-CN" altLang="en-US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，</a:t>
            </a:r>
            <a:r>
              <a:rPr lang="en-US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A</a:t>
            </a:r>
            <a:r>
              <a:rPr lang="en-US" altLang="zh-CN" sz="2000" b="1" baseline="-25000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i</a:t>
            </a:r>
            <a:r>
              <a:rPr lang="en-US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=A-{a</a:t>
            </a:r>
            <a:r>
              <a:rPr lang="en-US" altLang="zh-CN" sz="2000" b="1" baseline="-25000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i</a:t>
            </a:r>
            <a:r>
              <a:rPr lang="en-US" altLang="zh-CN" sz="20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}</a:t>
            </a:r>
            <a:r>
              <a:rPr lang="zh-CN" altLang="en-US" sz="20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。</a:t>
            </a:r>
          </a:p>
          <a:p>
            <a:pPr algn="l">
              <a:lnSpc>
                <a:spcPct val="150000"/>
              </a:lnSpc>
              <a:buClrTx/>
            </a:pPr>
            <a:r>
              <a:rPr lang="zh-CN" altLang="en-US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    集合</a:t>
            </a:r>
            <a:r>
              <a:rPr lang="en-US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A</a:t>
            </a:r>
            <a:r>
              <a:rPr lang="zh-CN" altLang="en-US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中</a:t>
            </a:r>
            <a:r>
              <a:rPr lang="zh-CN" altLang="en-US" sz="20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元素的全排列记为</a:t>
            </a:r>
            <a:r>
              <a:rPr lang="en-US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perm(A)</a:t>
            </a:r>
            <a:r>
              <a:rPr lang="zh-CN" altLang="en-US" sz="20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。</a:t>
            </a:r>
          </a:p>
          <a:p>
            <a:pPr algn="l">
              <a:lnSpc>
                <a:spcPct val="150000"/>
              </a:lnSpc>
              <a:buClrTx/>
            </a:pPr>
            <a:r>
              <a:rPr lang="en-US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    (a</a:t>
            </a:r>
            <a:r>
              <a:rPr lang="en-US" altLang="zh-CN" sz="2000" b="1" baseline="-25000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i</a:t>
            </a:r>
            <a:r>
              <a:rPr lang="en-US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)perm(A</a:t>
            </a:r>
            <a:r>
              <a:rPr lang="en-US" altLang="zh-CN" sz="2000" b="1" baseline="-25000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i</a:t>
            </a:r>
            <a:r>
              <a:rPr lang="en-US" altLang="zh-CN" sz="20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)</a:t>
            </a:r>
            <a:r>
              <a:rPr lang="zh-CN" altLang="en-US" sz="20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表示在全排列</a:t>
            </a:r>
            <a:r>
              <a:rPr lang="en-US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perm(</a:t>
            </a:r>
            <a:r>
              <a:rPr lang="en-US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  <a:sym typeface="+mn-ea"/>
              </a:rPr>
              <a:t>A</a:t>
            </a:r>
            <a:r>
              <a:rPr lang="en-US" altLang="zh-CN" sz="2000" b="1" baseline="-25000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  <a:sym typeface="+mn-ea"/>
              </a:rPr>
              <a:t>i</a:t>
            </a:r>
            <a:r>
              <a:rPr lang="en-US" altLang="zh-CN" sz="20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)</a:t>
            </a:r>
            <a:r>
              <a:rPr lang="zh-CN" altLang="en-US" sz="20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的每一个排列前加上前</a:t>
            </a:r>
            <a:r>
              <a:rPr lang="zh-CN" altLang="en-US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缀</a:t>
            </a:r>
            <a:r>
              <a:rPr lang="en-US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  <a:sym typeface="+mn-ea"/>
              </a:rPr>
              <a:t>a</a:t>
            </a:r>
            <a:r>
              <a:rPr lang="en-US" altLang="zh-CN" sz="2000" b="1" baseline="-25000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  <a:sym typeface="+mn-ea"/>
              </a:rPr>
              <a:t>i</a:t>
            </a:r>
            <a:r>
              <a:rPr lang="zh-CN" altLang="en-US" sz="20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得到的排列。</a:t>
            </a:r>
          </a:p>
        </p:txBody>
      </p:sp>
      <p:sp>
        <p:nvSpPr>
          <p:cNvPr id="326661" name="文本框 326660"/>
          <p:cNvSpPr txBox="1"/>
          <p:nvPr/>
        </p:nvSpPr>
        <p:spPr>
          <a:xfrm>
            <a:off x="462967" y="4814111"/>
            <a:ext cx="8513082" cy="1015663"/>
          </a:xfrm>
          <a:prstGeom prst="rect">
            <a:avLst/>
          </a:prstGeom>
          <a:noFill/>
          <a:ln w="635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buClrTx/>
            </a:pPr>
            <a:r>
              <a:rPr lang="zh-CN" altLang="en-US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当</a:t>
            </a:r>
            <a:r>
              <a:rPr lang="en-US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n=1</a:t>
            </a:r>
            <a:r>
              <a:rPr lang="zh-CN" altLang="en-US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时</a:t>
            </a:r>
            <a:r>
              <a:rPr lang="zh-CN" altLang="en-US" sz="20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，</a:t>
            </a:r>
            <a:r>
              <a:rPr lang="en-US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perm(A)=(</a:t>
            </a:r>
            <a:r>
              <a:rPr lang="en-US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  <a:sym typeface="+mn-ea"/>
              </a:rPr>
              <a:t>a</a:t>
            </a:r>
            <a:r>
              <a:rPr lang="en-US" altLang="zh-CN" sz="2000" b="1" baseline="-25000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  <a:sym typeface="+mn-ea"/>
              </a:rPr>
              <a:t>0</a:t>
            </a:r>
            <a:r>
              <a:rPr lang="en-US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)</a:t>
            </a:r>
            <a:r>
              <a:rPr lang="zh-CN" altLang="en-US" sz="20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，其</a:t>
            </a:r>
            <a:r>
              <a:rPr lang="zh-CN" altLang="en-US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中</a:t>
            </a:r>
            <a:r>
              <a:rPr lang="en-US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  <a:sym typeface="+mn-ea"/>
              </a:rPr>
              <a:t>a</a:t>
            </a:r>
            <a:r>
              <a:rPr lang="en-US" altLang="zh-CN" sz="2000" b="1" baseline="-25000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  <a:sym typeface="+mn-ea"/>
              </a:rPr>
              <a:t>0</a:t>
            </a:r>
            <a:r>
              <a:rPr lang="zh-CN" altLang="en-US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是</a:t>
            </a:r>
            <a:r>
              <a:rPr lang="zh-CN" altLang="en-US" sz="20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集</a:t>
            </a:r>
            <a:r>
              <a:rPr lang="zh-CN" altLang="en-US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合</a:t>
            </a:r>
            <a:r>
              <a:rPr lang="en-US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A</a:t>
            </a:r>
            <a:r>
              <a:rPr lang="zh-CN" altLang="en-US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中</a:t>
            </a:r>
            <a:r>
              <a:rPr lang="zh-CN" altLang="en-US" sz="20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唯一的元素；</a:t>
            </a:r>
          </a:p>
          <a:p>
            <a:pPr algn="l">
              <a:lnSpc>
                <a:spcPct val="150000"/>
              </a:lnSpc>
              <a:buClrTx/>
            </a:pPr>
            <a:r>
              <a:rPr lang="zh-CN" altLang="en-US" sz="20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当</a:t>
            </a:r>
            <a:r>
              <a:rPr lang="en-US" altLang="zh-CN" sz="20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n&gt;1</a:t>
            </a:r>
            <a:r>
              <a:rPr lang="zh-CN" altLang="en-US" sz="20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时，</a:t>
            </a:r>
            <a:r>
              <a:rPr lang="en-US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perm(A)=(a</a:t>
            </a:r>
            <a:r>
              <a:rPr lang="en-US" altLang="zh-CN" sz="2000" b="1" baseline="-25000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1</a:t>
            </a:r>
            <a:r>
              <a:rPr lang="en-US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)perm(A</a:t>
            </a:r>
            <a:r>
              <a:rPr lang="en-US" altLang="zh-CN" sz="2000" b="1" baseline="-25000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1</a:t>
            </a:r>
            <a:r>
              <a:rPr lang="en-US" altLang="zh-CN" sz="20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)</a:t>
            </a:r>
            <a:r>
              <a:rPr lang="zh-CN" altLang="en-US" sz="20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，</a:t>
            </a:r>
            <a:r>
              <a:rPr lang="en-US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(a</a:t>
            </a:r>
            <a:r>
              <a:rPr lang="en-US" altLang="zh-CN" sz="2000" b="1" baseline="-25000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2</a:t>
            </a:r>
            <a:r>
              <a:rPr lang="en-US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)perm(A</a:t>
            </a:r>
            <a:r>
              <a:rPr lang="en-US" altLang="zh-CN" sz="2000" b="1" baseline="-25000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2</a:t>
            </a:r>
            <a:r>
              <a:rPr lang="en-US" altLang="zh-CN" sz="20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)</a:t>
            </a:r>
            <a:r>
              <a:rPr lang="zh-CN" altLang="en-US" sz="20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，</a:t>
            </a:r>
            <a:r>
              <a:rPr lang="en-US" altLang="zh-CN" sz="20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…</a:t>
            </a:r>
            <a:r>
              <a:rPr lang="zh-CN" altLang="en-US" sz="20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，</a:t>
            </a:r>
            <a:r>
              <a:rPr lang="en-US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(a</a:t>
            </a:r>
            <a:r>
              <a:rPr lang="en-US" altLang="zh-CN" sz="2000" b="1" baseline="-25000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n-1</a:t>
            </a:r>
            <a:r>
              <a:rPr lang="en-US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)perm(A</a:t>
            </a:r>
            <a:r>
              <a:rPr lang="en-US" altLang="zh-CN" sz="2000" b="1" baseline="-25000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n-1</a:t>
            </a:r>
            <a:r>
              <a:rPr lang="en-US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)</a:t>
            </a:r>
            <a:r>
              <a:rPr lang="zh-CN" altLang="en-US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 </a:t>
            </a:r>
            <a:endParaRPr lang="zh-CN" altLang="en-US" sz="2000" b="1" dirty="0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73140" y="4163821"/>
            <a:ext cx="34034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2000" b="1" dirty="0" smtClean="0">
                <a:solidFill>
                  <a:srgbClr val="FF0000"/>
                </a:solidFill>
                <a:latin typeface="Consolas" pitchFamily="49" charset="0"/>
                <a:cs typeface="Consolas" pitchFamily="49" charset="0"/>
                <a:sym typeface="+mn-ea"/>
              </a:rPr>
              <a:t>A</a:t>
            </a:r>
            <a:r>
              <a:rPr lang="zh-CN" altLang="en-US" sz="2000" b="1" dirty="0" smtClean="0">
                <a:solidFill>
                  <a:srgbClr val="FF0000"/>
                </a:solidFill>
                <a:latin typeface="Consolas" pitchFamily="49" charset="0"/>
                <a:cs typeface="Consolas" pitchFamily="49" charset="0"/>
                <a:sym typeface="+mn-ea"/>
              </a:rPr>
              <a:t>的</a:t>
            </a:r>
            <a:r>
              <a:rPr lang="zh-CN" altLang="en-US" sz="2000" b="1" dirty="0">
                <a:solidFill>
                  <a:srgbClr val="FF0000"/>
                </a:solidFill>
                <a:latin typeface="Consolas" pitchFamily="49" charset="0"/>
                <a:cs typeface="Consolas" pitchFamily="49" charset="0"/>
                <a:sym typeface="+mn-ea"/>
              </a:rPr>
              <a:t>全排列可归纳定义如下：</a:t>
            </a:r>
          </a:p>
        </p:txBody>
      </p:sp>
      <p:sp>
        <p:nvSpPr>
          <p:cNvPr id="9" name="矩形 8"/>
          <p:cNvSpPr/>
          <p:nvPr/>
        </p:nvSpPr>
        <p:spPr>
          <a:xfrm>
            <a:off x="388795" y="1355616"/>
            <a:ext cx="3262432" cy="50353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 smtClean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【</a:t>
            </a:r>
            <a:r>
              <a:rPr lang="zh-CN" altLang="en-US" sz="2000" b="1" dirty="0" smtClean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求解思路</a:t>
            </a:r>
            <a:r>
              <a:rPr lang="en-US" altLang="zh-CN" sz="2000" b="1" dirty="0" smtClean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】</a:t>
            </a:r>
            <a:r>
              <a:rPr lang="zh-CN" altLang="en-US" sz="2000" b="1" dirty="0" smtClean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考虑递归求解</a:t>
            </a:r>
            <a:endParaRPr lang="en-US" altLang="zh-CN" sz="2000" b="1" dirty="0" smtClean="0">
              <a:solidFill>
                <a:srgbClr val="FF0000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6" name="文本占位符 4"/>
          <p:cNvSpPr>
            <a:spLocks noGrp="1"/>
          </p:cNvSpPr>
          <p:nvPr>
            <p:ph type="body" sz="quarter" idx="13"/>
          </p:nvPr>
        </p:nvSpPr>
        <p:spPr>
          <a:xfrm>
            <a:off x="-498107" y="261275"/>
            <a:ext cx="7262260" cy="864000"/>
          </a:xfrm>
        </p:spPr>
        <p:txBody>
          <a:bodyPr/>
          <a:lstStyle/>
          <a:p>
            <a:pPr>
              <a:defRPr/>
            </a:pPr>
            <a:r>
              <a:rPr lang="zh-CN" altLang="en-US" dirty="0" smtClean="0">
                <a:sym typeface="+mn-ea"/>
              </a:rPr>
              <a:t>回溯法的算法框架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266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26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6660" grpId="0"/>
      <p:bldP spid="326661" grpId="0" bldLvl="0" animBg="1"/>
      <p:bldP spid="4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90703" y="1264009"/>
            <a:ext cx="778674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 smtClean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递归求解</a:t>
            </a:r>
            <a:endParaRPr lang="en-US" altLang="zh-CN" sz="2000" b="1" dirty="0" smtClean="0">
              <a:solidFill>
                <a:srgbClr val="FF0000"/>
              </a:solidFill>
              <a:latin typeface="Consolas" pitchFamily="49" charset="0"/>
              <a:cs typeface="Consolas" pitchFamily="49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设</a:t>
            </a:r>
            <a:r>
              <a:rPr lang="en-US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perm(a,i,n)</a:t>
            </a:r>
            <a:r>
              <a:rPr lang="zh-CN" altLang="en-US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表示求</a:t>
            </a:r>
            <a:r>
              <a:rPr lang="en-US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a[i..n-1]</a:t>
            </a:r>
            <a:r>
              <a:rPr lang="zh-CN" altLang="en-US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（共</a:t>
            </a:r>
            <a:r>
              <a:rPr lang="en-US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n-i</a:t>
            </a:r>
            <a:r>
              <a:rPr lang="zh-CN" altLang="en-US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个元素）的全排列</a:t>
            </a:r>
            <a:endParaRPr lang="en-US" altLang="zh-CN" sz="2000" b="1" dirty="0" smtClean="0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perm(a,0,n)</a:t>
            </a:r>
            <a:r>
              <a:rPr lang="zh-CN" altLang="en-US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表示求</a:t>
            </a:r>
            <a:r>
              <a:rPr lang="en-US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a[0..n-1]</a:t>
            </a:r>
            <a:r>
              <a:rPr lang="zh-CN" altLang="en-US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的全排列</a:t>
            </a:r>
            <a:endParaRPr lang="en-US" altLang="zh-CN" sz="2000" b="1" dirty="0" smtClean="0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perm(a,n-1,n)</a:t>
            </a:r>
            <a:r>
              <a:rPr lang="zh-CN" altLang="en-US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表示求</a:t>
            </a:r>
            <a:r>
              <a:rPr lang="en-US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a[n-1..n-1]</a:t>
            </a:r>
            <a:r>
              <a:rPr lang="zh-CN" altLang="en-US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 （共</a:t>
            </a:r>
            <a:r>
              <a:rPr lang="en-US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1</a:t>
            </a:r>
            <a:r>
              <a:rPr lang="zh-CN" altLang="en-US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个元素）的全排列，排列就是该元素本身</a:t>
            </a:r>
            <a:endParaRPr lang="en-US" altLang="zh-CN" sz="2000" b="1" dirty="0" smtClean="0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perm(a,n,n)</a:t>
            </a:r>
            <a:r>
              <a:rPr lang="zh-CN" altLang="en-US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表示求</a:t>
            </a:r>
            <a:r>
              <a:rPr lang="en-US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a[n..n-1]</a:t>
            </a:r>
            <a:r>
              <a:rPr lang="zh-CN" altLang="en-US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（共</a:t>
            </a:r>
            <a:r>
              <a:rPr lang="en-US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0</a:t>
            </a:r>
            <a:r>
              <a:rPr lang="zh-CN" altLang="en-US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个元素）的全排列</a:t>
            </a:r>
            <a:endParaRPr lang="zh-CN" altLang="zh-CN" sz="2000" b="1" dirty="0" smtClean="0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3" name="Text Box 2"/>
          <p:cNvSpPr txBox="1">
            <a:spLocks noChangeArrowheads="1"/>
          </p:cNvSpPr>
          <p:nvPr/>
        </p:nvSpPr>
        <p:spPr bwMode="auto">
          <a:xfrm>
            <a:off x="536355" y="4308259"/>
            <a:ext cx="8010486" cy="2123658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lang="zh-CN" altLang="en-US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  <a:sym typeface="+mn-ea"/>
              </a:rPr>
              <a:t>递归模型</a:t>
            </a:r>
            <a:endParaRPr lang="en-US" altLang="zh-CN" sz="2000" b="1" dirty="0" smtClean="0">
              <a:solidFill>
                <a:srgbClr val="0000FF"/>
              </a:solidFill>
              <a:latin typeface="Consolas" pitchFamily="49" charset="0"/>
              <a:cs typeface="Consolas" pitchFamily="49" charset="0"/>
              <a:sym typeface="+mn-ea"/>
            </a:endParaRPr>
          </a:p>
          <a:p>
            <a:pPr algn="l">
              <a:lnSpc>
                <a:spcPct val="130000"/>
              </a:lnSpc>
            </a:pPr>
            <a:r>
              <a:rPr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  <a:sym typeface="+mn-ea"/>
              </a:rPr>
              <a:t>p</a:t>
            </a:r>
            <a:r>
              <a:rPr lang="en-US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  <a:sym typeface="+mn-ea"/>
              </a:rPr>
              <a:t>erm</a:t>
            </a:r>
            <a:r>
              <a:rPr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  <a:sym typeface="+mn-ea"/>
              </a:rPr>
              <a:t>(</a:t>
            </a:r>
            <a:r>
              <a:rPr lang="en-US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  <a:sym typeface="+mn-ea"/>
              </a:rPr>
              <a:t>a</a:t>
            </a:r>
            <a:r>
              <a:rPr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  <a:sym typeface="+mn-ea"/>
              </a:rPr>
              <a:t>,</a:t>
            </a:r>
            <a:r>
              <a:rPr lang="en-US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  <a:sym typeface="+mn-ea"/>
              </a:rPr>
              <a:t>i</a:t>
            </a:r>
            <a:r>
              <a:rPr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  <a:sym typeface="+mn-ea"/>
              </a:rPr>
              <a:t>,</a:t>
            </a:r>
            <a:r>
              <a:rPr lang="en-US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  <a:sym typeface="+mn-ea"/>
              </a:rPr>
              <a:t>n</a:t>
            </a:r>
            <a:r>
              <a:rPr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  <a:sym typeface="+mn-ea"/>
              </a:rPr>
              <a:t>)</a:t>
            </a:r>
            <a:r>
              <a:rPr lang="en-US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US" altLang="zh-CN" sz="20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  <a:sym typeface="Symbol" panose="05050102010706020507" pitchFamily="18" charset="2"/>
              </a:rPr>
              <a:t></a:t>
            </a:r>
            <a:r>
              <a:rPr lang="en-US" altLang="zh-CN" sz="20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zh-CN" altLang="en-US" sz="20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输</a:t>
            </a:r>
            <a:r>
              <a:rPr lang="zh-CN" altLang="en-US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出一个排列  </a:t>
            </a:r>
            <a:r>
              <a:rPr lang="en-US" altLang="zh-CN" sz="20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		</a:t>
            </a:r>
            <a:r>
              <a:rPr lang="en-US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      </a:t>
            </a:r>
            <a:r>
              <a:rPr lang="zh-CN" altLang="en-US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当</a:t>
            </a:r>
            <a:r>
              <a:rPr lang="en-US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i=n</a:t>
            </a:r>
            <a:r>
              <a:rPr lang="zh-CN" altLang="en-US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时</a:t>
            </a:r>
            <a:endParaRPr lang="en-US" altLang="zh-CN" sz="2000" b="1" dirty="0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  <a:p>
            <a:r>
              <a:rPr lang="en-US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  <a:sym typeface="+mn-ea"/>
              </a:rPr>
              <a:t>perm(a,i,n) </a:t>
            </a:r>
            <a:r>
              <a:rPr lang="en-US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  <a:sym typeface="Symbol" panose="05050102010706020507" pitchFamily="18" charset="2"/>
              </a:rPr>
              <a:t></a:t>
            </a:r>
            <a:r>
              <a:rPr lang="en-US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zh-CN" altLang="en-US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对于</a:t>
            </a:r>
            <a:r>
              <a:rPr lang="en-US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j=i~n-1:                    </a:t>
            </a:r>
            <a:r>
              <a:rPr lang="zh-CN" altLang="en-US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当</a:t>
            </a:r>
            <a:r>
              <a:rPr lang="en-US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i&lt;n</a:t>
            </a:r>
            <a:r>
              <a:rPr lang="zh-CN" altLang="en-US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时</a:t>
            </a:r>
            <a:endParaRPr lang="en-US" altLang="zh-CN" sz="2000" b="1" dirty="0" smtClean="0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  <a:p>
            <a:r>
              <a:rPr lang="en-US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  <a:sym typeface="+mn-ea"/>
              </a:rPr>
              <a:t>              </a:t>
            </a:r>
            <a:r>
              <a:rPr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  <a:sym typeface="+mn-ea"/>
              </a:rPr>
              <a:t>a[</a:t>
            </a:r>
            <a:r>
              <a:rPr lang="en-US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  <a:sym typeface="+mn-ea"/>
              </a:rPr>
              <a:t>i</a:t>
            </a:r>
            <a:r>
              <a:rPr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  <a:sym typeface="+mn-ea"/>
              </a:rPr>
              <a:t>]</a:t>
            </a:r>
            <a:r>
              <a:rPr lang="zh-CN" altLang="en-US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  <a:sym typeface="+mn-ea"/>
              </a:rPr>
              <a:t>与</a:t>
            </a:r>
            <a:r>
              <a:rPr lang="en-US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  <a:sym typeface="+mn-ea"/>
              </a:rPr>
              <a:t>a[j]</a:t>
            </a:r>
            <a:r>
              <a:rPr lang="zh-CN" altLang="en-US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  <a:sym typeface="+mn-ea"/>
              </a:rPr>
              <a:t>交换位置；</a:t>
            </a:r>
            <a:endParaRPr lang="en-US" altLang="zh-CN" sz="2000" b="1" dirty="0" smtClean="0">
              <a:solidFill>
                <a:srgbClr val="0000FF"/>
              </a:solidFill>
              <a:latin typeface="Consolas" pitchFamily="49" charset="0"/>
              <a:cs typeface="Consolas" pitchFamily="49" charset="0"/>
              <a:sym typeface="+mn-ea"/>
            </a:endParaRPr>
          </a:p>
          <a:p>
            <a:r>
              <a:rPr lang="en-US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  <a:sym typeface="+mn-ea"/>
              </a:rPr>
              <a:t>              </a:t>
            </a:r>
            <a:r>
              <a:rPr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  <a:sym typeface="+mn-ea"/>
              </a:rPr>
              <a:t>p</a:t>
            </a:r>
            <a:r>
              <a:rPr lang="en-US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  <a:sym typeface="+mn-ea"/>
              </a:rPr>
              <a:t>erm</a:t>
            </a:r>
            <a:r>
              <a:rPr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  <a:sym typeface="+mn-ea"/>
              </a:rPr>
              <a:t>(</a:t>
            </a:r>
            <a:r>
              <a:rPr lang="en-US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  <a:sym typeface="+mn-ea"/>
              </a:rPr>
              <a:t>a</a:t>
            </a:r>
            <a:r>
              <a:rPr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  <a:sym typeface="+mn-ea"/>
              </a:rPr>
              <a:t>,</a:t>
            </a:r>
            <a:r>
              <a:rPr lang="en-US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  <a:sym typeface="+mn-ea"/>
              </a:rPr>
              <a:t>i</a:t>
            </a:r>
            <a:r>
              <a:rPr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  <a:sym typeface="+mn-ea"/>
              </a:rPr>
              <a:t>+1</a:t>
            </a:r>
            <a:r>
              <a:rPr lang="en-US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  <a:sym typeface="+mn-ea"/>
              </a:rPr>
              <a:t>,n</a:t>
            </a:r>
            <a:r>
              <a:rPr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  <a:sym typeface="+mn-ea"/>
              </a:rPr>
              <a:t>);</a:t>
            </a:r>
            <a:endParaRPr lang="en-US" sz="2000" b="1" dirty="0" smtClean="0">
              <a:solidFill>
                <a:srgbClr val="0000FF"/>
              </a:solidFill>
              <a:latin typeface="Consolas" pitchFamily="49" charset="0"/>
              <a:cs typeface="Consolas" pitchFamily="49" charset="0"/>
              <a:sym typeface="+mn-ea"/>
            </a:endParaRPr>
          </a:p>
          <a:p>
            <a:r>
              <a:rPr lang="en-US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  <a:sym typeface="+mn-ea"/>
              </a:rPr>
              <a:t>              </a:t>
            </a:r>
            <a:r>
              <a:rPr lang="en-US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  <a:sym typeface="+mn-ea"/>
              </a:rPr>
              <a:t>a[i]</a:t>
            </a:r>
            <a:r>
              <a:rPr lang="zh-CN" altLang="en-US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  <a:sym typeface="+mn-ea"/>
              </a:rPr>
              <a:t>与</a:t>
            </a:r>
            <a:r>
              <a:rPr lang="en-US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  <a:sym typeface="+mn-ea"/>
              </a:rPr>
              <a:t>a[j]</a:t>
            </a:r>
            <a:r>
              <a:rPr lang="zh-CN" altLang="en-US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  <a:sym typeface="+mn-ea"/>
              </a:rPr>
              <a:t>交换位置（恢复环境）</a:t>
            </a:r>
            <a:r>
              <a:rPr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  <a:sym typeface="+mn-ea"/>
              </a:rPr>
              <a:t>  </a:t>
            </a:r>
            <a:endParaRPr lang="en-US" altLang="zh-CN" sz="2000" b="1" dirty="0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4" name="文本占位符 4"/>
          <p:cNvSpPr>
            <a:spLocks noGrp="1"/>
          </p:cNvSpPr>
          <p:nvPr>
            <p:ph type="body" sz="quarter" idx="13"/>
          </p:nvPr>
        </p:nvSpPr>
        <p:spPr>
          <a:xfrm>
            <a:off x="-498107" y="261275"/>
            <a:ext cx="7262260" cy="864000"/>
          </a:xfrm>
        </p:spPr>
        <p:txBody>
          <a:bodyPr/>
          <a:lstStyle/>
          <a:p>
            <a:pPr>
              <a:defRPr/>
            </a:pPr>
            <a:r>
              <a:rPr lang="zh-CN" altLang="en-US" dirty="0" smtClean="0">
                <a:sym typeface="+mn-ea"/>
              </a:rPr>
              <a:t>回溯法的算法框架</a:t>
            </a: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2502" y="0"/>
            <a:ext cx="8560282" cy="682682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lIns="216000" tIns="180000" bIns="180000" rtlCol="0">
            <a:spAutoFit/>
          </a:bodyPr>
          <a:lstStyle/>
          <a:p>
            <a:pPr>
              <a:lnSpc>
                <a:spcPts val="2400"/>
              </a:lnSpc>
            </a:pPr>
            <a:r>
              <a:rPr lang="en-US" altLang="zh-CN" sz="2000" b="1" dirty="0" smtClean="0">
                <a:solidFill>
                  <a:srgbClr val="FF000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void dispasolution(int a[],int n)</a:t>
            </a:r>
          </a:p>
          <a:p>
            <a:pPr>
              <a:lnSpc>
                <a:spcPts val="2400"/>
              </a:lnSpc>
            </a:pPr>
            <a:r>
              <a:rPr lang="en-US" altLang="zh-CN" sz="20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{  for(int i=0;i&lt;n-1;i++)</a:t>
            </a:r>
          </a:p>
          <a:p>
            <a:pPr>
              <a:lnSpc>
                <a:spcPts val="2400"/>
              </a:lnSpc>
            </a:pPr>
            <a:r>
              <a:rPr lang="en-US" altLang="zh-CN" sz="20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       printf(“%d,”,a[i]);</a:t>
            </a:r>
          </a:p>
          <a:p>
            <a:pPr>
              <a:lnSpc>
                <a:spcPts val="2400"/>
              </a:lnSpc>
            </a:pPr>
            <a:r>
              <a:rPr lang="en-US" altLang="zh-CN" sz="20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   printf(“%d\n”,a[n-1])</a:t>
            </a:r>
          </a:p>
          <a:p>
            <a:pPr>
              <a:lnSpc>
                <a:spcPts val="2400"/>
              </a:lnSpc>
            </a:pPr>
            <a:r>
              <a:rPr lang="en-US" altLang="zh-CN" sz="20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}</a:t>
            </a:r>
          </a:p>
          <a:p>
            <a:pPr>
              <a:lnSpc>
                <a:spcPts val="2400"/>
              </a:lnSpc>
            </a:pPr>
            <a:r>
              <a:rPr lang="en-US" altLang="zh-CN" sz="2000" b="1" dirty="0" smtClean="0">
                <a:solidFill>
                  <a:srgbClr val="FF000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void perm(int a[],int i,int n)	//</a:t>
            </a:r>
            <a:r>
              <a:rPr lang="zh-CN" altLang="zh-CN" sz="2000" b="1" dirty="0" smtClean="0">
                <a:solidFill>
                  <a:srgbClr val="FF000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求</a:t>
            </a:r>
            <a:r>
              <a:rPr lang="en-US" altLang="zh-CN" sz="2000" b="1" dirty="0" smtClean="0">
                <a:solidFill>
                  <a:srgbClr val="FF000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a[i..n-1]</a:t>
            </a:r>
            <a:r>
              <a:rPr lang="zh-CN" altLang="zh-CN" sz="2000" b="1" dirty="0" smtClean="0">
                <a:solidFill>
                  <a:srgbClr val="FF000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的全排列</a:t>
            </a:r>
          </a:p>
          <a:p>
            <a:pPr>
              <a:lnSpc>
                <a:spcPts val="2400"/>
              </a:lnSpc>
            </a:pPr>
            <a:r>
              <a:rPr lang="en-US" altLang="zh-CN" sz="20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{  if (i&gt;=n)				</a:t>
            </a:r>
            <a:r>
              <a:rPr lang="en-US" altLang="zh-CN" sz="2000" b="1" dirty="0" smtClean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//</a:t>
            </a:r>
            <a:r>
              <a:rPr lang="zh-CN" altLang="zh-CN" sz="2000" b="1" dirty="0" smtClean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递归出口</a:t>
            </a:r>
          </a:p>
          <a:p>
            <a:pPr>
              <a:lnSpc>
                <a:spcPts val="2400"/>
              </a:lnSpc>
            </a:pPr>
            <a:r>
              <a:rPr lang="en-US" altLang="zh-CN" sz="20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      dispasolution(a,n);        </a:t>
            </a:r>
            <a:r>
              <a:rPr lang="en-US" altLang="zh-CN" sz="2000" b="1" dirty="0" smtClean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//</a:t>
            </a:r>
            <a:r>
              <a:rPr lang="zh-CN" altLang="en-US" sz="2000" b="1" dirty="0" smtClean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输出一个解</a:t>
            </a:r>
            <a:endParaRPr lang="zh-CN" altLang="zh-CN" sz="2000" b="1" dirty="0" smtClean="0">
              <a:solidFill>
                <a:srgbClr val="00B0F0"/>
              </a:solidFill>
              <a:latin typeface="Consolas" panose="020B0609020204030204" pitchFamily="49" charset="0"/>
              <a:ea typeface="仿宋" panose="02010609060101010101" pitchFamily="49" charset="-122"/>
              <a:cs typeface="Consolas" panose="020B0609020204030204" pitchFamily="49" charset="0"/>
            </a:endParaRPr>
          </a:p>
          <a:p>
            <a:pPr>
              <a:lnSpc>
                <a:spcPts val="2400"/>
              </a:lnSpc>
            </a:pPr>
            <a:r>
              <a:rPr lang="en-US" altLang="zh-CN" sz="20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   else</a:t>
            </a:r>
            <a:endParaRPr lang="zh-CN" altLang="zh-CN" sz="2000" b="1" dirty="0" smtClean="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  <a:cs typeface="Consolas" panose="020B0609020204030204" pitchFamily="49" charset="0"/>
            </a:endParaRPr>
          </a:p>
          <a:p>
            <a:pPr>
              <a:lnSpc>
                <a:spcPts val="2400"/>
              </a:lnSpc>
            </a:pPr>
            <a:r>
              <a:rPr lang="en-US" altLang="zh-CN" sz="20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   {  for (int j=i;j&lt;n;j++)</a:t>
            </a:r>
            <a:endParaRPr lang="zh-CN" altLang="zh-CN" sz="2000" b="1" dirty="0" smtClean="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  <a:cs typeface="Consolas" panose="020B0609020204030204" pitchFamily="49" charset="0"/>
            </a:endParaRPr>
          </a:p>
          <a:p>
            <a:pPr>
              <a:lnSpc>
                <a:spcPts val="2400"/>
              </a:lnSpc>
            </a:pPr>
            <a:r>
              <a:rPr lang="en-US" altLang="zh-CN" sz="20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      {  swap(a[i],a[j]);		</a:t>
            </a:r>
            <a:r>
              <a:rPr lang="en-US" altLang="zh-CN" sz="2000" b="1" dirty="0" smtClean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//</a:t>
            </a:r>
            <a:r>
              <a:rPr lang="zh-CN" altLang="zh-CN" sz="2000" b="1" dirty="0" smtClean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交换</a:t>
            </a:r>
            <a:r>
              <a:rPr lang="en-US" altLang="zh-CN" sz="2000" b="1" dirty="0" smtClean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a[i]</a:t>
            </a:r>
            <a:r>
              <a:rPr lang="zh-CN" altLang="zh-CN" sz="2000" b="1" dirty="0" smtClean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与</a:t>
            </a:r>
            <a:r>
              <a:rPr lang="en-US" altLang="zh-CN" sz="2000" b="1" dirty="0" smtClean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a[j]</a:t>
            </a:r>
            <a:endParaRPr lang="zh-CN" altLang="zh-CN" sz="2000" b="1" dirty="0" smtClean="0">
              <a:solidFill>
                <a:srgbClr val="00B0F0"/>
              </a:solidFill>
              <a:latin typeface="Consolas" panose="020B0609020204030204" pitchFamily="49" charset="0"/>
              <a:ea typeface="仿宋" panose="02010609060101010101" pitchFamily="49" charset="-122"/>
              <a:cs typeface="Consolas" panose="020B0609020204030204" pitchFamily="49" charset="0"/>
            </a:endParaRPr>
          </a:p>
          <a:p>
            <a:pPr>
              <a:lnSpc>
                <a:spcPts val="2400"/>
              </a:lnSpc>
            </a:pPr>
            <a:r>
              <a:rPr lang="en-US" altLang="zh-CN" sz="20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         </a:t>
            </a:r>
            <a:r>
              <a:rPr lang="en-US" altLang="zh-CN" sz="2000" b="1" dirty="0" smtClean="0">
                <a:solidFill>
                  <a:srgbClr val="FF000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perm(a,i+1,n);</a:t>
            </a:r>
            <a:endParaRPr lang="zh-CN" altLang="zh-CN" sz="2000" b="1" dirty="0" smtClean="0">
              <a:solidFill>
                <a:srgbClr val="FF0000"/>
              </a:solidFill>
              <a:latin typeface="Consolas" panose="020B0609020204030204" pitchFamily="49" charset="0"/>
              <a:ea typeface="仿宋" panose="02010609060101010101" pitchFamily="49" charset="-122"/>
              <a:cs typeface="Consolas" panose="020B0609020204030204" pitchFamily="49" charset="0"/>
            </a:endParaRPr>
          </a:p>
          <a:p>
            <a:pPr>
              <a:lnSpc>
                <a:spcPts val="2400"/>
              </a:lnSpc>
            </a:pPr>
            <a:r>
              <a:rPr lang="en-US" altLang="zh-CN" sz="20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         swap(a[i],a[j]);		</a:t>
            </a:r>
            <a:r>
              <a:rPr lang="en-US" altLang="zh-CN" sz="2000" b="1" dirty="0" smtClean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//</a:t>
            </a:r>
            <a:r>
              <a:rPr lang="zh-CN" altLang="zh-CN" sz="2000" b="1" dirty="0" smtClean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交换</a:t>
            </a:r>
            <a:r>
              <a:rPr lang="en-US" altLang="zh-CN" sz="2000" b="1" dirty="0" smtClean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a[i]</a:t>
            </a:r>
            <a:r>
              <a:rPr lang="zh-CN" altLang="zh-CN" sz="2000" b="1" dirty="0" smtClean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与</a:t>
            </a:r>
            <a:r>
              <a:rPr lang="en-US" altLang="zh-CN" sz="2000" b="1" dirty="0" smtClean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a[j]</a:t>
            </a:r>
            <a:r>
              <a:rPr lang="zh-CN" altLang="zh-CN" sz="2000" b="1" dirty="0" smtClean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：恢复</a:t>
            </a:r>
          </a:p>
          <a:p>
            <a:pPr>
              <a:lnSpc>
                <a:spcPts val="2400"/>
              </a:lnSpc>
            </a:pPr>
            <a:r>
              <a:rPr lang="en-US" altLang="zh-CN" sz="20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      }</a:t>
            </a:r>
            <a:endParaRPr lang="zh-CN" altLang="zh-CN" sz="2000" b="1" dirty="0" smtClean="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  <a:cs typeface="Consolas" panose="020B0609020204030204" pitchFamily="49" charset="0"/>
            </a:endParaRPr>
          </a:p>
          <a:p>
            <a:pPr>
              <a:lnSpc>
                <a:spcPts val="2400"/>
              </a:lnSpc>
            </a:pPr>
            <a:r>
              <a:rPr lang="en-US" altLang="zh-CN" sz="20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   }</a:t>
            </a:r>
            <a:endParaRPr lang="zh-CN" altLang="zh-CN" sz="2000" b="1" dirty="0" smtClean="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  <a:cs typeface="Consolas" panose="020B0609020204030204" pitchFamily="49" charset="0"/>
            </a:endParaRPr>
          </a:p>
          <a:p>
            <a:pPr>
              <a:lnSpc>
                <a:spcPts val="2400"/>
              </a:lnSpc>
            </a:pPr>
            <a:r>
              <a:rPr lang="en-US" altLang="zh-CN" sz="20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}</a:t>
            </a:r>
          </a:p>
          <a:p>
            <a:pPr>
              <a:lnSpc>
                <a:spcPts val="2400"/>
              </a:lnSpc>
            </a:pPr>
            <a:r>
              <a:rPr lang="en-US" altLang="zh-CN" sz="2000" b="1" dirty="0" smtClean="0">
                <a:solidFill>
                  <a:srgbClr val="FF000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void main()</a:t>
            </a:r>
          </a:p>
          <a:p>
            <a:pPr>
              <a:lnSpc>
                <a:spcPts val="2400"/>
              </a:lnSpc>
            </a:pPr>
            <a:r>
              <a:rPr lang="en-US" altLang="zh-CN" sz="20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{  int a[] = {1,2,3};</a:t>
            </a:r>
          </a:p>
          <a:p>
            <a:pPr>
              <a:lnSpc>
                <a:spcPts val="2400"/>
              </a:lnSpc>
            </a:pPr>
            <a:r>
              <a:rPr lang="en-US" altLang="zh-CN" sz="20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   int n = sizeof(a)/sizeof(a[0]);</a:t>
            </a:r>
          </a:p>
          <a:p>
            <a:pPr>
              <a:lnSpc>
                <a:spcPts val="2400"/>
              </a:lnSpc>
            </a:pPr>
            <a:r>
              <a:rPr lang="en-US" altLang="zh-CN" sz="20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   perm(a,0,n);</a:t>
            </a:r>
          </a:p>
          <a:p>
            <a:pPr>
              <a:lnSpc>
                <a:spcPts val="2400"/>
              </a:lnSpc>
            </a:pPr>
            <a:r>
              <a:rPr lang="en-US" altLang="zh-CN" sz="20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}</a:t>
            </a: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/>
          <p:cNvSpPr/>
          <p:nvPr/>
        </p:nvSpPr>
        <p:spPr>
          <a:xfrm>
            <a:off x="4000496" y="962250"/>
            <a:ext cx="1285884" cy="571504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CN" b="1" dirty="0" smtClean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a={1,2,3}</a:t>
            </a:r>
            <a:endParaRPr lang="zh-CN" altLang="en-US" b="1" dirty="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grpSp>
        <p:nvGrpSpPr>
          <p:cNvPr id="6" name="组合 56"/>
          <p:cNvGrpSpPr/>
          <p:nvPr/>
        </p:nvGrpSpPr>
        <p:grpSpPr>
          <a:xfrm>
            <a:off x="285720" y="4441377"/>
            <a:ext cx="1285884" cy="1015379"/>
            <a:chOff x="285720" y="4160764"/>
            <a:chExt cx="1285884" cy="846197"/>
          </a:xfrm>
        </p:grpSpPr>
        <p:sp>
          <p:nvSpPr>
            <p:cNvPr id="5" name="圆角矩形 4"/>
            <p:cNvSpPr/>
            <p:nvPr/>
          </p:nvSpPr>
          <p:spPr>
            <a:xfrm>
              <a:off x="285720" y="4435457"/>
              <a:ext cx="1285884" cy="571504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zh-CN" sz="2000" b="1" dirty="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123</a:t>
              </a:r>
              <a:endParaRPr lang="zh-CN" altLang="en-US" sz="2000" b="1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515488" y="4160764"/>
              <a:ext cx="501549" cy="2308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b="1" dirty="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输出</a:t>
              </a:r>
              <a:endParaRPr lang="zh-CN" altLang="en-US" sz="1200" b="1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grpSp>
        <p:nvGrpSpPr>
          <p:cNvPr id="13" name="组合 58"/>
          <p:cNvGrpSpPr/>
          <p:nvPr/>
        </p:nvGrpSpPr>
        <p:grpSpPr>
          <a:xfrm>
            <a:off x="1785918" y="4409935"/>
            <a:ext cx="1285884" cy="981471"/>
            <a:chOff x="1785918" y="3947727"/>
            <a:chExt cx="1285884" cy="981471"/>
          </a:xfrm>
        </p:grpSpPr>
        <p:sp>
          <p:nvSpPr>
            <p:cNvPr id="10" name="圆角矩形 9"/>
            <p:cNvSpPr/>
            <p:nvPr/>
          </p:nvSpPr>
          <p:spPr>
            <a:xfrm>
              <a:off x="1785918" y="4357694"/>
              <a:ext cx="1285884" cy="571504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zh-CN" sz="2000" b="1" dirty="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132</a:t>
              </a:r>
              <a:endParaRPr lang="zh-CN" altLang="en-US" sz="2000" b="1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997024" y="3947727"/>
              <a:ext cx="54090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b="1" dirty="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输出</a:t>
              </a:r>
              <a:endParaRPr lang="zh-CN" altLang="en-US" sz="1200" b="1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grpSp>
        <p:nvGrpSpPr>
          <p:cNvPr id="15" name="组合 55"/>
          <p:cNvGrpSpPr/>
          <p:nvPr/>
        </p:nvGrpSpPr>
        <p:grpSpPr>
          <a:xfrm>
            <a:off x="242594" y="3176828"/>
            <a:ext cx="1471886" cy="1143008"/>
            <a:chOff x="242594" y="2714620"/>
            <a:chExt cx="1471886" cy="1143008"/>
          </a:xfrm>
        </p:grpSpPr>
        <p:sp>
          <p:nvSpPr>
            <p:cNvPr id="4" name="圆角矩形 3"/>
            <p:cNvSpPr/>
            <p:nvPr/>
          </p:nvSpPr>
          <p:spPr>
            <a:xfrm>
              <a:off x="285720" y="3286124"/>
              <a:ext cx="1285884" cy="571504"/>
            </a:xfrm>
            <a:prstGeom prst="roundRect">
              <a:avLst/>
            </a:prstGeom>
            <a:solidFill>
              <a:schemeClr val="accent3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zh-CN" b="1" dirty="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a={1,2,3}</a:t>
              </a:r>
              <a:endParaRPr lang="zh-CN" altLang="en-US" b="1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cxnSp>
          <p:nvCxnSpPr>
            <p:cNvPr id="14" name="直接连接符 13"/>
            <p:cNvCxnSpPr>
              <a:stCxn id="3" idx="2"/>
              <a:endCxn id="4" idx="0"/>
            </p:cNvCxnSpPr>
            <p:nvPr/>
          </p:nvCxnSpPr>
          <p:spPr>
            <a:xfrm flipH="1">
              <a:off x="928662" y="2714620"/>
              <a:ext cx="785818" cy="571504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7" name="TextBox 16"/>
            <p:cNvSpPr txBox="1"/>
            <p:nvPr/>
          </p:nvSpPr>
          <p:spPr>
            <a:xfrm>
              <a:off x="242594" y="2773916"/>
              <a:ext cx="125030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b="1" dirty="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a[1]↔a[1]</a:t>
              </a:r>
              <a:endParaRPr lang="zh-CN" altLang="en-US" sz="1600" b="1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grpSp>
        <p:nvGrpSpPr>
          <p:cNvPr id="45" name="组合 57"/>
          <p:cNvGrpSpPr/>
          <p:nvPr/>
        </p:nvGrpSpPr>
        <p:grpSpPr>
          <a:xfrm>
            <a:off x="1714480" y="3176828"/>
            <a:ext cx="1588550" cy="1143008"/>
            <a:chOff x="1714480" y="2714620"/>
            <a:chExt cx="1588550" cy="1143008"/>
          </a:xfrm>
        </p:grpSpPr>
        <p:sp>
          <p:nvSpPr>
            <p:cNvPr id="9" name="圆角矩形 8"/>
            <p:cNvSpPr/>
            <p:nvPr/>
          </p:nvSpPr>
          <p:spPr>
            <a:xfrm>
              <a:off x="1785918" y="3286124"/>
              <a:ext cx="1285884" cy="571504"/>
            </a:xfrm>
            <a:prstGeom prst="roundRect">
              <a:avLst/>
            </a:prstGeom>
            <a:solidFill>
              <a:schemeClr val="accent3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zh-CN" b="1" dirty="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a={1,3,2}</a:t>
              </a:r>
              <a:endParaRPr lang="zh-CN" altLang="en-US" b="1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cxnSp>
          <p:nvCxnSpPr>
            <p:cNvPr id="16" name="直接连接符 15"/>
            <p:cNvCxnSpPr>
              <a:stCxn id="3" idx="2"/>
              <a:endCxn id="9" idx="0"/>
            </p:cNvCxnSpPr>
            <p:nvPr/>
          </p:nvCxnSpPr>
          <p:spPr>
            <a:xfrm>
              <a:off x="1714480" y="2714620"/>
              <a:ext cx="714380" cy="571504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8" name="TextBox 17"/>
            <p:cNvSpPr txBox="1"/>
            <p:nvPr/>
          </p:nvSpPr>
          <p:spPr>
            <a:xfrm>
              <a:off x="2065249" y="2786058"/>
              <a:ext cx="123778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b="1" dirty="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a[1]↔a[2]</a:t>
              </a:r>
              <a:endParaRPr lang="zh-CN" altLang="en-US" sz="1600" b="1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sp>
        <p:nvSpPr>
          <p:cNvPr id="21" name="圆角矩形 20"/>
          <p:cNvSpPr/>
          <p:nvPr/>
        </p:nvSpPr>
        <p:spPr>
          <a:xfrm>
            <a:off x="3214678" y="4819902"/>
            <a:ext cx="1285884" cy="571504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CN" sz="2000" b="1" dirty="0" smtClean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213</a:t>
            </a:r>
            <a:endParaRPr lang="zh-CN" altLang="en-US" sz="2000" b="1" dirty="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5" name="圆角矩形 24"/>
          <p:cNvSpPr/>
          <p:nvPr/>
        </p:nvSpPr>
        <p:spPr>
          <a:xfrm>
            <a:off x="4714876" y="4819902"/>
            <a:ext cx="1285884" cy="571504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CN" sz="2000" b="1" dirty="0" smtClean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231</a:t>
            </a:r>
            <a:endParaRPr lang="zh-CN" altLang="en-US" sz="2000" b="1" dirty="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grpSp>
        <p:nvGrpSpPr>
          <p:cNvPr id="52" name="组合 60"/>
          <p:cNvGrpSpPr/>
          <p:nvPr/>
        </p:nvGrpSpPr>
        <p:grpSpPr>
          <a:xfrm>
            <a:off x="3214678" y="3176828"/>
            <a:ext cx="1428760" cy="1143008"/>
            <a:chOff x="3214678" y="2714620"/>
            <a:chExt cx="1428760" cy="1143008"/>
          </a:xfrm>
        </p:grpSpPr>
        <p:sp>
          <p:nvSpPr>
            <p:cNvPr id="20" name="圆角矩形 19"/>
            <p:cNvSpPr/>
            <p:nvPr/>
          </p:nvSpPr>
          <p:spPr>
            <a:xfrm>
              <a:off x="3214678" y="3286124"/>
              <a:ext cx="1285884" cy="571504"/>
            </a:xfrm>
            <a:prstGeom prst="roundRect">
              <a:avLst/>
            </a:prstGeom>
            <a:solidFill>
              <a:schemeClr val="accent3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zh-CN" b="1" dirty="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a={2,1,3}</a:t>
              </a:r>
              <a:endParaRPr lang="zh-CN" altLang="en-US" b="1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cxnSp>
          <p:nvCxnSpPr>
            <p:cNvPr id="28" name="直接连接符 27"/>
            <p:cNvCxnSpPr>
              <a:stCxn id="19" idx="2"/>
              <a:endCxn id="20" idx="0"/>
            </p:cNvCxnSpPr>
            <p:nvPr/>
          </p:nvCxnSpPr>
          <p:spPr>
            <a:xfrm flipH="1">
              <a:off x="3857620" y="2714620"/>
              <a:ext cx="785818" cy="571504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30" name="TextBox 29"/>
            <p:cNvSpPr txBox="1"/>
            <p:nvPr/>
          </p:nvSpPr>
          <p:spPr>
            <a:xfrm>
              <a:off x="3219054" y="2773916"/>
              <a:ext cx="126896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b="1" dirty="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a[1]↔a[1]</a:t>
              </a:r>
              <a:endParaRPr lang="zh-CN" altLang="en-US" sz="1600" b="1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grpSp>
        <p:nvGrpSpPr>
          <p:cNvPr id="55" name="组合 62"/>
          <p:cNvGrpSpPr/>
          <p:nvPr/>
        </p:nvGrpSpPr>
        <p:grpSpPr>
          <a:xfrm>
            <a:off x="4643438" y="3176828"/>
            <a:ext cx="1496095" cy="1143008"/>
            <a:chOff x="4643438" y="2714620"/>
            <a:chExt cx="1496095" cy="1143008"/>
          </a:xfrm>
        </p:grpSpPr>
        <p:sp>
          <p:nvSpPr>
            <p:cNvPr id="24" name="圆角矩形 23"/>
            <p:cNvSpPr/>
            <p:nvPr/>
          </p:nvSpPr>
          <p:spPr>
            <a:xfrm>
              <a:off x="4714876" y="3286124"/>
              <a:ext cx="1285884" cy="571504"/>
            </a:xfrm>
            <a:prstGeom prst="roundRect">
              <a:avLst/>
            </a:prstGeom>
            <a:solidFill>
              <a:schemeClr val="accent3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zh-CN" b="1" dirty="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a={2,3,1}</a:t>
              </a:r>
              <a:endParaRPr lang="zh-CN" altLang="en-US" b="1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cxnSp>
          <p:nvCxnSpPr>
            <p:cNvPr id="29" name="直接连接符 28"/>
            <p:cNvCxnSpPr>
              <a:stCxn id="19" idx="2"/>
              <a:endCxn id="24" idx="0"/>
            </p:cNvCxnSpPr>
            <p:nvPr/>
          </p:nvCxnSpPr>
          <p:spPr>
            <a:xfrm>
              <a:off x="4643438" y="2714620"/>
              <a:ext cx="714380" cy="571504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31" name="TextBox 30"/>
            <p:cNvSpPr txBox="1"/>
            <p:nvPr/>
          </p:nvSpPr>
          <p:spPr>
            <a:xfrm>
              <a:off x="4928890" y="2786058"/>
              <a:ext cx="121064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b="1" dirty="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a[1]↔a[2]</a:t>
              </a:r>
              <a:endParaRPr lang="zh-CN" altLang="en-US" sz="1600" b="1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sp>
        <p:nvSpPr>
          <p:cNvPr id="34" name="圆角矩形 33"/>
          <p:cNvSpPr/>
          <p:nvPr/>
        </p:nvSpPr>
        <p:spPr>
          <a:xfrm>
            <a:off x="6143636" y="4819902"/>
            <a:ext cx="1285884" cy="571504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CN" sz="2000" b="1" dirty="0" smtClean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321</a:t>
            </a:r>
            <a:endParaRPr lang="zh-CN" altLang="en-US" sz="2000" b="1" dirty="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8" name="圆角矩形 37"/>
          <p:cNvSpPr/>
          <p:nvPr/>
        </p:nvSpPr>
        <p:spPr>
          <a:xfrm>
            <a:off x="7643834" y="4819902"/>
            <a:ext cx="1285884" cy="571504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CN" sz="2000" b="1" dirty="0" smtClean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312</a:t>
            </a:r>
            <a:endParaRPr lang="zh-CN" altLang="en-US" sz="2000" b="1" dirty="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grpSp>
        <p:nvGrpSpPr>
          <p:cNvPr id="58" name="组合 65"/>
          <p:cNvGrpSpPr/>
          <p:nvPr/>
        </p:nvGrpSpPr>
        <p:grpSpPr>
          <a:xfrm>
            <a:off x="6111551" y="3176828"/>
            <a:ext cx="1460845" cy="1143008"/>
            <a:chOff x="6111551" y="2714620"/>
            <a:chExt cx="1460845" cy="1143008"/>
          </a:xfrm>
        </p:grpSpPr>
        <p:sp>
          <p:nvSpPr>
            <p:cNvPr id="33" name="圆角矩形 32"/>
            <p:cNvSpPr/>
            <p:nvPr/>
          </p:nvSpPr>
          <p:spPr>
            <a:xfrm>
              <a:off x="6143636" y="3286124"/>
              <a:ext cx="1285884" cy="571504"/>
            </a:xfrm>
            <a:prstGeom prst="roundRect">
              <a:avLst/>
            </a:prstGeom>
            <a:solidFill>
              <a:schemeClr val="accent3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zh-CN" b="1" dirty="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a={3,2,1}</a:t>
              </a:r>
              <a:endParaRPr lang="zh-CN" altLang="en-US" b="1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cxnSp>
          <p:nvCxnSpPr>
            <p:cNvPr id="41" name="直接连接符 40"/>
            <p:cNvCxnSpPr>
              <a:stCxn id="32" idx="2"/>
              <a:endCxn id="33" idx="0"/>
            </p:cNvCxnSpPr>
            <p:nvPr/>
          </p:nvCxnSpPr>
          <p:spPr>
            <a:xfrm flipH="1">
              <a:off x="6786578" y="2714620"/>
              <a:ext cx="785818" cy="571504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43" name="TextBox 42"/>
            <p:cNvSpPr txBox="1"/>
            <p:nvPr/>
          </p:nvSpPr>
          <p:spPr>
            <a:xfrm>
              <a:off x="6111551" y="2773916"/>
              <a:ext cx="114766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b="1" dirty="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a[1]↔a[1]</a:t>
              </a:r>
              <a:endParaRPr lang="zh-CN" altLang="en-US" sz="1600" b="1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grpSp>
        <p:nvGrpSpPr>
          <p:cNvPr id="59" name="组合 67"/>
          <p:cNvGrpSpPr/>
          <p:nvPr/>
        </p:nvGrpSpPr>
        <p:grpSpPr>
          <a:xfrm>
            <a:off x="7572396" y="3176828"/>
            <a:ext cx="1571604" cy="1143008"/>
            <a:chOff x="7572396" y="2714620"/>
            <a:chExt cx="1571604" cy="1143008"/>
          </a:xfrm>
        </p:grpSpPr>
        <p:sp>
          <p:nvSpPr>
            <p:cNvPr id="37" name="圆角矩形 36"/>
            <p:cNvSpPr/>
            <p:nvPr/>
          </p:nvSpPr>
          <p:spPr>
            <a:xfrm>
              <a:off x="7643834" y="3286124"/>
              <a:ext cx="1285884" cy="571504"/>
            </a:xfrm>
            <a:prstGeom prst="roundRect">
              <a:avLst/>
            </a:prstGeom>
            <a:solidFill>
              <a:schemeClr val="accent3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zh-CN" b="1" dirty="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a={3,1,2}</a:t>
              </a:r>
              <a:endParaRPr lang="zh-CN" altLang="en-US" b="1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cxnSp>
          <p:nvCxnSpPr>
            <p:cNvPr id="42" name="直接连接符 41"/>
            <p:cNvCxnSpPr>
              <a:stCxn id="32" idx="2"/>
              <a:endCxn id="37" idx="0"/>
            </p:cNvCxnSpPr>
            <p:nvPr/>
          </p:nvCxnSpPr>
          <p:spPr>
            <a:xfrm>
              <a:off x="7572396" y="2714620"/>
              <a:ext cx="714380" cy="571504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44" name="TextBox 43"/>
            <p:cNvSpPr txBox="1"/>
            <p:nvPr/>
          </p:nvSpPr>
          <p:spPr>
            <a:xfrm>
              <a:off x="7977673" y="2786058"/>
              <a:ext cx="116632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b="1" dirty="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a[1]↔a[2]</a:t>
              </a:r>
              <a:endParaRPr lang="zh-CN" altLang="en-US" sz="1600" b="1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grpSp>
        <p:nvGrpSpPr>
          <p:cNvPr id="60" name="组合 54"/>
          <p:cNvGrpSpPr/>
          <p:nvPr/>
        </p:nvGrpSpPr>
        <p:grpSpPr>
          <a:xfrm>
            <a:off x="1071538" y="1543802"/>
            <a:ext cx="3571900" cy="1633026"/>
            <a:chOff x="1071538" y="1081594"/>
            <a:chExt cx="3571900" cy="1633026"/>
          </a:xfrm>
        </p:grpSpPr>
        <p:sp>
          <p:nvSpPr>
            <p:cNvPr id="3" name="圆角矩形 2"/>
            <p:cNvSpPr/>
            <p:nvPr/>
          </p:nvSpPr>
          <p:spPr>
            <a:xfrm>
              <a:off x="1071538" y="2143116"/>
              <a:ext cx="1285884" cy="571504"/>
            </a:xfrm>
            <a:prstGeom prst="roundRect">
              <a:avLst/>
            </a:prstGeom>
            <a:solidFill>
              <a:schemeClr val="accent3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zh-CN" b="1" dirty="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a={1,2,3}</a:t>
              </a:r>
              <a:endParaRPr lang="zh-CN" altLang="en-US" b="1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cxnSp>
          <p:nvCxnSpPr>
            <p:cNvPr id="46" name="直接连接符 45"/>
            <p:cNvCxnSpPr>
              <a:stCxn id="2" idx="2"/>
              <a:endCxn id="3" idx="0"/>
            </p:cNvCxnSpPr>
            <p:nvPr/>
          </p:nvCxnSpPr>
          <p:spPr>
            <a:xfrm flipH="1">
              <a:off x="1714480" y="1081594"/>
              <a:ext cx="2928958" cy="1061522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51" name="TextBox 50"/>
            <p:cNvSpPr txBox="1"/>
            <p:nvPr/>
          </p:nvSpPr>
          <p:spPr>
            <a:xfrm>
              <a:off x="2080727" y="1283048"/>
              <a:ext cx="124620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b="1" dirty="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a[0]↔a[0]</a:t>
              </a:r>
              <a:endParaRPr lang="zh-CN" altLang="en-US" sz="1600" b="1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grpSp>
        <p:nvGrpSpPr>
          <p:cNvPr id="61" name="组合 59"/>
          <p:cNvGrpSpPr/>
          <p:nvPr/>
        </p:nvGrpSpPr>
        <p:grpSpPr>
          <a:xfrm>
            <a:off x="4000496" y="1543802"/>
            <a:ext cx="1345944" cy="1633026"/>
            <a:chOff x="4000496" y="1081594"/>
            <a:chExt cx="1345944" cy="1633026"/>
          </a:xfrm>
        </p:grpSpPr>
        <p:sp>
          <p:nvSpPr>
            <p:cNvPr id="19" name="圆角矩形 18"/>
            <p:cNvSpPr/>
            <p:nvPr/>
          </p:nvSpPr>
          <p:spPr>
            <a:xfrm>
              <a:off x="4000496" y="2143116"/>
              <a:ext cx="1285884" cy="571504"/>
            </a:xfrm>
            <a:prstGeom prst="roundRect">
              <a:avLst/>
            </a:prstGeom>
            <a:solidFill>
              <a:schemeClr val="accent3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zh-CN" b="1" dirty="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a={2,1,3}</a:t>
              </a:r>
              <a:endParaRPr lang="zh-CN" altLang="en-US" b="1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cxnSp>
          <p:nvCxnSpPr>
            <p:cNvPr id="48" name="直接连接符 47"/>
            <p:cNvCxnSpPr>
              <a:stCxn id="2" idx="2"/>
              <a:endCxn id="19" idx="0"/>
            </p:cNvCxnSpPr>
            <p:nvPr/>
          </p:nvCxnSpPr>
          <p:spPr>
            <a:xfrm>
              <a:off x="4643438" y="1081594"/>
              <a:ext cx="0" cy="1061522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53" name="TextBox 52"/>
            <p:cNvSpPr txBox="1"/>
            <p:nvPr/>
          </p:nvSpPr>
          <p:spPr>
            <a:xfrm>
              <a:off x="4043071" y="1338742"/>
              <a:ext cx="130336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b="1" dirty="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a[0]↔a[1]</a:t>
              </a:r>
              <a:endParaRPr lang="zh-CN" altLang="en-US" sz="1600" b="1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grpSp>
        <p:nvGrpSpPr>
          <p:cNvPr id="62" name="组合 64"/>
          <p:cNvGrpSpPr/>
          <p:nvPr/>
        </p:nvGrpSpPr>
        <p:grpSpPr>
          <a:xfrm>
            <a:off x="4643438" y="1543802"/>
            <a:ext cx="3571900" cy="1633026"/>
            <a:chOff x="4643438" y="1081594"/>
            <a:chExt cx="3571900" cy="1633026"/>
          </a:xfrm>
        </p:grpSpPr>
        <p:sp>
          <p:nvSpPr>
            <p:cNvPr id="32" name="圆角矩形 31"/>
            <p:cNvSpPr/>
            <p:nvPr/>
          </p:nvSpPr>
          <p:spPr>
            <a:xfrm>
              <a:off x="6929454" y="2143116"/>
              <a:ext cx="1285884" cy="571504"/>
            </a:xfrm>
            <a:prstGeom prst="roundRect">
              <a:avLst/>
            </a:prstGeom>
            <a:solidFill>
              <a:schemeClr val="accent3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zh-CN" b="1" dirty="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a={3,2,1}</a:t>
              </a:r>
              <a:endParaRPr lang="zh-CN" altLang="en-US" b="1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cxnSp>
          <p:nvCxnSpPr>
            <p:cNvPr id="50" name="直接连接符 49"/>
            <p:cNvCxnSpPr>
              <a:stCxn id="2" idx="2"/>
              <a:endCxn id="32" idx="0"/>
            </p:cNvCxnSpPr>
            <p:nvPr/>
          </p:nvCxnSpPr>
          <p:spPr>
            <a:xfrm>
              <a:off x="4643438" y="1081594"/>
              <a:ext cx="2928958" cy="1061522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54" name="TextBox 53"/>
            <p:cNvSpPr txBox="1"/>
            <p:nvPr/>
          </p:nvSpPr>
          <p:spPr>
            <a:xfrm>
              <a:off x="6233445" y="1282653"/>
              <a:ext cx="154828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b="1" dirty="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a[0]↔a[2]</a:t>
              </a:r>
              <a:endParaRPr lang="zh-CN" altLang="en-US" sz="1600" b="1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sp>
        <p:nvSpPr>
          <p:cNvPr id="64" name="TextBox 63"/>
          <p:cNvSpPr txBox="1"/>
          <p:nvPr/>
        </p:nvSpPr>
        <p:spPr>
          <a:xfrm>
            <a:off x="3381065" y="4431706"/>
            <a:ext cx="5409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1" dirty="0" smtClean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输出</a:t>
            </a:r>
            <a:endParaRPr lang="zh-CN" altLang="en-US" sz="1200" b="1" dirty="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4911285" y="4459699"/>
            <a:ext cx="5409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1" dirty="0" smtClean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输出</a:t>
            </a:r>
            <a:endParaRPr lang="zh-CN" altLang="en-US" sz="1200" b="1" dirty="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6329538" y="4441037"/>
            <a:ext cx="5409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1" dirty="0" smtClean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输出</a:t>
            </a:r>
            <a:endParaRPr lang="zh-CN" altLang="en-US" sz="1200" b="1" dirty="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7831767" y="4441037"/>
            <a:ext cx="5409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1" dirty="0" smtClean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输出</a:t>
            </a:r>
            <a:endParaRPr lang="zh-CN" altLang="en-US" sz="1200" b="1" dirty="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cxnSp>
        <p:nvCxnSpPr>
          <p:cNvPr id="72" name="直接箭头连接符 71"/>
          <p:cNvCxnSpPr/>
          <p:nvPr/>
        </p:nvCxnSpPr>
        <p:spPr>
          <a:xfrm>
            <a:off x="923731" y="4329402"/>
            <a:ext cx="0" cy="58782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3" name="直接箭头连接符 72"/>
          <p:cNvCxnSpPr/>
          <p:nvPr/>
        </p:nvCxnSpPr>
        <p:spPr>
          <a:xfrm>
            <a:off x="2447731" y="4323182"/>
            <a:ext cx="0" cy="58782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4" name="直接箭头连接符 73"/>
          <p:cNvCxnSpPr/>
          <p:nvPr/>
        </p:nvCxnSpPr>
        <p:spPr>
          <a:xfrm>
            <a:off x="3831772" y="4326292"/>
            <a:ext cx="0" cy="58782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5" name="直接箭头连接符 74"/>
          <p:cNvCxnSpPr/>
          <p:nvPr/>
        </p:nvCxnSpPr>
        <p:spPr>
          <a:xfrm>
            <a:off x="5380654" y="4326292"/>
            <a:ext cx="0" cy="58782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6" name="直接箭头连接符 75"/>
          <p:cNvCxnSpPr/>
          <p:nvPr/>
        </p:nvCxnSpPr>
        <p:spPr>
          <a:xfrm>
            <a:off x="6770914" y="4326292"/>
            <a:ext cx="0" cy="58782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7" name="直接箭头连接符 76"/>
          <p:cNvCxnSpPr/>
          <p:nvPr/>
        </p:nvCxnSpPr>
        <p:spPr>
          <a:xfrm>
            <a:off x="8263812" y="4326292"/>
            <a:ext cx="0" cy="58782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/>
          <p:cNvSpPr/>
          <p:nvPr/>
        </p:nvSpPr>
        <p:spPr>
          <a:xfrm>
            <a:off x="4000496" y="962250"/>
            <a:ext cx="1285884" cy="571504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CN" sz="2000" smtClean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r>
              <a:rPr lang="en-US" altLang="zh-CN" sz="2000" smtClean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en-US" altLang="zh-CN" sz="2000" smtClean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,2,3}</a:t>
            </a:r>
            <a:endParaRPr lang="zh-CN" altLang="en-US" sz="200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grpSp>
        <p:nvGrpSpPr>
          <p:cNvPr id="6" name="组合 56"/>
          <p:cNvGrpSpPr/>
          <p:nvPr/>
        </p:nvGrpSpPr>
        <p:grpSpPr>
          <a:xfrm>
            <a:off x="285720" y="4319836"/>
            <a:ext cx="1285884" cy="1071570"/>
            <a:chOff x="285720" y="3857628"/>
            <a:chExt cx="1285884" cy="1071570"/>
          </a:xfrm>
        </p:grpSpPr>
        <p:sp>
          <p:nvSpPr>
            <p:cNvPr id="5" name="圆角矩形 4"/>
            <p:cNvSpPr/>
            <p:nvPr/>
          </p:nvSpPr>
          <p:spPr>
            <a:xfrm>
              <a:off x="285720" y="4357694"/>
              <a:ext cx="1285884" cy="571504"/>
            </a:xfrm>
            <a:prstGeom prst="roundRec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zh-CN" sz="20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{1,2,3}</a:t>
              </a:r>
              <a:endParaRPr lang="zh-CN" altLang="en-US" sz="20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cxnSp>
          <p:nvCxnSpPr>
            <p:cNvPr id="7" name="直接连接符 6"/>
            <p:cNvCxnSpPr>
              <a:stCxn id="4" idx="2"/>
              <a:endCxn id="5" idx="0"/>
            </p:cNvCxnSpPr>
            <p:nvPr/>
          </p:nvCxnSpPr>
          <p:spPr>
            <a:xfrm>
              <a:off x="928662" y="3857628"/>
              <a:ext cx="0" cy="500066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8" name="TextBox 7"/>
            <p:cNvSpPr txBox="1"/>
            <p:nvPr/>
          </p:nvSpPr>
          <p:spPr>
            <a:xfrm>
              <a:off x="571472" y="3929066"/>
              <a:ext cx="28575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8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  <a:endParaRPr lang="zh-CN" altLang="en-US" sz="18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grpSp>
        <p:nvGrpSpPr>
          <p:cNvPr id="13" name="组合 58"/>
          <p:cNvGrpSpPr/>
          <p:nvPr/>
        </p:nvGrpSpPr>
        <p:grpSpPr>
          <a:xfrm>
            <a:off x="1785918" y="4319836"/>
            <a:ext cx="1285884" cy="1071570"/>
            <a:chOff x="1785918" y="3857628"/>
            <a:chExt cx="1285884" cy="1071570"/>
          </a:xfrm>
        </p:grpSpPr>
        <p:sp>
          <p:nvSpPr>
            <p:cNvPr id="10" name="圆角矩形 9"/>
            <p:cNvSpPr/>
            <p:nvPr/>
          </p:nvSpPr>
          <p:spPr>
            <a:xfrm>
              <a:off x="1785918" y="4357694"/>
              <a:ext cx="1285884" cy="571504"/>
            </a:xfrm>
            <a:prstGeom prst="roundRec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zh-CN" sz="20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{1,3,2}</a:t>
              </a:r>
              <a:endParaRPr lang="zh-CN" altLang="en-US" sz="20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cxnSp>
          <p:nvCxnSpPr>
            <p:cNvPr id="11" name="直接连接符 10"/>
            <p:cNvCxnSpPr>
              <a:stCxn id="9" idx="2"/>
              <a:endCxn id="10" idx="0"/>
            </p:cNvCxnSpPr>
            <p:nvPr/>
          </p:nvCxnSpPr>
          <p:spPr>
            <a:xfrm>
              <a:off x="2428860" y="3857628"/>
              <a:ext cx="0" cy="500066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2" name="TextBox 11"/>
            <p:cNvSpPr txBox="1"/>
            <p:nvPr/>
          </p:nvSpPr>
          <p:spPr>
            <a:xfrm>
              <a:off x="2071670" y="3929066"/>
              <a:ext cx="28575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8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2</a:t>
              </a:r>
              <a:endParaRPr lang="zh-CN" altLang="en-US" sz="18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grpSp>
        <p:nvGrpSpPr>
          <p:cNvPr id="15" name="组合 55"/>
          <p:cNvGrpSpPr/>
          <p:nvPr/>
        </p:nvGrpSpPr>
        <p:grpSpPr>
          <a:xfrm>
            <a:off x="285720" y="3176828"/>
            <a:ext cx="1428760" cy="1143008"/>
            <a:chOff x="285720" y="2714620"/>
            <a:chExt cx="1428760" cy="1143008"/>
          </a:xfrm>
        </p:grpSpPr>
        <p:sp>
          <p:nvSpPr>
            <p:cNvPr id="4" name="圆角矩形 3"/>
            <p:cNvSpPr/>
            <p:nvPr/>
          </p:nvSpPr>
          <p:spPr>
            <a:xfrm>
              <a:off x="285720" y="3286124"/>
              <a:ext cx="1285884" cy="571504"/>
            </a:xfrm>
            <a:prstGeom prst="roundRect">
              <a:avLst/>
            </a:prstGeom>
            <a:solidFill>
              <a:schemeClr val="accent3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zh-CN" sz="20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{1,2,</a:t>
              </a:r>
              <a:r>
                <a:rPr lang="en-US" altLang="zh-CN" sz="2000" smtClean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  <a:r>
                <a:rPr lang="en-US" altLang="zh-CN" sz="20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}</a:t>
              </a:r>
              <a:endParaRPr lang="zh-CN" altLang="en-US" sz="20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cxnSp>
          <p:nvCxnSpPr>
            <p:cNvPr id="14" name="直接连接符 13"/>
            <p:cNvCxnSpPr>
              <a:stCxn id="3" idx="2"/>
              <a:endCxn id="4" idx="0"/>
            </p:cNvCxnSpPr>
            <p:nvPr/>
          </p:nvCxnSpPr>
          <p:spPr>
            <a:xfrm flipH="1">
              <a:off x="928662" y="2714620"/>
              <a:ext cx="785818" cy="571504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7" name="TextBox 16"/>
            <p:cNvSpPr txBox="1"/>
            <p:nvPr/>
          </p:nvSpPr>
          <p:spPr>
            <a:xfrm>
              <a:off x="928662" y="2773916"/>
              <a:ext cx="28575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8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2</a:t>
              </a:r>
              <a:endParaRPr lang="zh-CN" altLang="en-US" sz="18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grpSp>
        <p:nvGrpSpPr>
          <p:cNvPr id="45" name="组合 57"/>
          <p:cNvGrpSpPr/>
          <p:nvPr/>
        </p:nvGrpSpPr>
        <p:grpSpPr>
          <a:xfrm>
            <a:off x="1714480" y="3176828"/>
            <a:ext cx="1357322" cy="1143008"/>
            <a:chOff x="1714480" y="2714620"/>
            <a:chExt cx="1357322" cy="1143008"/>
          </a:xfrm>
        </p:grpSpPr>
        <p:sp>
          <p:nvSpPr>
            <p:cNvPr id="9" name="圆角矩形 8"/>
            <p:cNvSpPr/>
            <p:nvPr/>
          </p:nvSpPr>
          <p:spPr>
            <a:xfrm>
              <a:off x="1785918" y="3286124"/>
              <a:ext cx="1285884" cy="571504"/>
            </a:xfrm>
            <a:prstGeom prst="roundRect">
              <a:avLst/>
            </a:prstGeom>
            <a:solidFill>
              <a:schemeClr val="accent3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zh-CN" sz="20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{1,3,</a:t>
              </a:r>
              <a:r>
                <a:rPr lang="en-US" altLang="zh-CN" sz="2000" smtClean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2</a:t>
              </a:r>
              <a:r>
                <a:rPr lang="en-US" altLang="zh-CN" sz="20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}</a:t>
              </a:r>
              <a:endParaRPr lang="zh-CN" altLang="en-US" sz="20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cxnSp>
          <p:nvCxnSpPr>
            <p:cNvPr id="16" name="直接连接符 15"/>
            <p:cNvCxnSpPr>
              <a:stCxn id="3" idx="2"/>
              <a:endCxn id="9" idx="0"/>
            </p:cNvCxnSpPr>
            <p:nvPr/>
          </p:nvCxnSpPr>
          <p:spPr>
            <a:xfrm>
              <a:off x="1714480" y="2714620"/>
              <a:ext cx="714380" cy="571504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8" name="TextBox 17"/>
            <p:cNvSpPr txBox="1"/>
            <p:nvPr/>
          </p:nvSpPr>
          <p:spPr>
            <a:xfrm>
              <a:off x="2214546" y="2786058"/>
              <a:ext cx="28575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8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  <a:endParaRPr lang="zh-CN" altLang="en-US" sz="18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grpSp>
        <p:nvGrpSpPr>
          <p:cNvPr id="47" name="组合 61"/>
          <p:cNvGrpSpPr/>
          <p:nvPr/>
        </p:nvGrpSpPr>
        <p:grpSpPr>
          <a:xfrm>
            <a:off x="3214678" y="4319836"/>
            <a:ext cx="1285884" cy="1071570"/>
            <a:chOff x="3214678" y="3857628"/>
            <a:chExt cx="1285884" cy="1071570"/>
          </a:xfrm>
        </p:grpSpPr>
        <p:sp>
          <p:nvSpPr>
            <p:cNvPr id="21" name="圆角矩形 20"/>
            <p:cNvSpPr/>
            <p:nvPr/>
          </p:nvSpPr>
          <p:spPr>
            <a:xfrm>
              <a:off x="3214678" y="4357694"/>
              <a:ext cx="1285884" cy="571504"/>
            </a:xfrm>
            <a:prstGeom prst="roundRec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zh-CN" sz="20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{2,1,3}</a:t>
              </a:r>
              <a:endParaRPr lang="zh-CN" altLang="en-US" sz="20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cxnSp>
          <p:nvCxnSpPr>
            <p:cNvPr id="22" name="直接连接符 21"/>
            <p:cNvCxnSpPr>
              <a:stCxn id="20" idx="2"/>
              <a:endCxn id="21" idx="0"/>
            </p:cNvCxnSpPr>
            <p:nvPr/>
          </p:nvCxnSpPr>
          <p:spPr>
            <a:xfrm>
              <a:off x="3857620" y="3857628"/>
              <a:ext cx="0" cy="500066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3" name="TextBox 22"/>
            <p:cNvSpPr txBox="1"/>
            <p:nvPr/>
          </p:nvSpPr>
          <p:spPr>
            <a:xfrm>
              <a:off x="3500430" y="3929066"/>
              <a:ext cx="28575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8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  <a:endParaRPr lang="zh-CN" altLang="en-US" sz="18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grpSp>
        <p:nvGrpSpPr>
          <p:cNvPr id="49" name="组合 63"/>
          <p:cNvGrpSpPr/>
          <p:nvPr/>
        </p:nvGrpSpPr>
        <p:grpSpPr>
          <a:xfrm>
            <a:off x="4714876" y="4319836"/>
            <a:ext cx="1285884" cy="1071570"/>
            <a:chOff x="4714876" y="3857628"/>
            <a:chExt cx="1285884" cy="1071570"/>
          </a:xfrm>
        </p:grpSpPr>
        <p:sp>
          <p:nvSpPr>
            <p:cNvPr id="25" name="圆角矩形 24"/>
            <p:cNvSpPr/>
            <p:nvPr/>
          </p:nvSpPr>
          <p:spPr>
            <a:xfrm>
              <a:off x="4714876" y="4357694"/>
              <a:ext cx="1285884" cy="571504"/>
            </a:xfrm>
            <a:prstGeom prst="roundRec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zh-CN" sz="20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{2,3,1}</a:t>
              </a:r>
              <a:endParaRPr lang="zh-CN" altLang="en-US" sz="20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cxnSp>
          <p:nvCxnSpPr>
            <p:cNvPr id="26" name="直接连接符 25"/>
            <p:cNvCxnSpPr>
              <a:stCxn id="24" idx="2"/>
              <a:endCxn id="25" idx="0"/>
            </p:cNvCxnSpPr>
            <p:nvPr/>
          </p:nvCxnSpPr>
          <p:spPr>
            <a:xfrm>
              <a:off x="5357818" y="3857628"/>
              <a:ext cx="0" cy="500066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7" name="TextBox 26"/>
            <p:cNvSpPr txBox="1"/>
            <p:nvPr/>
          </p:nvSpPr>
          <p:spPr>
            <a:xfrm>
              <a:off x="5000628" y="3929066"/>
              <a:ext cx="28575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8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  <a:endParaRPr lang="zh-CN" altLang="en-US" sz="18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grpSp>
        <p:nvGrpSpPr>
          <p:cNvPr id="52" name="组合 60"/>
          <p:cNvGrpSpPr/>
          <p:nvPr/>
        </p:nvGrpSpPr>
        <p:grpSpPr>
          <a:xfrm>
            <a:off x="3214678" y="3176828"/>
            <a:ext cx="1428760" cy="1143008"/>
            <a:chOff x="3214678" y="2714620"/>
            <a:chExt cx="1428760" cy="1143008"/>
          </a:xfrm>
        </p:grpSpPr>
        <p:sp>
          <p:nvSpPr>
            <p:cNvPr id="20" name="圆角矩形 19"/>
            <p:cNvSpPr/>
            <p:nvPr/>
          </p:nvSpPr>
          <p:spPr>
            <a:xfrm>
              <a:off x="3214678" y="3286124"/>
              <a:ext cx="1285884" cy="571504"/>
            </a:xfrm>
            <a:prstGeom prst="roundRect">
              <a:avLst/>
            </a:prstGeom>
            <a:solidFill>
              <a:schemeClr val="accent3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zh-CN" sz="20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{2,1,</a:t>
              </a:r>
              <a:r>
                <a:rPr lang="en-US" altLang="zh-CN" sz="2000" smtClean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  <a:r>
                <a:rPr lang="en-US" altLang="zh-CN" sz="20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}</a:t>
              </a:r>
              <a:endParaRPr lang="zh-CN" altLang="en-US" sz="20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cxnSp>
          <p:nvCxnSpPr>
            <p:cNvPr id="28" name="直接连接符 27"/>
            <p:cNvCxnSpPr>
              <a:stCxn id="19" idx="2"/>
              <a:endCxn id="20" idx="0"/>
            </p:cNvCxnSpPr>
            <p:nvPr/>
          </p:nvCxnSpPr>
          <p:spPr>
            <a:xfrm flipH="1">
              <a:off x="3857620" y="2714620"/>
              <a:ext cx="785818" cy="571504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30" name="TextBox 29"/>
            <p:cNvSpPr txBox="1"/>
            <p:nvPr/>
          </p:nvSpPr>
          <p:spPr>
            <a:xfrm>
              <a:off x="3857620" y="2773916"/>
              <a:ext cx="28575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8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  <a:endParaRPr lang="zh-CN" altLang="en-US" sz="18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grpSp>
        <p:nvGrpSpPr>
          <p:cNvPr id="55" name="组合 62"/>
          <p:cNvGrpSpPr/>
          <p:nvPr/>
        </p:nvGrpSpPr>
        <p:grpSpPr>
          <a:xfrm>
            <a:off x="4643438" y="3176828"/>
            <a:ext cx="1357322" cy="1143008"/>
            <a:chOff x="4643438" y="2714620"/>
            <a:chExt cx="1357322" cy="1143008"/>
          </a:xfrm>
        </p:grpSpPr>
        <p:sp>
          <p:nvSpPr>
            <p:cNvPr id="24" name="圆角矩形 23"/>
            <p:cNvSpPr/>
            <p:nvPr/>
          </p:nvSpPr>
          <p:spPr>
            <a:xfrm>
              <a:off x="4714876" y="3286124"/>
              <a:ext cx="1285884" cy="571504"/>
            </a:xfrm>
            <a:prstGeom prst="roundRect">
              <a:avLst/>
            </a:prstGeom>
            <a:solidFill>
              <a:schemeClr val="accent3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zh-CN" sz="20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{2,3,</a:t>
              </a:r>
              <a:r>
                <a:rPr lang="en-US" altLang="zh-CN" sz="2000" smtClean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  <a:r>
                <a:rPr lang="en-US" altLang="zh-CN" sz="20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}</a:t>
              </a:r>
              <a:endParaRPr lang="zh-CN" altLang="en-US" sz="20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cxnSp>
          <p:nvCxnSpPr>
            <p:cNvPr id="29" name="直接连接符 28"/>
            <p:cNvCxnSpPr>
              <a:stCxn id="19" idx="2"/>
              <a:endCxn id="24" idx="0"/>
            </p:cNvCxnSpPr>
            <p:nvPr/>
          </p:nvCxnSpPr>
          <p:spPr>
            <a:xfrm>
              <a:off x="4643438" y="2714620"/>
              <a:ext cx="714380" cy="571504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31" name="TextBox 30"/>
            <p:cNvSpPr txBox="1"/>
            <p:nvPr/>
          </p:nvSpPr>
          <p:spPr>
            <a:xfrm>
              <a:off x="5143504" y="2786058"/>
              <a:ext cx="28575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8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  <a:endParaRPr lang="zh-CN" altLang="en-US" sz="18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grpSp>
        <p:nvGrpSpPr>
          <p:cNvPr id="56" name="组合 66"/>
          <p:cNvGrpSpPr/>
          <p:nvPr/>
        </p:nvGrpSpPr>
        <p:grpSpPr>
          <a:xfrm>
            <a:off x="6143636" y="4319836"/>
            <a:ext cx="1285884" cy="1071570"/>
            <a:chOff x="6143636" y="3857628"/>
            <a:chExt cx="1285884" cy="1071570"/>
          </a:xfrm>
        </p:grpSpPr>
        <p:sp>
          <p:nvSpPr>
            <p:cNvPr id="34" name="圆角矩形 33"/>
            <p:cNvSpPr/>
            <p:nvPr/>
          </p:nvSpPr>
          <p:spPr>
            <a:xfrm>
              <a:off x="6143636" y="4357694"/>
              <a:ext cx="1285884" cy="571504"/>
            </a:xfrm>
            <a:prstGeom prst="roundRec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zh-CN" sz="20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{3,2,1}</a:t>
              </a:r>
              <a:endParaRPr lang="zh-CN" altLang="en-US" sz="20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cxnSp>
          <p:nvCxnSpPr>
            <p:cNvPr id="35" name="直接连接符 34"/>
            <p:cNvCxnSpPr>
              <a:stCxn id="33" idx="2"/>
              <a:endCxn id="34" idx="0"/>
            </p:cNvCxnSpPr>
            <p:nvPr/>
          </p:nvCxnSpPr>
          <p:spPr>
            <a:xfrm>
              <a:off x="6786578" y="3857628"/>
              <a:ext cx="0" cy="500066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36" name="TextBox 35"/>
            <p:cNvSpPr txBox="1"/>
            <p:nvPr/>
          </p:nvSpPr>
          <p:spPr>
            <a:xfrm>
              <a:off x="6429388" y="3929066"/>
              <a:ext cx="28575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8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  <a:endParaRPr lang="zh-CN" altLang="en-US" sz="18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grpSp>
        <p:nvGrpSpPr>
          <p:cNvPr id="57" name="组合 68"/>
          <p:cNvGrpSpPr/>
          <p:nvPr/>
        </p:nvGrpSpPr>
        <p:grpSpPr>
          <a:xfrm>
            <a:off x="7643834" y="4319836"/>
            <a:ext cx="1285884" cy="1071570"/>
            <a:chOff x="7643834" y="3857628"/>
            <a:chExt cx="1285884" cy="1071570"/>
          </a:xfrm>
        </p:grpSpPr>
        <p:sp>
          <p:nvSpPr>
            <p:cNvPr id="38" name="圆角矩形 37"/>
            <p:cNvSpPr/>
            <p:nvPr/>
          </p:nvSpPr>
          <p:spPr>
            <a:xfrm>
              <a:off x="7643834" y="4357694"/>
              <a:ext cx="1285884" cy="571504"/>
            </a:xfrm>
            <a:prstGeom prst="roundRec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zh-CN" sz="20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{3,1,2}</a:t>
              </a:r>
              <a:endParaRPr lang="zh-CN" altLang="en-US" sz="20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cxnSp>
          <p:nvCxnSpPr>
            <p:cNvPr id="39" name="直接连接符 38"/>
            <p:cNvCxnSpPr>
              <a:stCxn id="37" idx="2"/>
              <a:endCxn id="38" idx="0"/>
            </p:cNvCxnSpPr>
            <p:nvPr/>
          </p:nvCxnSpPr>
          <p:spPr>
            <a:xfrm>
              <a:off x="8286776" y="3857628"/>
              <a:ext cx="0" cy="500066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40" name="TextBox 39"/>
            <p:cNvSpPr txBox="1"/>
            <p:nvPr/>
          </p:nvSpPr>
          <p:spPr>
            <a:xfrm>
              <a:off x="7929586" y="3929066"/>
              <a:ext cx="28575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8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2</a:t>
              </a:r>
              <a:endParaRPr lang="zh-CN" altLang="en-US" sz="18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grpSp>
        <p:nvGrpSpPr>
          <p:cNvPr id="58" name="组合 65"/>
          <p:cNvGrpSpPr/>
          <p:nvPr/>
        </p:nvGrpSpPr>
        <p:grpSpPr>
          <a:xfrm>
            <a:off x="6143636" y="3176828"/>
            <a:ext cx="1428760" cy="1143008"/>
            <a:chOff x="6143636" y="2714620"/>
            <a:chExt cx="1428760" cy="1143008"/>
          </a:xfrm>
        </p:grpSpPr>
        <p:sp>
          <p:nvSpPr>
            <p:cNvPr id="33" name="圆角矩形 32"/>
            <p:cNvSpPr/>
            <p:nvPr/>
          </p:nvSpPr>
          <p:spPr>
            <a:xfrm>
              <a:off x="6143636" y="3286124"/>
              <a:ext cx="1285884" cy="571504"/>
            </a:xfrm>
            <a:prstGeom prst="roundRect">
              <a:avLst/>
            </a:prstGeom>
            <a:solidFill>
              <a:schemeClr val="accent3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zh-CN" sz="20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{3,2,</a:t>
              </a:r>
              <a:r>
                <a:rPr lang="en-US" altLang="zh-CN" sz="2000" smtClean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  <a:r>
                <a:rPr lang="en-US" altLang="zh-CN" sz="20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}</a:t>
              </a:r>
              <a:endParaRPr lang="zh-CN" altLang="en-US" sz="20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cxnSp>
          <p:nvCxnSpPr>
            <p:cNvPr id="41" name="直接连接符 40"/>
            <p:cNvCxnSpPr>
              <a:stCxn id="32" idx="2"/>
              <a:endCxn id="33" idx="0"/>
            </p:cNvCxnSpPr>
            <p:nvPr/>
          </p:nvCxnSpPr>
          <p:spPr>
            <a:xfrm flipH="1">
              <a:off x="6786578" y="2714620"/>
              <a:ext cx="785818" cy="571504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43" name="TextBox 42"/>
            <p:cNvSpPr txBox="1"/>
            <p:nvPr/>
          </p:nvSpPr>
          <p:spPr>
            <a:xfrm>
              <a:off x="6786578" y="2773916"/>
              <a:ext cx="28575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8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2</a:t>
              </a:r>
              <a:endParaRPr lang="zh-CN" altLang="en-US" sz="18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grpSp>
        <p:nvGrpSpPr>
          <p:cNvPr id="59" name="组合 67"/>
          <p:cNvGrpSpPr/>
          <p:nvPr/>
        </p:nvGrpSpPr>
        <p:grpSpPr>
          <a:xfrm>
            <a:off x="7572396" y="3176828"/>
            <a:ext cx="1357322" cy="1143008"/>
            <a:chOff x="7572396" y="2714620"/>
            <a:chExt cx="1357322" cy="1143008"/>
          </a:xfrm>
        </p:grpSpPr>
        <p:sp>
          <p:nvSpPr>
            <p:cNvPr id="37" name="圆角矩形 36"/>
            <p:cNvSpPr/>
            <p:nvPr/>
          </p:nvSpPr>
          <p:spPr>
            <a:xfrm>
              <a:off x="7643834" y="3286124"/>
              <a:ext cx="1285884" cy="571504"/>
            </a:xfrm>
            <a:prstGeom prst="roundRect">
              <a:avLst/>
            </a:prstGeom>
            <a:solidFill>
              <a:schemeClr val="accent3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zh-CN" sz="20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{3,1,</a:t>
              </a:r>
              <a:r>
                <a:rPr lang="en-US" altLang="zh-CN" sz="2000" smtClean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2</a:t>
              </a:r>
              <a:r>
                <a:rPr lang="en-US" altLang="zh-CN" sz="20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}</a:t>
              </a:r>
              <a:endParaRPr lang="zh-CN" altLang="en-US" sz="20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cxnSp>
          <p:nvCxnSpPr>
            <p:cNvPr id="42" name="直接连接符 41"/>
            <p:cNvCxnSpPr>
              <a:stCxn id="32" idx="2"/>
              <a:endCxn id="37" idx="0"/>
            </p:cNvCxnSpPr>
            <p:nvPr/>
          </p:nvCxnSpPr>
          <p:spPr>
            <a:xfrm>
              <a:off x="7572396" y="2714620"/>
              <a:ext cx="714380" cy="571504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44" name="TextBox 43"/>
            <p:cNvSpPr txBox="1"/>
            <p:nvPr/>
          </p:nvSpPr>
          <p:spPr>
            <a:xfrm>
              <a:off x="8072462" y="2786058"/>
              <a:ext cx="28575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8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  <a:endParaRPr lang="zh-CN" altLang="en-US" sz="18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grpSp>
        <p:nvGrpSpPr>
          <p:cNvPr id="60" name="组合 54"/>
          <p:cNvGrpSpPr/>
          <p:nvPr/>
        </p:nvGrpSpPr>
        <p:grpSpPr>
          <a:xfrm>
            <a:off x="1071538" y="1543802"/>
            <a:ext cx="3571900" cy="1633026"/>
            <a:chOff x="1071538" y="1081594"/>
            <a:chExt cx="3571900" cy="1633026"/>
          </a:xfrm>
        </p:grpSpPr>
        <p:sp>
          <p:nvSpPr>
            <p:cNvPr id="3" name="圆角矩形 2"/>
            <p:cNvSpPr/>
            <p:nvPr/>
          </p:nvSpPr>
          <p:spPr>
            <a:xfrm>
              <a:off x="1071538" y="2143116"/>
              <a:ext cx="1285884" cy="571504"/>
            </a:xfrm>
            <a:prstGeom prst="roundRect">
              <a:avLst/>
            </a:prstGeom>
            <a:solidFill>
              <a:schemeClr val="accent3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zh-CN" sz="20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{1,</a:t>
              </a:r>
              <a:r>
                <a:rPr lang="en-US" altLang="zh-CN" sz="2000" smtClean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2</a:t>
              </a:r>
              <a:r>
                <a:rPr lang="en-US" altLang="zh-CN" sz="20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,3}</a:t>
              </a:r>
              <a:endParaRPr lang="zh-CN" altLang="en-US" sz="20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cxnSp>
          <p:nvCxnSpPr>
            <p:cNvPr id="46" name="直接连接符 45"/>
            <p:cNvCxnSpPr>
              <a:stCxn id="2" idx="2"/>
              <a:endCxn id="3" idx="0"/>
            </p:cNvCxnSpPr>
            <p:nvPr/>
          </p:nvCxnSpPr>
          <p:spPr>
            <a:xfrm flipH="1">
              <a:off x="1714480" y="1081594"/>
              <a:ext cx="2928958" cy="1061522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51" name="TextBox 50"/>
            <p:cNvSpPr txBox="1"/>
            <p:nvPr/>
          </p:nvSpPr>
          <p:spPr>
            <a:xfrm>
              <a:off x="2714612" y="1273718"/>
              <a:ext cx="28575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8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  <a:endParaRPr lang="zh-CN" altLang="en-US" sz="18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grpSp>
        <p:nvGrpSpPr>
          <p:cNvPr id="61" name="组合 59"/>
          <p:cNvGrpSpPr/>
          <p:nvPr/>
        </p:nvGrpSpPr>
        <p:grpSpPr>
          <a:xfrm>
            <a:off x="4000496" y="1543802"/>
            <a:ext cx="1285884" cy="1633026"/>
            <a:chOff x="4000496" y="1081594"/>
            <a:chExt cx="1285884" cy="1633026"/>
          </a:xfrm>
        </p:grpSpPr>
        <p:sp>
          <p:nvSpPr>
            <p:cNvPr id="19" name="圆角矩形 18"/>
            <p:cNvSpPr/>
            <p:nvPr/>
          </p:nvSpPr>
          <p:spPr>
            <a:xfrm>
              <a:off x="4000496" y="2143116"/>
              <a:ext cx="1285884" cy="571504"/>
            </a:xfrm>
            <a:prstGeom prst="roundRect">
              <a:avLst/>
            </a:prstGeom>
            <a:solidFill>
              <a:schemeClr val="accent3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zh-CN" sz="20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{2,</a:t>
              </a:r>
              <a:r>
                <a:rPr lang="en-US" altLang="zh-CN" sz="2000" smtClean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  <a:r>
                <a:rPr lang="en-US" altLang="zh-CN" sz="20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,3}</a:t>
              </a:r>
              <a:endParaRPr lang="zh-CN" altLang="en-US" sz="20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cxnSp>
          <p:nvCxnSpPr>
            <p:cNvPr id="48" name="直接连接符 47"/>
            <p:cNvCxnSpPr>
              <a:stCxn id="2" idx="2"/>
              <a:endCxn id="19" idx="0"/>
            </p:cNvCxnSpPr>
            <p:nvPr/>
          </p:nvCxnSpPr>
          <p:spPr>
            <a:xfrm>
              <a:off x="4643438" y="1081594"/>
              <a:ext cx="0" cy="1061522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53" name="TextBox 52"/>
            <p:cNvSpPr txBox="1"/>
            <p:nvPr/>
          </p:nvSpPr>
          <p:spPr>
            <a:xfrm>
              <a:off x="4714876" y="1488032"/>
              <a:ext cx="28575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8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2</a:t>
              </a:r>
              <a:endParaRPr lang="zh-CN" altLang="en-US" sz="18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grpSp>
        <p:nvGrpSpPr>
          <p:cNvPr id="62" name="组合 64"/>
          <p:cNvGrpSpPr/>
          <p:nvPr/>
        </p:nvGrpSpPr>
        <p:grpSpPr>
          <a:xfrm>
            <a:off x="4643438" y="1543802"/>
            <a:ext cx="3571900" cy="1633026"/>
            <a:chOff x="4643438" y="1081594"/>
            <a:chExt cx="3571900" cy="1633026"/>
          </a:xfrm>
        </p:grpSpPr>
        <p:sp>
          <p:nvSpPr>
            <p:cNvPr id="32" name="圆角矩形 31"/>
            <p:cNvSpPr/>
            <p:nvPr/>
          </p:nvSpPr>
          <p:spPr>
            <a:xfrm>
              <a:off x="6929454" y="2143116"/>
              <a:ext cx="1285884" cy="571504"/>
            </a:xfrm>
            <a:prstGeom prst="roundRect">
              <a:avLst/>
            </a:prstGeom>
            <a:solidFill>
              <a:schemeClr val="accent3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zh-CN" sz="20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{3,</a:t>
              </a:r>
              <a:r>
                <a:rPr lang="en-US" altLang="zh-CN" sz="2000" smtClean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2</a:t>
              </a:r>
              <a:r>
                <a:rPr lang="en-US" altLang="zh-CN" sz="20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,1}</a:t>
              </a:r>
              <a:endParaRPr lang="zh-CN" altLang="en-US" sz="20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cxnSp>
          <p:nvCxnSpPr>
            <p:cNvPr id="50" name="直接连接符 49"/>
            <p:cNvCxnSpPr>
              <a:stCxn id="2" idx="2"/>
              <a:endCxn id="32" idx="0"/>
            </p:cNvCxnSpPr>
            <p:nvPr/>
          </p:nvCxnSpPr>
          <p:spPr>
            <a:xfrm>
              <a:off x="4643438" y="1081594"/>
              <a:ext cx="2928958" cy="1061522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54" name="TextBox 53"/>
            <p:cNvSpPr txBox="1"/>
            <p:nvPr/>
          </p:nvSpPr>
          <p:spPr>
            <a:xfrm>
              <a:off x="6429388" y="1357298"/>
              <a:ext cx="28575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8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  <a:endParaRPr lang="zh-CN" altLang="en-US" sz="18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sp>
        <p:nvSpPr>
          <p:cNvPr id="70" name="TextBox 69"/>
          <p:cNvSpPr txBox="1"/>
          <p:nvPr/>
        </p:nvSpPr>
        <p:spPr>
          <a:xfrm>
            <a:off x="3777142" y="2026826"/>
            <a:ext cx="221457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200" b="1" dirty="0" smtClean="0">
                <a:solidFill>
                  <a:srgbClr val="0000FF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产生了所有的解</a:t>
            </a:r>
            <a:endParaRPr lang="zh-CN" altLang="en-US" sz="2200" b="1" dirty="0">
              <a:solidFill>
                <a:srgbClr val="0000FF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4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5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7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7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83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0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03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16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19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24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Text Box 3"/>
          <p:cNvSpPr txBox="1">
            <a:spLocks noChangeArrowheads="1"/>
          </p:cNvSpPr>
          <p:nvPr/>
        </p:nvSpPr>
        <p:spPr bwMode="auto">
          <a:xfrm>
            <a:off x="468313" y="1341438"/>
            <a:ext cx="8135937" cy="41319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lnSpc>
                <a:spcPts val="3500"/>
              </a:lnSpc>
              <a:spcBef>
                <a:spcPts val="0"/>
              </a:spcBef>
            </a:pPr>
            <a:r>
              <a:rPr lang="zh-CN" altLang="en-US" sz="20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　　通常以回溯算法的解空间树中的结点数作为算法的时间分析依</a:t>
            </a:r>
            <a:r>
              <a:rPr lang="zh-CN" altLang="en-US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据，假</a:t>
            </a:r>
            <a:r>
              <a:rPr lang="zh-CN" altLang="en-US" sz="20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设解空间树共有</a:t>
            </a:r>
            <a:r>
              <a:rPr lang="en-US" altLang="zh-CN" sz="2000" b="1" i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n</a:t>
            </a:r>
            <a:r>
              <a:rPr lang="zh-CN" altLang="en-US" sz="20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层。</a:t>
            </a:r>
          </a:p>
          <a:p>
            <a:pPr>
              <a:lnSpc>
                <a:spcPts val="3500"/>
              </a:lnSpc>
              <a:spcBef>
                <a:spcPts val="0"/>
              </a:spcBef>
            </a:pPr>
            <a:r>
              <a:rPr lang="zh-CN" altLang="en-US" sz="20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　　第</a:t>
            </a:r>
            <a:r>
              <a:rPr lang="en-US" altLang="zh-CN" sz="20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1</a:t>
            </a:r>
            <a:r>
              <a:rPr lang="zh-CN" altLang="en-US" sz="20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层有</a:t>
            </a:r>
            <a:r>
              <a:rPr lang="en-US" altLang="zh-CN" sz="2000" b="1" i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m</a:t>
            </a:r>
            <a:r>
              <a:rPr lang="en-US" altLang="zh-CN" sz="2000" b="1" baseline="-25000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0</a:t>
            </a:r>
            <a:r>
              <a:rPr lang="zh-CN" altLang="en-US" sz="20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个满足约束条件的结</a:t>
            </a:r>
            <a:r>
              <a:rPr lang="zh-CN" altLang="en-US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点，每</a:t>
            </a:r>
            <a:r>
              <a:rPr lang="zh-CN" altLang="en-US" sz="20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个结点有</a:t>
            </a:r>
            <a:r>
              <a:rPr lang="en-US" altLang="zh-CN" sz="2000" b="1" i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m</a:t>
            </a:r>
            <a:r>
              <a:rPr lang="en-US" altLang="zh-CN" sz="2000" b="1" baseline="-25000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1</a:t>
            </a:r>
            <a:r>
              <a:rPr lang="zh-CN" altLang="en-US" sz="20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个满足约束条件的结点；</a:t>
            </a:r>
          </a:p>
          <a:p>
            <a:pPr>
              <a:lnSpc>
                <a:spcPts val="3500"/>
              </a:lnSpc>
              <a:spcBef>
                <a:spcPts val="0"/>
              </a:spcBef>
            </a:pPr>
            <a:r>
              <a:rPr lang="zh-CN" altLang="en-US" sz="20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　　第</a:t>
            </a:r>
            <a:r>
              <a:rPr lang="en-US" altLang="zh-CN" sz="20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2</a:t>
            </a:r>
            <a:r>
              <a:rPr lang="zh-CN" altLang="en-US" sz="20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层有</a:t>
            </a:r>
            <a:r>
              <a:rPr lang="en-US" altLang="zh-CN" sz="2000" b="1" i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m</a:t>
            </a:r>
            <a:r>
              <a:rPr lang="en-US" altLang="zh-CN" sz="2000" b="1" baseline="-25000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0</a:t>
            </a:r>
            <a:r>
              <a:rPr lang="en-US" altLang="zh-CN" sz="2000" b="1" i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m</a:t>
            </a:r>
            <a:r>
              <a:rPr lang="en-US" altLang="zh-CN" sz="2000" b="1" baseline="-25000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1</a:t>
            </a:r>
            <a:r>
              <a:rPr lang="zh-CN" altLang="en-US" sz="20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个满足约束条件的结</a:t>
            </a:r>
            <a:r>
              <a:rPr lang="zh-CN" altLang="en-US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点，同理，第</a:t>
            </a:r>
            <a:r>
              <a:rPr lang="en-US" altLang="zh-CN" sz="20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3</a:t>
            </a:r>
            <a:r>
              <a:rPr lang="zh-CN" altLang="en-US" sz="20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层有</a:t>
            </a:r>
            <a:r>
              <a:rPr lang="en-US" altLang="zh-CN" sz="2000" b="1" i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m</a:t>
            </a:r>
            <a:r>
              <a:rPr lang="en-US" altLang="zh-CN" sz="2000" b="1" baseline="-25000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0</a:t>
            </a:r>
            <a:r>
              <a:rPr lang="en-US" altLang="zh-CN" sz="2000" b="1" i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m</a:t>
            </a:r>
            <a:r>
              <a:rPr lang="en-US" altLang="zh-CN" sz="2000" b="1" baseline="-25000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1</a:t>
            </a:r>
            <a:r>
              <a:rPr lang="en-US" altLang="zh-CN" sz="2000" b="1" i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m</a:t>
            </a:r>
            <a:r>
              <a:rPr lang="en-US" altLang="zh-CN" sz="2000" b="1" baseline="-25000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2</a:t>
            </a:r>
            <a:r>
              <a:rPr lang="zh-CN" altLang="en-US" sz="20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个满足约束条件的结点。</a:t>
            </a:r>
            <a:endParaRPr lang="en-US" altLang="zh-CN" sz="2000" b="1" dirty="0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  <a:p>
            <a:pPr>
              <a:lnSpc>
                <a:spcPts val="3500"/>
              </a:lnSpc>
              <a:spcBef>
                <a:spcPts val="0"/>
              </a:spcBef>
            </a:pPr>
            <a:r>
              <a:rPr lang="zh-CN" altLang="en-US" sz="20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　　第</a:t>
            </a:r>
            <a:r>
              <a:rPr lang="en-US" altLang="zh-CN" sz="2000" b="1" i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n</a:t>
            </a:r>
            <a:r>
              <a:rPr lang="zh-CN" altLang="en-US" sz="20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层有</a:t>
            </a:r>
            <a:r>
              <a:rPr lang="en-US" altLang="zh-CN" sz="2000" b="1" i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m</a:t>
            </a:r>
            <a:r>
              <a:rPr lang="en-US" altLang="zh-CN" sz="2000" b="1" baseline="-25000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0</a:t>
            </a:r>
            <a:r>
              <a:rPr lang="en-US" altLang="zh-CN" sz="2000" b="1" i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m</a:t>
            </a:r>
            <a:r>
              <a:rPr lang="en-US" altLang="zh-CN" sz="2000" b="1" baseline="-25000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1</a:t>
            </a:r>
            <a:r>
              <a:rPr lang="en-US" altLang="zh-CN" sz="20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…</a:t>
            </a:r>
            <a:r>
              <a:rPr lang="en-US" altLang="zh-CN" sz="2000" b="1" i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m</a:t>
            </a:r>
            <a:r>
              <a:rPr lang="en-US" altLang="zh-CN" sz="2000" b="1" i="1" baseline="-25000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n</a:t>
            </a:r>
            <a:r>
              <a:rPr lang="en-US" altLang="zh-CN" sz="2000" b="1" baseline="-25000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-1</a:t>
            </a:r>
            <a:r>
              <a:rPr lang="zh-CN" altLang="en-US" sz="20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个满足约束条件的结</a:t>
            </a:r>
            <a:r>
              <a:rPr lang="zh-CN" altLang="en-US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点，则</a:t>
            </a:r>
            <a:r>
              <a:rPr lang="zh-CN" altLang="en-US" sz="20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采用回溯法求所有解的算法的执行时间为　</a:t>
            </a:r>
          </a:p>
          <a:p>
            <a:pPr>
              <a:lnSpc>
                <a:spcPts val="3500"/>
              </a:lnSpc>
              <a:spcBef>
                <a:spcPts val="0"/>
              </a:spcBef>
            </a:pPr>
            <a:r>
              <a:rPr lang="zh-CN" altLang="en-US" sz="20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　　</a:t>
            </a:r>
            <a:r>
              <a:rPr lang="en-US" altLang="zh-CN" sz="2000" b="1" dirty="0">
                <a:solidFill>
                  <a:srgbClr val="CC00FF"/>
                </a:solidFill>
                <a:latin typeface="Consolas" pitchFamily="49" charset="0"/>
                <a:cs typeface="Consolas" pitchFamily="49" charset="0"/>
              </a:rPr>
              <a:t>T(</a:t>
            </a:r>
            <a:r>
              <a:rPr lang="en-US" altLang="zh-CN" sz="2000" b="1" i="1" dirty="0">
                <a:solidFill>
                  <a:srgbClr val="CC00FF"/>
                </a:solidFill>
                <a:latin typeface="Consolas" pitchFamily="49" charset="0"/>
                <a:cs typeface="Consolas" pitchFamily="49" charset="0"/>
              </a:rPr>
              <a:t>n</a:t>
            </a:r>
            <a:r>
              <a:rPr lang="en-US" altLang="zh-CN" sz="2000" b="1" dirty="0">
                <a:solidFill>
                  <a:srgbClr val="CC00FF"/>
                </a:solidFill>
                <a:latin typeface="Consolas" pitchFamily="49" charset="0"/>
                <a:cs typeface="Consolas" pitchFamily="49" charset="0"/>
              </a:rPr>
              <a:t>)=</a:t>
            </a:r>
            <a:r>
              <a:rPr lang="en-US" altLang="zh-CN" sz="2000" b="1" i="1" dirty="0">
                <a:solidFill>
                  <a:srgbClr val="CC00FF"/>
                </a:solidFill>
                <a:latin typeface="Consolas" pitchFamily="49" charset="0"/>
                <a:cs typeface="Consolas" pitchFamily="49" charset="0"/>
              </a:rPr>
              <a:t>m</a:t>
            </a:r>
            <a:r>
              <a:rPr lang="en-US" altLang="zh-CN" sz="2000" b="1" baseline="-25000" dirty="0">
                <a:solidFill>
                  <a:srgbClr val="CC00FF"/>
                </a:solidFill>
                <a:latin typeface="Consolas" pitchFamily="49" charset="0"/>
                <a:cs typeface="Consolas" pitchFamily="49" charset="0"/>
              </a:rPr>
              <a:t>0</a:t>
            </a:r>
            <a:r>
              <a:rPr lang="en-US" altLang="zh-CN" sz="2000" b="1" dirty="0">
                <a:solidFill>
                  <a:srgbClr val="CC00FF"/>
                </a:solidFill>
                <a:latin typeface="Consolas" pitchFamily="49" charset="0"/>
                <a:cs typeface="Consolas" pitchFamily="49" charset="0"/>
              </a:rPr>
              <a:t>+</a:t>
            </a:r>
            <a:r>
              <a:rPr lang="en-US" altLang="zh-CN" sz="2000" b="1" i="1" dirty="0">
                <a:solidFill>
                  <a:srgbClr val="CC00FF"/>
                </a:solidFill>
                <a:latin typeface="Consolas" pitchFamily="49" charset="0"/>
                <a:cs typeface="Consolas" pitchFamily="49" charset="0"/>
              </a:rPr>
              <a:t>m</a:t>
            </a:r>
            <a:r>
              <a:rPr lang="en-US" altLang="zh-CN" sz="2000" b="1" baseline="-25000" dirty="0">
                <a:solidFill>
                  <a:srgbClr val="CC00FF"/>
                </a:solidFill>
                <a:latin typeface="Consolas" pitchFamily="49" charset="0"/>
                <a:cs typeface="Consolas" pitchFamily="49" charset="0"/>
              </a:rPr>
              <a:t>0</a:t>
            </a:r>
            <a:r>
              <a:rPr lang="en-US" altLang="zh-CN" sz="2000" b="1" i="1" dirty="0">
                <a:solidFill>
                  <a:srgbClr val="CC00FF"/>
                </a:solidFill>
                <a:latin typeface="Consolas" pitchFamily="49" charset="0"/>
                <a:cs typeface="Consolas" pitchFamily="49" charset="0"/>
              </a:rPr>
              <a:t>m</a:t>
            </a:r>
            <a:r>
              <a:rPr lang="en-US" altLang="zh-CN" sz="2000" b="1" baseline="-25000" dirty="0">
                <a:solidFill>
                  <a:srgbClr val="CC00FF"/>
                </a:solidFill>
                <a:latin typeface="Consolas" pitchFamily="49" charset="0"/>
                <a:cs typeface="Consolas" pitchFamily="49" charset="0"/>
              </a:rPr>
              <a:t>1</a:t>
            </a:r>
            <a:r>
              <a:rPr lang="en-US" altLang="zh-CN" sz="2000" b="1" dirty="0">
                <a:solidFill>
                  <a:srgbClr val="CC00FF"/>
                </a:solidFill>
                <a:latin typeface="Consolas" pitchFamily="49" charset="0"/>
                <a:cs typeface="Consolas" pitchFamily="49" charset="0"/>
              </a:rPr>
              <a:t>+</a:t>
            </a:r>
            <a:r>
              <a:rPr lang="en-US" altLang="zh-CN" sz="2000" b="1" i="1" dirty="0">
                <a:solidFill>
                  <a:srgbClr val="CC00FF"/>
                </a:solidFill>
                <a:latin typeface="Consolas" pitchFamily="49" charset="0"/>
                <a:cs typeface="Consolas" pitchFamily="49" charset="0"/>
              </a:rPr>
              <a:t>m</a:t>
            </a:r>
            <a:r>
              <a:rPr lang="en-US" altLang="zh-CN" sz="2000" b="1" baseline="-25000" dirty="0">
                <a:solidFill>
                  <a:srgbClr val="CC00FF"/>
                </a:solidFill>
                <a:latin typeface="Consolas" pitchFamily="49" charset="0"/>
                <a:cs typeface="Consolas" pitchFamily="49" charset="0"/>
              </a:rPr>
              <a:t>0</a:t>
            </a:r>
            <a:r>
              <a:rPr lang="en-US" altLang="zh-CN" sz="2000" b="1" i="1" dirty="0">
                <a:solidFill>
                  <a:srgbClr val="CC00FF"/>
                </a:solidFill>
                <a:latin typeface="Consolas" pitchFamily="49" charset="0"/>
                <a:cs typeface="Consolas" pitchFamily="49" charset="0"/>
              </a:rPr>
              <a:t>m</a:t>
            </a:r>
            <a:r>
              <a:rPr lang="en-US" altLang="zh-CN" sz="2000" b="1" baseline="-25000" dirty="0">
                <a:solidFill>
                  <a:srgbClr val="CC00FF"/>
                </a:solidFill>
                <a:latin typeface="Consolas" pitchFamily="49" charset="0"/>
                <a:cs typeface="Consolas" pitchFamily="49" charset="0"/>
              </a:rPr>
              <a:t>1</a:t>
            </a:r>
            <a:r>
              <a:rPr lang="en-US" altLang="zh-CN" sz="2000" b="1" i="1" dirty="0">
                <a:solidFill>
                  <a:srgbClr val="CC00FF"/>
                </a:solidFill>
                <a:latin typeface="Consolas" pitchFamily="49" charset="0"/>
                <a:cs typeface="Consolas" pitchFamily="49" charset="0"/>
              </a:rPr>
              <a:t>m</a:t>
            </a:r>
            <a:r>
              <a:rPr lang="en-US" altLang="zh-CN" sz="2000" b="1" baseline="-25000" dirty="0">
                <a:solidFill>
                  <a:srgbClr val="CC00FF"/>
                </a:solidFill>
                <a:latin typeface="Consolas" pitchFamily="49" charset="0"/>
                <a:cs typeface="Consolas" pitchFamily="49" charset="0"/>
              </a:rPr>
              <a:t>2</a:t>
            </a:r>
            <a:r>
              <a:rPr lang="en-US" altLang="zh-CN" sz="2000" b="1" dirty="0">
                <a:solidFill>
                  <a:srgbClr val="CC00FF"/>
                </a:solidFill>
                <a:latin typeface="Consolas" pitchFamily="49" charset="0"/>
                <a:cs typeface="Consolas" pitchFamily="49" charset="0"/>
              </a:rPr>
              <a:t>+…+</a:t>
            </a:r>
            <a:r>
              <a:rPr lang="en-US" altLang="zh-CN" sz="2000" b="1" i="1" dirty="0">
                <a:solidFill>
                  <a:srgbClr val="CC00FF"/>
                </a:solidFill>
                <a:latin typeface="Consolas" pitchFamily="49" charset="0"/>
                <a:cs typeface="Consolas" pitchFamily="49" charset="0"/>
              </a:rPr>
              <a:t>m</a:t>
            </a:r>
            <a:r>
              <a:rPr lang="en-US" altLang="zh-CN" sz="2000" b="1" baseline="-25000" dirty="0">
                <a:solidFill>
                  <a:srgbClr val="CC00FF"/>
                </a:solidFill>
                <a:latin typeface="Consolas" pitchFamily="49" charset="0"/>
                <a:cs typeface="Consolas" pitchFamily="49" charset="0"/>
              </a:rPr>
              <a:t>0</a:t>
            </a:r>
            <a:r>
              <a:rPr lang="en-US" altLang="zh-CN" sz="2000" b="1" i="1" dirty="0">
                <a:solidFill>
                  <a:srgbClr val="CC00FF"/>
                </a:solidFill>
                <a:latin typeface="Consolas" pitchFamily="49" charset="0"/>
                <a:cs typeface="Consolas" pitchFamily="49" charset="0"/>
              </a:rPr>
              <a:t>m</a:t>
            </a:r>
            <a:r>
              <a:rPr lang="en-US" altLang="zh-CN" sz="2000" b="1" baseline="-25000" dirty="0">
                <a:solidFill>
                  <a:srgbClr val="CC00FF"/>
                </a:solidFill>
                <a:latin typeface="Consolas" pitchFamily="49" charset="0"/>
                <a:cs typeface="Consolas" pitchFamily="49" charset="0"/>
              </a:rPr>
              <a:t>1</a:t>
            </a:r>
            <a:r>
              <a:rPr lang="en-US" altLang="zh-CN" sz="2000" b="1" i="1" dirty="0">
                <a:solidFill>
                  <a:srgbClr val="CC00FF"/>
                </a:solidFill>
                <a:latin typeface="Consolas" pitchFamily="49" charset="0"/>
                <a:cs typeface="Consolas" pitchFamily="49" charset="0"/>
              </a:rPr>
              <a:t>m</a:t>
            </a:r>
            <a:r>
              <a:rPr lang="en-US" altLang="zh-CN" sz="2000" b="1" baseline="-25000" dirty="0">
                <a:solidFill>
                  <a:srgbClr val="CC00FF"/>
                </a:solidFill>
                <a:latin typeface="Consolas" pitchFamily="49" charset="0"/>
                <a:cs typeface="Consolas" pitchFamily="49" charset="0"/>
              </a:rPr>
              <a:t>2</a:t>
            </a:r>
            <a:r>
              <a:rPr lang="en-US" altLang="zh-CN" sz="2000" b="1" dirty="0">
                <a:solidFill>
                  <a:srgbClr val="CC00FF"/>
                </a:solidFill>
                <a:latin typeface="Consolas" pitchFamily="49" charset="0"/>
                <a:cs typeface="Consolas" pitchFamily="49" charset="0"/>
              </a:rPr>
              <a:t>…</a:t>
            </a:r>
            <a:r>
              <a:rPr lang="en-US" altLang="zh-CN" sz="2000" b="1" i="1" dirty="0">
                <a:solidFill>
                  <a:srgbClr val="CC00FF"/>
                </a:solidFill>
                <a:latin typeface="Consolas" pitchFamily="49" charset="0"/>
                <a:cs typeface="Consolas" pitchFamily="49" charset="0"/>
              </a:rPr>
              <a:t>m</a:t>
            </a:r>
            <a:r>
              <a:rPr lang="en-US" altLang="zh-CN" sz="2000" b="1" i="1" baseline="-25000" dirty="0">
                <a:solidFill>
                  <a:srgbClr val="CC00FF"/>
                </a:solidFill>
                <a:latin typeface="Consolas" pitchFamily="49" charset="0"/>
                <a:cs typeface="Consolas" pitchFamily="49" charset="0"/>
              </a:rPr>
              <a:t>n</a:t>
            </a:r>
            <a:r>
              <a:rPr lang="en-US" altLang="zh-CN" sz="2000" b="1" baseline="-25000" dirty="0">
                <a:solidFill>
                  <a:srgbClr val="CC00FF"/>
                </a:solidFill>
                <a:latin typeface="Consolas" pitchFamily="49" charset="0"/>
                <a:cs typeface="Consolas" pitchFamily="49" charset="0"/>
              </a:rPr>
              <a:t>-1</a:t>
            </a:r>
            <a:r>
              <a:rPr lang="zh-CN" altLang="en-US" sz="20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。</a:t>
            </a:r>
          </a:p>
        </p:txBody>
      </p:sp>
      <p:sp>
        <p:nvSpPr>
          <p:cNvPr id="34820" name="Text Box 4"/>
          <p:cNvSpPr txBox="1">
            <a:spLocks noChangeArrowheads="1"/>
          </p:cNvSpPr>
          <p:nvPr/>
        </p:nvSpPr>
        <p:spPr bwMode="auto">
          <a:xfrm>
            <a:off x="857224" y="5715016"/>
            <a:ext cx="5786478" cy="4001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000" b="1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通常情况</a:t>
            </a:r>
            <a:r>
              <a:rPr lang="zh-CN" altLang="en-US" sz="2000" b="1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下，回</a:t>
            </a:r>
            <a:r>
              <a:rPr lang="zh-CN" altLang="en-US" sz="2000" b="1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溯法的效率会高</a:t>
            </a:r>
            <a:r>
              <a:rPr lang="zh-CN" altLang="en-US" sz="2000" b="1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于蛮力法</a:t>
            </a:r>
            <a:r>
              <a:rPr lang="zh-CN" altLang="en-US" sz="2000" b="1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。 </a:t>
            </a:r>
          </a:p>
        </p:txBody>
      </p:sp>
      <p:sp>
        <p:nvSpPr>
          <p:cNvPr id="6" name="文本占位符 3"/>
          <p:cNvSpPr>
            <a:spLocks noGrp="1"/>
          </p:cNvSpPr>
          <p:nvPr>
            <p:ph type="body" sz="quarter" idx="13"/>
          </p:nvPr>
        </p:nvSpPr>
        <p:spPr>
          <a:xfrm>
            <a:off x="-498107" y="261275"/>
            <a:ext cx="7262260" cy="864000"/>
          </a:xfrm>
        </p:spPr>
        <p:txBody>
          <a:bodyPr/>
          <a:lstStyle/>
          <a:p>
            <a:pPr>
              <a:spcBef>
                <a:spcPct val="50000"/>
              </a:spcBef>
              <a:defRPr/>
            </a:pPr>
            <a:r>
              <a:rPr lang="zh-CN" altLang="en-US" sz="2800" dirty="0" smtClean="0">
                <a:sym typeface="+mn-ea"/>
              </a:rPr>
              <a:t>回溯法算法的时空性能</a:t>
            </a: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85720" y="1811581"/>
            <a:ext cx="8572560" cy="44649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    </a:t>
            </a:r>
            <a:r>
              <a:rPr lang="zh-CN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给定无向连通图</a:t>
            </a:r>
            <a:r>
              <a:rPr lang="en-US" altLang="zh-CN" sz="2000" b="1" i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G</a:t>
            </a:r>
            <a:r>
              <a:rPr lang="zh-CN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和</a:t>
            </a:r>
            <a:r>
              <a:rPr lang="en-US" altLang="zh-CN" sz="2000" b="1" i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m</a:t>
            </a:r>
            <a:r>
              <a:rPr lang="zh-CN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种不同的颜色。用这些颜色为图</a:t>
            </a:r>
            <a:r>
              <a:rPr lang="en-US" altLang="zh-CN" sz="2000" b="1" i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G</a:t>
            </a:r>
            <a:r>
              <a:rPr lang="zh-CN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的各顶点着色，每个顶点着一种颜色。如果有一种着色法使</a:t>
            </a:r>
            <a:r>
              <a:rPr lang="en-US" altLang="zh-CN" sz="2000" b="1" i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G</a:t>
            </a:r>
            <a:r>
              <a:rPr lang="zh-CN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中每条边的两个顶点着不同颜色，则称这个图是</a:t>
            </a:r>
            <a:r>
              <a:rPr lang="en-US" altLang="zh-CN" sz="2000" b="1" i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m</a:t>
            </a:r>
            <a:r>
              <a:rPr lang="zh-CN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可着色的。</a:t>
            </a:r>
            <a:r>
              <a:rPr lang="zh-CN" altLang="zh-CN" sz="2000" b="1" dirty="0" smtClean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图的</a:t>
            </a:r>
            <a:r>
              <a:rPr lang="en-US" altLang="zh-CN" sz="2000" b="1" i="1" dirty="0" smtClean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m</a:t>
            </a:r>
            <a:r>
              <a:rPr lang="zh-CN" altLang="zh-CN" sz="2000" b="1" dirty="0" smtClean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着色问题是对于给定图</a:t>
            </a:r>
            <a:r>
              <a:rPr lang="en-US" altLang="zh-CN" sz="2000" b="1" i="1" dirty="0" smtClean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G</a:t>
            </a:r>
            <a:r>
              <a:rPr lang="zh-CN" altLang="zh-CN" sz="2000" b="1" dirty="0" smtClean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和</a:t>
            </a:r>
            <a:r>
              <a:rPr lang="en-US" altLang="zh-CN" sz="2000" b="1" i="1" dirty="0" smtClean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m</a:t>
            </a:r>
            <a:r>
              <a:rPr lang="zh-CN" altLang="zh-CN" sz="2000" b="1" dirty="0" smtClean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种颜色，找出所有不同的着色法</a:t>
            </a:r>
            <a:r>
              <a:rPr lang="zh-CN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。</a:t>
            </a:r>
          </a:p>
          <a:p>
            <a:pPr>
              <a:lnSpc>
                <a:spcPct val="150000"/>
              </a:lnSpc>
            </a:pPr>
            <a:r>
              <a:rPr lang="en-US" altLang="zh-CN" sz="22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  </a:t>
            </a:r>
            <a:r>
              <a:rPr lang="zh-CN" altLang="zh-CN" sz="2200" b="1" dirty="0" smtClean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【输入格式】</a:t>
            </a:r>
            <a:r>
              <a:rPr lang="zh-CN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第</a:t>
            </a:r>
            <a:r>
              <a:rPr lang="en-US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1</a:t>
            </a:r>
            <a:r>
              <a:rPr lang="zh-CN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行有</a:t>
            </a:r>
            <a:r>
              <a:rPr lang="en-US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3</a:t>
            </a:r>
            <a:r>
              <a:rPr lang="zh-CN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个正整数</a:t>
            </a:r>
            <a:r>
              <a:rPr lang="en-US" altLang="zh-CN" sz="2000" b="1" i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n</a:t>
            </a:r>
            <a:r>
              <a:rPr lang="zh-CN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、</a:t>
            </a:r>
            <a:r>
              <a:rPr lang="en-US" altLang="zh-CN" sz="2000" b="1" i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k</a:t>
            </a:r>
            <a:r>
              <a:rPr lang="zh-CN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和</a:t>
            </a:r>
            <a:r>
              <a:rPr lang="en-US" altLang="zh-CN" sz="2000" b="1" i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m</a:t>
            </a:r>
            <a:r>
              <a:rPr lang="zh-CN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，表示给定的图</a:t>
            </a:r>
            <a:r>
              <a:rPr lang="en-US" altLang="zh-CN" sz="2000" b="1" i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G</a:t>
            </a:r>
            <a:r>
              <a:rPr lang="zh-CN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有</a:t>
            </a:r>
            <a:r>
              <a:rPr lang="en-US" altLang="zh-CN" sz="2000" b="1" i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n</a:t>
            </a:r>
            <a:r>
              <a:rPr lang="zh-CN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个顶点和</a:t>
            </a:r>
            <a:r>
              <a:rPr lang="en-US" altLang="zh-CN" sz="2000" b="1" i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k</a:t>
            </a:r>
            <a:r>
              <a:rPr lang="zh-CN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条边，</a:t>
            </a:r>
            <a:r>
              <a:rPr lang="en-US" altLang="zh-CN" sz="2000" b="1" i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m</a:t>
            </a:r>
            <a:r>
              <a:rPr lang="zh-CN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种颜色。顶点编号为</a:t>
            </a:r>
            <a:r>
              <a:rPr lang="en-US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1</a:t>
            </a:r>
            <a:r>
              <a:rPr lang="zh-CN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，</a:t>
            </a:r>
            <a:r>
              <a:rPr lang="en-US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2</a:t>
            </a:r>
            <a:r>
              <a:rPr lang="zh-CN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，…，</a:t>
            </a:r>
            <a:r>
              <a:rPr lang="en-US" altLang="zh-CN" sz="2000" b="1" i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n</a:t>
            </a:r>
            <a:r>
              <a:rPr lang="zh-CN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。接下来的</a:t>
            </a:r>
            <a:r>
              <a:rPr lang="en-US" altLang="zh-CN" sz="2000" b="1" i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k</a:t>
            </a:r>
            <a:r>
              <a:rPr lang="zh-CN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行中，每行有两个正整数</a:t>
            </a:r>
            <a:r>
              <a:rPr lang="en-US" altLang="zh-CN" sz="2000" b="1" i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u</a:t>
            </a:r>
            <a:r>
              <a:rPr lang="zh-CN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、</a:t>
            </a:r>
            <a:r>
              <a:rPr lang="en-US" altLang="zh-CN" sz="2000" b="1" i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v</a:t>
            </a:r>
            <a:r>
              <a:rPr lang="zh-CN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，表示图</a:t>
            </a:r>
            <a:r>
              <a:rPr lang="en-US" altLang="zh-CN" sz="2000" b="1" i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G</a:t>
            </a:r>
            <a:r>
              <a:rPr lang="zh-CN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的一条边（</a:t>
            </a:r>
            <a:r>
              <a:rPr lang="en-US" altLang="zh-CN" sz="2000" b="1" i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u</a:t>
            </a:r>
            <a:r>
              <a:rPr lang="zh-CN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，</a:t>
            </a:r>
            <a:r>
              <a:rPr lang="en-US" altLang="zh-CN" sz="2000" b="1" i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v</a:t>
            </a:r>
            <a:r>
              <a:rPr lang="zh-CN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）。</a:t>
            </a:r>
          </a:p>
          <a:p>
            <a:pPr>
              <a:lnSpc>
                <a:spcPct val="150000"/>
              </a:lnSpc>
            </a:pPr>
            <a:r>
              <a:rPr lang="en-US" altLang="zh-CN" sz="22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  </a:t>
            </a:r>
            <a:r>
              <a:rPr lang="zh-CN" altLang="zh-CN" sz="2200" b="1" dirty="0" smtClean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【输出格式】</a:t>
            </a:r>
            <a:r>
              <a:rPr lang="zh-CN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程序运行结束时，将计算出的不同的着色方案数输出。如果不能着色，程序输出</a:t>
            </a:r>
            <a:r>
              <a:rPr lang="en-US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-1</a:t>
            </a:r>
            <a:r>
              <a:rPr lang="zh-CN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。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sz="3600" dirty="0" err="1" smtClean="0">
                <a:sym typeface="+mn-ea"/>
              </a:rPr>
              <a:t>求解图的m着色问题</a:t>
            </a:r>
            <a:endParaRPr lang="en-US" altLang="zh-CN" sz="3600" dirty="0" smtClean="0">
              <a:sym typeface="+mn-ea"/>
            </a:endParaRPr>
          </a:p>
        </p:txBody>
      </p:sp>
      <p:sp>
        <p:nvSpPr>
          <p:cNvPr id="5" name="文本框 10"/>
          <p:cNvSpPr txBox="1"/>
          <p:nvPr/>
        </p:nvSpPr>
        <p:spPr>
          <a:xfrm>
            <a:off x="0" y="1256508"/>
            <a:ext cx="2514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zh-CN" altLang="en-US" sz="2400" b="1" dirty="0" smtClean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一、</a:t>
            </a:r>
            <a:r>
              <a:rPr lang="zh-CN" altLang="en-US" sz="2400" b="1" dirty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问</a:t>
            </a:r>
            <a:r>
              <a:rPr lang="zh-CN" altLang="en-US" sz="2400" b="1" dirty="0" smtClean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题描述</a:t>
            </a:r>
            <a:endParaRPr lang="zh-CN" altLang="en-US" sz="2400" b="1" dirty="0">
              <a:solidFill>
                <a:srgbClr val="FF0000"/>
              </a:solidFill>
              <a:latin typeface="Consolas" pitchFamily="49" charset="0"/>
              <a:cs typeface="Consolas" pitchFamily="49" charset="0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00100" y="1357298"/>
            <a:ext cx="6000792" cy="375329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180000" tIns="144000" rIns="180000" bIns="144000" rtlCol="0">
            <a:spAutoFit/>
          </a:bodyPr>
          <a:lstStyle/>
          <a:p>
            <a:pPr>
              <a:lnSpc>
                <a:spcPts val="3000"/>
              </a:lnSpc>
            </a:pPr>
            <a:r>
              <a:rPr lang="zh-CN" altLang="zh-CN" sz="20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【输入样例】</a:t>
            </a:r>
          </a:p>
          <a:p>
            <a:pPr>
              <a:lnSpc>
                <a:spcPts val="3000"/>
              </a:lnSpc>
            </a:pPr>
            <a:r>
              <a:rPr lang="en-US" altLang="zh-CN" sz="2000" b="1" dirty="0" smtClean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4 4 3</a:t>
            </a:r>
            <a:endParaRPr lang="zh-CN" altLang="zh-CN" sz="2000" b="1" dirty="0" smtClean="0">
              <a:solidFill>
                <a:srgbClr val="0000FF"/>
              </a:solidFill>
              <a:latin typeface="Consolas" panose="020B0609020204030204" pitchFamily="49" charset="0"/>
              <a:ea typeface="楷体" panose="02010609060101010101" pitchFamily="49" charset="-122"/>
              <a:cs typeface="Consolas" panose="020B0609020204030204" pitchFamily="49" charset="0"/>
            </a:endParaRPr>
          </a:p>
          <a:p>
            <a:pPr>
              <a:lnSpc>
                <a:spcPts val="3000"/>
              </a:lnSpc>
            </a:pPr>
            <a:r>
              <a:rPr lang="en-US" altLang="zh-CN" sz="2000" b="1" dirty="0" smtClean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1 2</a:t>
            </a:r>
            <a:endParaRPr lang="zh-CN" altLang="zh-CN" sz="2000" b="1" dirty="0" smtClean="0">
              <a:solidFill>
                <a:srgbClr val="0000FF"/>
              </a:solidFill>
              <a:latin typeface="Consolas" panose="020B0609020204030204" pitchFamily="49" charset="0"/>
              <a:ea typeface="楷体" panose="02010609060101010101" pitchFamily="49" charset="-122"/>
              <a:cs typeface="Consolas" panose="020B0609020204030204" pitchFamily="49" charset="0"/>
            </a:endParaRPr>
          </a:p>
          <a:p>
            <a:pPr>
              <a:lnSpc>
                <a:spcPts val="3000"/>
              </a:lnSpc>
            </a:pPr>
            <a:r>
              <a:rPr lang="en-US" altLang="zh-CN" sz="2000" b="1" dirty="0" smtClean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1 3</a:t>
            </a:r>
            <a:endParaRPr lang="zh-CN" altLang="zh-CN" sz="2000" b="1" dirty="0" smtClean="0">
              <a:solidFill>
                <a:srgbClr val="0000FF"/>
              </a:solidFill>
              <a:latin typeface="Consolas" panose="020B0609020204030204" pitchFamily="49" charset="0"/>
              <a:ea typeface="楷体" panose="02010609060101010101" pitchFamily="49" charset="-122"/>
              <a:cs typeface="Consolas" panose="020B0609020204030204" pitchFamily="49" charset="0"/>
            </a:endParaRPr>
          </a:p>
          <a:p>
            <a:pPr>
              <a:lnSpc>
                <a:spcPts val="3000"/>
              </a:lnSpc>
            </a:pPr>
            <a:r>
              <a:rPr lang="en-US" altLang="zh-CN" sz="2000" b="1" dirty="0" smtClean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1 4</a:t>
            </a:r>
            <a:endParaRPr lang="zh-CN" altLang="zh-CN" sz="2000" b="1" dirty="0" smtClean="0">
              <a:solidFill>
                <a:srgbClr val="0000FF"/>
              </a:solidFill>
              <a:latin typeface="Consolas" panose="020B0609020204030204" pitchFamily="49" charset="0"/>
              <a:ea typeface="楷体" panose="02010609060101010101" pitchFamily="49" charset="-122"/>
              <a:cs typeface="Consolas" panose="020B0609020204030204" pitchFamily="49" charset="0"/>
            </a:endParaRPr>
          </a:p>
          <a:p>
            <a:pPr>
              <a:lnSpc>
                <a:spcPts val="3000"/>
              </a:lnSpc>
            </a:pPr>
            <a:r>
              <a:rPr lang="en-US" altLang="zh-CN" sz="2000" b="1" dirty="0" smtClean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2 4</a:t>
            </a:r>
            <a:endParaRPr lang="zh-CN" altLang="zh-CN" sz="2000" b="1" dirty="0" smtClean="0">
              <a:solidFill>
                <a:srgbClr val="0000FF"/>
              </a:solidFill>
              <a:latin typeface="Consolas" panose="020B0609020204030204" pitchFamily="49" charset="0"/>
              <a:ea typeface="楷体" panose="02010609060101010101" pitchFamily="49" charset="-122"/>
              <a:cs typeface="Consolas" panose="020B0609020204030204" pitchFamily="49" charset="0"/>
            </a:endParaRPr>
          </a:p>
          <a:p>
            <a:pPr>
              <a:lnSpc>
                <a:spcPts val="3000"/>
              </a:lnSpc>
            </a:pPr>
            <a:endParaRPr lang="zh-CN" altLang="zh-CN" sz="2000" b="1" dirty="0" smtClean="0">
              <a:solidFill>
                <a:srgbClr val="0000FF"/>
              </a:solidFill>
              <a:latin typeface="Consolas" panose="020B0609020204030204" pitchFamily="49" charset="0"/>
              <a:ea typeface="楷体" panose="02010609060101010101" pitchFamily="49" charset="-122"/>
              <a:cs typeface="Consolas" panose="020B0609020204030204" pitchFamily="49" charset="0"/>
            </a:endParaRPr>
          </a:p>
          <a:p>
            <a:pPr>
              <a:lnSpc>
                <a:spcPts val="3000"/>
              </a:lnSpc>
            </a:pPr>
            <a:r>
              <a:rPr lang="zh-CN" altLang="zh-CN" sz="20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【输出样例】</a:t>
            </a:r>
          </a:p>
          <a:p>
            <a:pPr>
              <a:lnSpc>
                <a:spcPts val="3000"/>
              </a:lnSpc>
            </a:pPr>
            <a:r>
              <a:rPr lang="en-US" altLang="zh-CN" sz="2000" b="1" dirty="0" smtClean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12</a:t>
            </a:r>
            <a:endParaRPr lang="zh-CN" altLang="zh-CN" sz="2000" b="1" dirty="0" smtClean="0">
              <a:solidFill>
                <a:srgbClr val="0000FF"/>
              </a:solidFill>
              <a:latin typeface="Consolas" panose="020B0609020204030204" pitchFamily="49" charset="0"/>
              <a:ea typeface="楷体" panose="02010609060101010101" pitchFamily="49" charset="-122"/>
              <a:cs typeface="Consolas" panose="020B0609020204030204" pitchFamily="49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3"/>
          </p:nvPr>
        </p:nvSpPr>
        <p:spPr>
          <a:xfrm>
            <a:off x="-498107" y="261275"/>
            <a:ext cx="7262260" cy="864000"/>
          </a:xfrm>
        </p:spPr>
        <p:txBody>
          <a:bodyPr/>
          <a:lstStyle/>
          <a:p>
            <a:r>
              <a:rPr lang="en-US" altLang="zh-CN" sz="3600" dirty="0" err="1" smtClean="0">
                <a:sym typeface="+mn-ea"/>
              </a:rPr>
              <a:t>求解图的m着色问题</a:t>
            </a:r>
            <a:endParaRPr lang="en-US" altLang="zh-CN" sz="3600" dirty="0" smtClean="0">
              <a:sym typeface="+mn-ea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/>
          <p:cNvSpPr/>
          <p:nvPr/>
        </p:nvSpPr>
        <p:spPr>
          <a:xfrm>
            <a:off x="1214414" y="1142984"/>
            <a:ext cx="357190" cy="42862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800" b="1" dirty="0" smtClean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endParaRPr lang="zh-CN" altLang="en-US" sz="1800" b="1" dirty="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" name="椭圆 2"/>
          <p:cNvSpPr/>
          <p:nvPr/>
        </p:nvSpPr>
        <p:spPr>
          <a:xfrm>
            <a:off x="2357422" y="500042"/>
            <a:ext cx="357190" cy="42862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800" b="1" smtClean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  <a:endParaRPr lang="zh-CN" altLang="en-US" sz="1800" b="1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椭圆 3"/>
          <p:cNvSpPr/>
          <p:nvPr/>
        </p:nvSpPr>
        <p:spPr>
          <a:xfrm>
            <a:off x="2357422" y="1785926"/>
            <a:ext cx="357190" cy="42862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800" b="1" dirty="0" smtClean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</a:t>
            </a:r>
            <a:endParaRPr lang="zh-CN" altLang="en-US" sz="1800" b="1" dirty="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5" name="椭圆 4"/>
          <p:cNvSpPr/>
          <p:nvPr/>
        </p:nvSpPr>
        <p:spPr>
          <a:xfrm>
            <a:off x="3357554" y="1214422"/>
            <a:ext cx="357190" cy="42862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800" b="1" smtClean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4</a:t>
            </a:r>
            <a:endParaRPr lang="zh-CN" altLang="en-US" sz="1800" b="1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cxnSp>
        <p:nvCxnSpPr>
          <p:cNvPr id="7" name="直接连接符 6"/>
          <p:cNvCxnSpPr>
            <a:stCxn id="2" idx="7"/>
            <a:endCxn id="3" idx="2"/>
          </p:cNvCxnSpPr>
          <p:nvPr/>
        </p:nvCxnSpPr>
        <p:spPr>
          <a:xfrm rot="5400000" flipH="1" flipV="1">
            <a:off x="1692659" y="540993"/>
            <a:ext cx="491399" cy="83812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直接连接符 8"/>
          <p:cNvCxnSpPr>
            <a:stCxn id="2" idx="5"/>
            <a:endCxn id="4" idx="2"/>
          </p:cNvCxnSpPr>
          <p:nvPr/>
        </p:nvCxnSpPr>
        <p:spPr>
          <a:xfrm rot="16200000" flipH="1">
            <a:off x="1692659" y="1335476"/>
            <a:ext cx="491399" cy="83812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直接连接符 10"/>
          <p:cNvCxnSpPr>
            <a:stCxn id="2" idx="6"/>
            <a:endCxn id="5" idx="2"/>
          </p:cNvCxnSpPr>
          <p:nvPr/>
        </p:nvCxnSpPr>
        <p:spPr>
          <a:xfrm>
            <a:off x="1571604" y="1357298"/>
            <a:ext cx="1785950" cy="7143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直接连接符 12"/>
          <p:cNvCxnSpPr>
            <a:stCxn id="3" idx="6"/>
            <a:endCxn id="5" idx="1"/>
          </p:cNvCxnSpPr>
          <p:nvPr/>
        </p:nvCxnSpPr>
        <p:spPr>
          <a:xfrm>
            <a:off x="2714612" y="714356"/>
            <a:ext cx="695251" cy="56283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214810" y="1357298"/>
            <a:ext cx="471490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200" b="1" i="1" dirty="0" smtClean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n</a:t>
            </a:r>
            <a:r>
              <a:rPr lang="en-US" altLang="zh-CN" sz="2200" b="1" dirty="0" smtClean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=4</a:t>
            </a:r>
            <a:r>
              <a:rPr lang="zh-CN" altLang="zh-CN" sz="2200" b="1" dirty="0" smtClean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，</a:t>
            </a:r>
            <a:r>
              <a:rPr lang="en-US" altLang="zh-CN" sz="2200" b="1" i="1" dirty="0" smtClean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k</a:t>
            </a:r>
            <a:r>
              <a:rPr lang="en-US" altLang="zh-CN" sz="2200" b="1" dirty="0" smtClean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=4</a:t>
            </a:r>
            <a:r>
              <a:rPr lang="zh-CN" altLang="zh-CN" sz="2200" b="1" dirty="0" smtClean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，</a:t>
            </a:r>
            <a:r>
              <a:rPr lang="en-US" altLang="zh-CN" sz="2200" b="1" i="1" dirty="0" smtClean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m</a:t>
            </a:r>
            <a:r>
              <a:rPr lang="en-US" altLang="zh-CN" sz="2200" b="1" dirty="0" smtClean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=3</a:t>
            </a:r>
            <a:r>
              <a:rPr lang="zh-CN" altLang="zh-CN" sz="2200" b="1" dirty="0" smtClean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，其着色方案有</a:t>
            </a:r>
            <a:r>
              <a:rPr lang="en-US" altLang="zh-CN" sz="2200" b="1" dirty="0" smtClean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12</a:t>
            </a:r>
            <a:r>
              <a:rPr lang="zh-CN" altLang="zh-CN" sz="2200" b="1" dirty="0" smtClean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个</a:t>
            </a:r>
            <a:r>
              <a:rPr lang="zh-CN" altLang="en-US" sz="2200" b="1" dirty="0" smtClean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。</a:t>
            </a:r>
            <a:endParaRPr lang="zh-CN" altLang="en-US" sz="2200" b="1" dirty="0">
              <a:solidFill>
                <a:srgbClr val="0000FF"/>
              </a:solidFill>
              <a:latin typeface="Consolas" panose="020B0609020204030204" pitchFamily="49" charset="0"/>
              <a:ea typeface="楷体" panose="02010609060101010101" pitchFamily="49" charset="-122"/>
              <a:cs typeface="Consolas" panose="020B0609020204030204" pitchFamily="49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00100" y="2429430"/>
            <a:ext cx="3929090" cy="341632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zh-CN" sz="18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第</a:t>
            </a:r>
            <a:r>
              <a:rPr lang="en-US" altLang="zh-CN" sz="18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1</a:t>
            </a:r>
            <a:r>
              <a:rPr lang="zh-CN" altLang="zh-CN" sz="18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个着色方案：</a:t>
            </a:r>
            <a:r>
              <a:rPr lang="en-US" altLang="zh-CN" sz="18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 1 2 2 3</a:t>
            </a:r>
            <a:endParaRPr lang="zh-CN" altLang="zh-CN" sz="1800" b="1" dirty="0" smtClean="0">
              <a:solidFill>
                <a:srgbClr val="0000FF"/>
              </a:solidFill>
              <a:latin typeface="+mn-ea"/>
              <a:cs typeface="Consolas" panose="020B0609020204030204" pitchFamily="49" charset="0"/>
            </a:endParaRPr>
          </a:p>
          <a:p>
            <a:r>
              <a:rPr lang="zh-CN" altLang="zh-CN" sz="18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第</a:t>
            </a:r>
            <a:r>
              <a:rPr lang="en-US" altLang="zh-CN" sz="18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2</a:t>
            </a:r>
            <a:r>
              <a:rPr lang="zh-CN" altLang="zh-CN" sz="18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个着色方案：</a:t>
            </a:r>
            <a:r>
              <a:rPr lang="en-US" altLang="zh-CN" sz="18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 </a:t>
            </a:r>
            <a:r>
              <a:rPr lang="en-US" altLang="zh-CN" sz="1800" b="1" dirty="0" smtClean="0">
                <a:solidFill>
                  <a:srgbClr val="FF0000"/>
                </a:solidFill>
                <a:latin typeface="+mn-ea"/>
                <a:cs typeface="Consolas" panose="020B0609020204030204" pitchFamily="49" charset="0"/>
              </a:rPr>
              <a:t>1 2 3 2</a:t>
            </a:r>
            <a:endParaRPr lang="zh-CN" altLang="zh-CN" sz="1800" b="1" dirty="0" smtClean="0">
              <a:solidFill>
                <a:srgbClr val="FF0000"/>
              </a:solidFill>
              <a:latin typeface="+mn-ea"/>
              <a:cs typeface="Consolas" panose="020B0609020204030204" pitchFamily="49" charset="0"/>
            </a:endParaRPr>
          </a:p>
          <a:p>
            <a:r>
              <a:rPr lang="zh-CN" altLang="zh-CN" sz="18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第</a:t>
            </a:r>
            <a:r>
              <a:rPr lang="en-US" altLang="zh-CN" sz="18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3</a:t>
            </a:r>
            <a:r>
              <a:rPr lang="zh-CN" altLang="zh-CN" sz="18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个着色方案：</a:t>
            </a:r>
            <a:r>
              <a:rPr lang="en-US" altLang="zh-CN" sz="18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 1 3 2 3</a:t>
            </a:r>
            <a:endParaRPr lang="zh-CN" altLang="zh-CN" sz="1800" b="1" dirty="0" smtClean="0">
              <a:solidFill>
                <a:srgbClr val="0000FF"/>
              </a:solidFill>
              <a:latin typeface="+mn-ea"/>
              <a:cs typeface="Consolas" panose="020B0609020204030204" pitchFamily="49" charset="0"/>
            </a:endParaRPr>
          </a:p>
          <a:p>
            <a:r>
              <a:rPr lang="zh-CN" altLang="zh-CN" sz="18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第</a:t>
            </a:r>
            <a:r>
              <a:rPr lang="en-US" altLang="zh-CN" sz="18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4</a:t>
            </a:r>
            <a:r>
              <a:rPr lang="zh-CN" altLang="zh-CN" sz="18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个着色方案：</a:t>
            </a:r>
            <a:r>
              <a:rPr lang="en-US" altLang="zh-CN" sz="18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 1 3 3 2</a:t>
            </a:r>
            <a:endParaRPr lang="zh-CN" altLang="zh-CN" sz="1800" b="1" dirty="0" smtClean="0">
              <a:solidFill>
                <a:srgbClr val="0000FF"/>
              </a:solidFill>
              <a:latin typeface="+mn-ea"/>
              <a:cs typeface="Consolas" panose="020B0609020204030204" pitchFamily="49" charset="0"/>
            </a:endParaRPr>
          </a:p>
          <a:p>
            <a:r>
              <a:rPr lang="zh-CN" altLang="zh-CN" sz="18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第</a:t>
            </a:r>
            <a:r>
              <a:rPr lang="en-US" altLang="zh-CN" sz="18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5</a:t>
            </a:r>
            <a:r>
              <a:rPr lang="zh-CN" altLang="zh-CN" sz="18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个着色方案：</a:t>
            </a:r>
            <a:r>
              <a:rPr lang="en-US" altLang="zh-CN" sz="18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 2 1 1 3</a:t>
            </a:r>
            <a:endParaRPr lang="zh-CN" altLang="zh-CN" sz="1800" b="1" dirty="0" smtClean="0">
              <a:solidFill>
                <a:srgbClr val="0000FF"/>
              </a:solidFill>
              <a:latin typeface="+mn-ea"/>
              <a:cs typeface="Consolas" panose="020B0609020204030204" pitchFamily="49" charset="0"/>
            </a:endParaRPr>
          </a:p>
          <a:p>
            <a:r>
              <a:rPr lang="zh-CN" altLang="zh-CN" sz="18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第</a:t>
            </a:r>
            <a:r>
              <a:rPr lang="en-US" altLang="zh-CN" sz="18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6</a:t>
            </a:r>
            <a:r>
              <a:rPr lang="zh-CN" altLang="zh-CN" sz="18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个着色方案：</a:t>
            </a:r>
            <a:r>
              <a:rPr lang="en-US" altLang="zh-CN" sz="18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 2 1 3 1</a:t>
            </a:r>
            <a:endParaRPr lang="zh-CN" altLang="zh-CN" sz="1800" b="1" dirty="0" smtClean="0">
              <a:solidFill>
                <a:srgbClr val="0000FF"/>
              </a:solidFill>
              <a:latin typeface="+mn-ea"/>
              <a:cs typeface="Consolas" panose="020B0609020204030204" pitchFamily="49" charset="0"/>
            </a:endParaRPr>
          </a:p>
          <a:p>
            <a:r>
              <a:rPr lang="zh-CN" altLang="zh-CN" sz="18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第</a:t>
            </a:r>
            <a:r>
              <a:rPr lang="en-US" altLang="zh-CN" sz="18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7</a:t>
            </a:r>
            <a:r>
              <a:rPr lang="zh-CN" altLang="zh-CN" sz="18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个着色方案：</a:t>
            </a:r>
            <a:r>
              <a:rPr lang="en-US" altLang="zh-CN" sz="18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 2 3 1 3</a:t>
            </a:r>
            <a:endParaRPr lang="zh-CN" altLang="zh-CN" sz="1800" b="1" dirty="0" smtClean="0">
              <a:solidFill>
                <a:srgbClr val="0000FF"/>
              </a:solidFill>
              <a:latin typeface="+mn-ea"/>
              <a:cs typeface="Consolas" panose="020B0609020204030204" pitchFamily="49" charset="0"/>
            </a:endParaRPr>
          </a:p>
          <a:p>
            <a:r>
              <a:rPr lang="zh-CN" altLang="zh-CN" sz="18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第</a:t>
            </a:r>
            <a:r>
              <a:rPr lang="en-US" altLang="zh-CN" sz="18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8</a:t>
            </a:r>
            <a:r>
              <a:rPr lang="zh-CN" altLang="zh-CN" sz="18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个着色方案：</a:t>
            </a:r>
            <a:r>
              <a:rPr lang="en-US" altLang="zh-CN" sz="18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 2 3 3 1</a:t>
            </a:r>
            <a:endParaRPr lang="zh-CN" altLang="zh-CN" sz="1800" b="1" dirty="0" smtClean="0">
              <a:solidFill>
                <a:srgbClr val="0000FF"/>
              </a:solidFill>
              <a:latin typeface="+mn-ea"/>
              <a:cs typeface="Consolas" panose="020B0609020204030204" pitchFamily="49" charset="0"/>
            </a:endParaRPr>
          </a:p>
          <a:p>
            <a:r>
              <a:rPr lang="zh-CN" altLang="zh-CN" sz="18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第</a:t>
            </a:r>
            <a:r>
              <a:rPr lang="en-US" altLang="zh-CN" sz="18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9</a:t>
            </a:r>
            <a:r>
              <a:rPr lang="zh-CN" altLang="zh-CN" sz="18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个着色方案：</a:t>
            </a:r>
            <a:r>
              <a:rPr lang="en-US" altLang="zh-CN" sz="18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 3 1 1 2</a:t>
            </a:r>
            <a:endParaRPr lang="zh-CN" altLang="zh-CN" sz="1800" b="1" dirty="0" smtClean="0">
              <a:solidFill>
                <a:srgbClr val="0000FF"/>
              </a:solidFill>
              <a:latin typeface="+mn-ea"/>
              <a:cs typeface="Consolas" panose="020B0609020204030204" pitchFamily="49" charset="0"/>
            </a:endParaRPr>
          </a:p>
          <a:p>
            <a:r>
              <a:rPr lang="zh-CN" altLang="zh-CN" sz="18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第</a:t>
            </a:r>
            <a:r>
              <a:rPr lang="en-US" altLang="zh-CN" sz="18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10</a:t>
            </a:r>
            <a:r>
              <a:rPr lang="zh-CN" altLang="zh-CN" sz="18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个着色方案：</a:t>
            </a:r>
            <a:r>
              <a:rPr lang="en-US" altLang="zh-CN" sz="18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 3 1 2 1</a:t>
            </a:r>
            <a:endParaRPr lang="zh-CN" altLang="zh-CN" sz="1800" b="1" dirty="0" smtClean="0">
              <a:solidFill>
                <a:srgbClr val="0000FF"/>
              </a:solidFill>
              <a:latin typeface="+mn-ea"/>
              <a:cs typeface="Consolas" panose="020B0609020204030204" pitchFamily="49" charset="0"/>
            </a:endParaRPr>
          </a:p>
          <a:p>
            <a:r>
              <a:rPr lang="zh-CN" altLang="zh-CN" sz="18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第</a:t>
            </a:r>
            <a:r>
              <a:rPr lang="en-US" altLang="zh-CN" sz="18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11</a:t>
            </a:r>
            <a:r>
              <a:rPr lang="zh-CN" altLang="zh-CN" sz="18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个着色方案：</a:t>
            </a:r>
            <a:r>
              <a:rPr lang="en-US" altLang="zh-CN" sz="18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 3 2 1 2</a:t>
            </a:r>
            <a:endParaRPr lang="zh-CN" altLang="zh-CN" sz="1800" b="1" dirty="0" smtClean="0">
              <a:solidFill>
                <a:srgbClr val="0000FF"/>
              </a:solidFill>
              <a:latin typeface="+mn-ea"/>
              <a:cs typeface="Consolas" panose="020B0609020204030204" pitchFamily="49" charset="0"/>
            </a:endParaRPr>
          </a:p>
          <a:p>
            <a:r>
              <a:rPr lang="zh-CN" altLang="zh-CN" sz="18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第</a:t>
            </a:r>
            <a:r>
              <a:rPr lang="en-US" altLang="zh-CN" sz="18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12</a:t>
            </a:r>
            <a:r>
              <a:rPr lang="zh-CN" altLang="zh-CN" sz="18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个着色方案：</a:t>
            </a:r>
            <a:r>
              <a:rPr lang="en-US" altLang="zh-CN" sz="18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 3 2 2 1</a:t>
            </a:r>
            <a:endParaRPr lang="zh-CN" altLang="zh-CN" sz="1800" b="1" dirty="0" smtClean="0">
              <a:solidFill>
                <a:srgbClr val="0000FF"/>
              </a:solidFill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16" name="左弧形箭头 15"/>
          <p:cNvSpPr/>
          <p:nvPr/>
        </p:nvSpPr>
        <p:spPr>
          <a:xfrm>
            <a:off x="571472" y="1285860"/>
            <a:ext cx="357190" cy="1357322"/>
          </a:xfrm>
          <a:prstGeom prst="curved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Text Box 4"/>
          <p:cNvSpPr txBox="1">
            <a:spLocks noChangeArrowheads="1"/>
          </p:cNvSpPr>
          <p:nvPr/>
        </p:nvSpPr>
        <p:spPr bwMode="auto">
          <a:xfrm>
            <a:off x="426487" y="2455993"/>
            <a:ext cx="8204329" cy="3323987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defRPr/>
            </a:pPr>
            <a:r>
              <a:rPr kumimoji="1" lang="en-US" altLang="zh-CN" sz="2000" b="1" dirty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   </a:t>
            </a:r>
            <a:r>
              <a:rPr kumimoji="1" lang="zh-CN" altLang="en-US" sz="2000" b="1" dirty="0" smtClean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由于</a:t>
            </a:r>
            <a:r>
              <a:rPr kumimoji="1" lang="zh-CN" altLang="en-US" sz="2000" b="1" dirty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用</a:t>
            </a:r>
            <a:r>
              <a:rPr kumimoji="1" lang="en-US" altLang="zh-CN" sz="2000" b="1" i="1" dirty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m</a:t>
            </a:r>
            <a:r>
              <a:rPr kumimoji="1" lang="zh-CN" altLang="en-US" sz="2000" b="1" dirty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种颜色为无向图</a:t>
            </a:r>
            <a:r>
              <a:rPr kumimoji="1" lang="en-US" altLang="zh-CN" sz="2000" b="1" i="1" dirty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G</a:t>
            </a:r>
            <a:r>
              <a:rPr kumimoji="1" lang="en-US" altLang="zh-CN" sz="2000" b="1" dirty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=(</a:t>
            </a:r>
            <a:r>
              <a:rPr kumimoji="1" lang="en-US" altLang="zh-CN" sz="2000" b="1" i="1" dirty="0" smtClean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V</a:t>
            </a:r>
            <a:r>
              <a:rPr kumimoji="1" lang="en-US" altLang="zh-CN" sz="2000" b="1" dirty="0" smtClean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,</a:t>
            </a:r>
            <a:r>
              <a:rPr kumimoji="1" lang="en-US" altLang="zh-CN" sz="2000" b="1" i="1" dirty="0" smtClean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E</a:t>
            </a:r>
            <a:r>
              <a:rPr kumimoji="1" lang="en-US" altLang="zh-CN" sz="2000" b="1" dirty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)</a:t>
            </a:r>
            <a:r>
              <a:rPr kumimoji="1" lang="zh-CN" altLang="en-US" sz="2000" b="1" dirty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着色，其中，</a:t>
            </a:r>
            <a:r>
              <a:rPr kumimoji="1" lang="en-US" altLang="zh-CN" sz="2000" b="1" i="1" dirty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V</a:t>
            </a:r>
            <a:r>
              <a:rPr kumimoji="1" lang="zh-CN" altLang="en-US" sz="2000" b="1" dirty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的顶点个数为</a:t>
            </a:r>
            <a:r>
              <a:rPr kumimoji="1" lang="en-US" altLang="zh-CN" sz="2000" b="1" i="1" dirty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n</a:t>
            </a:r>
            <a:r>
              <a:rPr kumimoji="1" lang="zh-CN" altLang="en-US" sz="2000" b="1" dirty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，可以用一个</a:t>
            </a:r>
            <a:r>
              <a:rPr kumimoji="1" lang="en-US" altLang="zh-CN" sz="2000" b="1" i="1" dirty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n</a:t>
            </a:r>
            <a:r>
              <a:rPr kumimoji="1" lang="zh-CN" altLang="en-US" sz="2000" b="1" dirty="0" smtClean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元组</a:t>
            </a:r>
            <a:r>
              <a:rPr kumimoji="1" lang="en-US" altLang="zh-CN" sz="2000" b="1" i="1" dirty="0" smtClean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X</a:t>
            </a:r>
            <a:r>
              <a:rPr kumimoji="1" lang="en-US" altLang="zh-CN" sz="2000" b="1" dirty="0" smtClean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=(</a:t>
            </a:r>
            <a:r>
              <a:rPr kumimoji="1" lang="en-US" altLang="zh-CN" sz="2000" b="1" i="1" dirty="0" smtClean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x</a:t>
            </a:r>
            <a:r>
              <a:rPr kumimoji="1" lang="en-US" altLang="zh-CN" sz="2000" b="1" baseline="-30000" dirty="0" smtClean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1</a:t>
            </a:r>
            <a:r>
              <a:rPr kumimoji="1" lang="en-US" altLang="zh-CN" sz="2000" b="1" dirty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, </a:t>
            </a:r>
            <a:r>
              <a:rPr kumimoji="1" lang="en-US" altLang="zh-CN" sz="2000" b="1" i="1" dirty="0" smtClean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x</a:t>
            </a:r>
            <a:r>
              <a:rPr kumimoji="1" lang="en-US" altLang="zh-CN" sz="2000" b="1" baseline="-30000" dirty="0" smtClean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2</a:t>
            </a:r>
            <a:r>
              <a:rPr kumimoji="1" lang="en-US" altLang="zh-CN" sz="2000" b="1" dirty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, …, </a:t>
            </a:r>
            <a:r>
              <a:rPr kumimoji="1" lang="en-US" altLang="zh-CN" sz="2000" b="1" i="1" dirty="0" err="1" smtClean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x</a:t>
            </a:r>
            <a:r>
              <a:rPr kumimoji="1" lang="en-US" altLang="zh-CN" sz="2000" b="1" i="1" baseline="-30000" dirty="0" err="1" smtClean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n</a:t>
            </a:r>
            <a:r>
              <a:rPr kumimoji="1" lang="en-US" altLang="zh-CN" sz="2000" b="1" dirty="0" smtClean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)</a:t>
            </a:r>
            <a:r>
              <a:rPr kumimoji="1" lang="zh-CN" altLang="en-US" sz="2000" b="1" dirty="0" smtClean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描述</a:t>
            </a:r>
            <a:r>
              <a:rPr kumimoji="1" lang="zh-CN" altLang="en-US" sz="2000" b="1" dirty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图的一种可能着色，其中</a:t>
            </a:r>
            <a:r>
              <a:rPr kumimoji="1" lang="zh-CN" altLang="en-US" sz="2000" b="1" dirty="0" smtClean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，</a:t>
            </a:r>
            <a:r>
              <a:rPr kumimoji="1" lang="en-US" altLang="zh-CN" sz="2000" b="1" i="1" dirty="0" smtClean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x</a:t>
            </a:r>
            <a:r>
              <a:rPr kumimoji="1" lang="en-US" altLang="zh-CN" sz="2000" b="1" i="1" baseline="-30000" dirty="0" smtClean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i</a:t>
            </a:r>
            <a:r>
              <a:rPr kumimoji="1" lang="en-US" altLang="zh-CN" sz="2000" b="1" dirty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∈{1, 2, …, </a:t>
            </a:r>
            <a:r>
              <a:rPr kumimoji="1" lang="en-US" altLang="zh-CN" sz="2000" b="1" i="1" dirty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m</a:t>
            </a:r>
            <a:r>
              <a:rPr kumimoji="1" lang="en-US" altLang="zh-CN" sz="2000" b="1" dirty="0" smtClean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}(</a:t>
            </a:r>
            <a:r>
              <a:rPr kumimoji="1" lang="en-US" altLang="zh-CN" sz="2000" b="1" dirty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1≤</a:t>
            </a:r>
            <a:r>
              <a:rPr kumimoji="1" lang="en-US" altLang="zh-CN" sz="2000" b="1" i="1" dirty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i</a:t>
            </a:r>
            <a:r>
              <a:rPr kumimoji="1" lang="en-US" altLang="zh-CN" sz="2000" b="1" dirty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≤</a:t>
            </a:r>
            <a:r>
              <a:rPr kumimoji="1" lang="en-US" altLang="zh-CN" sz="2000" b="1" i="1" dirty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n</a:t>
            </a:r>
            <a:r>
              <a:rPr kumimoji="1" lang="en-US" altLang="zh-CN" sz="2000" b="1" dirty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)</a:t>
            </a:r>
            <a:r>
              <a:rPr kumimoji="1" lang="zh-CN" altLang="en-US" sz="2000" b="1" dirty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表示赋予顶点</a:t>
            </a:r>
            <a:r>
              <a:rPr kumimoji="1" lang="en-US" altLang="zh-CN" sz="2000" b="1" i="1" dirty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i</a:t>
            </a:r>
            <a:r>
              <a:rPr kumimoji="1" lang="zh-CN" altLang="en-US" sz="2000" b="1" dirty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的颜色。</a:t>
            </a:r>
            <a:endParaRPr kumimoji="1" lang="en-US" altLang="zh-CN" sz="2000" b="1" dirty="0">
              <a:solidFill>
                <a:srgbClr val="0000FF"/>
              </a:solidFill>
              <a:latin typeface="Consolas" pitchFamily="49" charset="0"/>
              <a:ea typeface="+mn-ea"/>
              <a:cs typeface="Consolas" pitchFamily="49" charset="0"/>
            </a:endParaRPr>
          </a:p>
          <a:p>
            <a:pPr eaLnBrk="1" hangingPunct="1">
              <a:lnSpc>
                <a:spcPct val="150000"/>
              </a:lnSpc>
              <a:defRPr/>
            </a:pPr>
            <a:endParaRPr kumimoji="1" lang="zh-CN" altLang="en-US" sz="2000" b="1" dirty="0">
              <a:solidFill>
                <a:srgbClr val="0000FF"/>
              </a:solidFill>
              <a:latin typeface="Consolas" pitchFamily="49" charset="0"/>
              <a:ea typeface="+mn-ea"/>
              <a:cs typeface="Consolas" pitchFamily="49" charset="0"/>
            </a:endParaRPr>
          </a:p>
          <a:p>
            <a:pPr eaLnBrk="1" hangingPunct="1">
              <a:lnSpc>
                <a:spcPct val="150000"/>
              </a:lnSpc>
              <a:defRPr/>
            </a:pPr>
            <a:r>
              <a:rPr kumimoji="1" lang="zh-CN" altLang="en-US" sz="2000" b="1" dirty="0" smtClean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   例如，</a:t>
            </a:r>
            <a:r>
              <a:rPr kumimoji="1" lang="en-US" altLang="zh-CN" sz="2000" b="1" dirty="0" smtClean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7</a:t>
            </a:r>
            <a:r>
              <a:rPr kumimoji="1" lang="zh-CN" altLang="en-US" sz="2000" b="1" dirty="0" smtClean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元组</a:t>
            </a:r>
            <a:r>
              <a:rPr lang="en-US" altLang="zh-CN" sz="2000" b="1" dirty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x(1,2,1,3,1,3,4</a:t>
            </a:r>
            <a:r>
              <a:rPr lang="en-US" altLang="zh-CN" sz="2000" b="1" dirty="0" smtClean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)</a:t>
            </a:r>
            <a:r>
              <a:rPr kumimoji="1" lang="zh-CN" altLang="en-US" sz="2000" b="1" dirty="0" smtClean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表示</a:t>
            </a:r>
            <a:r>
              <a:rPr kumimoji="1" lang="zh-CN" altLang="en-US" sz="2000" b="1" dirty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对</a:t>
            </a:r>
            <a:r>
              <a:rPr kumimoji="1" lang="zh-CN" altLang="en-US" sz="2000" b="1" dirty="0" smtClean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具有</a:t>
            </a:r>
            <a:r>
              <a:rPr kumimoji="1" lang="en-US" altLang="zh-CN" sz="2000" b="1" dirty="0" smtClean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7</a:t>
            </a:r>
            <a:r>
              <a:rPr kumimoji="1" lang="zh-CN" altLang="en-US" sz="2000" b="1" dirty="0" smtClean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个</a:t>
            </a:r>
            <a:r>
              <a:rPr kumimoji="1" lang="zh-CN" altLang="en-US" sz="2000" b="1" dirty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顶点的无向图的一</a:t>
            </a:r>
            <a:r>
              <a:rPr kumimoji="1" lang="zh-CN" altLang="en-US" sz="2000" b="1" dirty="0" smtClean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种</a:t>
            </a:r>
            <a:r>
              <a:rPr kumimoji="1" lang="en-US" altLang="zh-CN" sz="2000" b="1" dirty="0" smtClean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4</a:t>
            </a:r>
            <a:r>
              <a:rPr kumimoji="1" lang="zh-CN" altLang="en-US" sz="2000" b="1" dirty="0" smtClean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着色</a:t>
            </a:r>
            <a:r>
              <a:rPr kumimoji="1" lang="zh-CN" altLang="en-US" sz="2000" b="1" dirty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，顶点</a:t>
            </a:r>
            <a:r>
              <a:rPr kumimoji="1" lang="en-US" altLang="zh-CN" sz="2000" b="1" dirty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1</a:t>
            </a:r>
            <a:r>
              <a:rPr kumimoji="1" lang="zh-CN" altLang="en-US" sz="2000" b="1" dirty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着颜色</a:t>
            </a:r>
            <a:r>
              <a:rPr kumimoji="1" lang="en-US" altLang="zh-CN" sz="2000" b="1" dirty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1</a:t>
            </a:r>
            <a:r>
              <a:rPr kumimoji="1" lang="zh-CN" altLang="en-US" sz="2000" b="1" dirty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，顶点</a:t>
            </a:r>
            <a:r>
              <a:rPr kumimoji="1" lang="en-US" altLang="zh-CN" sz="2000" b="1" dirty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2</a:t>
            </a:r>
            <a:r>
              <a:rPr kumimoji="1" lang="zh-CN" altLang="en-US" sz="2000" b="1" dirty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着颜色</a:t>
            </a:r>
            <a:r>
              <a:rPr kumimoji="1" lang="en-US" altLang="zh-CN" sz="2000" b="1" dirty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2</a:t>
            </a:r>
            <a:r>
              <a:rPr kumimoji="1" lang="zh-CN" altLang="en-US" sz="2000" b="1" dirty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，顶点</a:t>
            </a:r>
            <a:r>
              <a:rPr kumimoji="1" lang="en-US" altLang="zh-CN" sz="2000" b="1" dirty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3</a:t>
            </a:r>
            <a:r>
              <a:rPr kumimoji="1" lang="zh-CN" altLang="en-US" sz="2000" b="1" dirty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着</a:t>
            </a:r>
            <a:r>
              <a:rPr kumimoji="1" lang="zh-CN" altLang="en-US" sz="2000" b="1" dirty="0" smtClean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颜色</a:t>
            </a:r>
            <a:r>
              <a:rPr kumimoji="1" lang="en-US" altLang="zh-CN" sz="2000" b="1" dirty="0" smtClean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1</a:t>
            </a:r>
            <a:r>
              <a:rPr kumimoji="1" lang="zh-CN" altLang="en-US" sz="2000" b="1" dirty="0" smtClean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，</a:t>
            </a:r>
            <a:r>
              <a:rPr kumimoji="1" lang="zh-CN" altLang="en-US" sz="2000" b="1" dirty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如此等等。</a:t>
            </a:r>
          </a:p>
          <a:p>
            <a:pPr eaLnBrk="1" hangingPunct="1">
              <a:lnSpc>
                <a:spcPct val="150000"/>
              </a:lnSpc>
              <a:defRPr/>
            </a:pPr>
            <a:r>
              <a:rPr kumimoji="1" lang="zh-CN" altLang="en-US" sz="2000" b="1" dirty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        </a:t>
            </a:r>
          </a:p>
        </p:txBody>
      </p:sp>
      <p:sp>
        <p:nvSpPr>
          <p:cNvPr id="4" name="Text Box 6"/>
          <p:cNvSpPr txBox="1">
            <a:spLocks noChangeArrowheads="1"/>
          </p:cNvSpPr>
          <p:nvPr/>
        </p:nvSpPr>
        <p:spPr bwMode="auto">
          <a:xfrm>
            <a:off x="338009" y="1802364"/>
            <a:ext cx="3714750" cy="461665"/>
          </a:xfrm>
          <a:prstGeom prst="rect">
            <a:avLst/>
          </a:prstGeom>
          <a:noFill/>
          <a:ln>
            <a:noFill/>
          </a:ln>
          <a:extLst/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r>
              <a:rPr kumimoji="1" lang="zh-CN" altLang="en-US" sz="2400" b="1" dirty="0" smtClean="0">
                <a:solidFill>
                  <a:srgbClr val="FF0000"/>
                </a:solidFill>
                <a:latin typeface="+mn-ea"/>
                <a:ea typeface="+mn-ea"/>
                <a:cs typeface="+mn-cs"/>
              </a:rPr>
              <a:t>第</a:t>
            </a:r>
            <a:r>
              <a:rPr kumimoji="1" lang="en-US" altLang="zh-CN" sz="2400" b="1" dirty="0" smtClean="0">
                <a:solidFill>
                  <a:srgbClr val="FF0000"/>
                </a:solidFill>
                <a:latin typeface="+mn-ea"/>
                <a:ea typeface="+mn-ea"/>
                <a:cs typeface="+mn-cs"/>
              </a:rPr>
              <a:t>1</a:t>
            </a:r>
            <a:r>
              <a:rPr kumimoji="1" lang="zh-CN" altLang="en-US" sz="2400" b="1" dirty="0" smtClean="0">
                <a:solidFill>
                  <a:srgbClr val="FF0000"/>
                </a:solidFill>
                <a:latin typeface="+mn-ea"/>
                <a:ea typeface="+mn-ea"/>
                <a:cs typeface="+mn-cs"/>
              </a:rPr>
              <a:t>步： 定义解向量</a:t>
            </a:r>
            <a:endParaRPr kumimoji="1" lang="zh-CN" altLang="en-US" sz="2400" b="1" dirty="0">
              <a:solidFill>
                <a:srgbClr val="FF0000"/>
              </a:solidFill>
              <a:latin typeface="+mn-ea"/>
              <a:ea typeface="+mn-ea"/>
              <a:cs typeface="+mn-cs"/>
            </a:endParaRPr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lvl="0"/>
            <a:r>
              <a:rPr lang="en-US" altLang="zh-CN" dirty="0" err="1" smtClean="0">
                <a:sym typeface="+mn-ea"/>
              </a:rPr>
              <a:t>求解图的m着色问题</a:t>
            </a:r>
            <a:endParaRPr lang="en-US" altLang="zh-CN" dirty="0" smtClean="0">
              <a:sym typeface="+mn-ea"/>
            </a:endParaRPr>
          </a:p>
        </p:txBody>
      </p:sp>
      <p:sp>
        <p:nvSpPr>
          <p:cNvPr id="5" name="文本框 10"/>
          <p:cNvSpPr txBox="1"/>
          <p:nvPr/>
        </p:nvSpPr>
        <p:spPr>
          <a:xfrm>
            <a:off x="0" y="1256508"/>
            <a:ext cx="2514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zh-CN" altLang="en-US" sz="2400" b="1" dirty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二、问题分析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253255" y="1241554"/>
            <a:ext cx="4790752" cy="461665"/>
          </a:xfrm>
          <a:prstGeom prst="rect">
            <a:avLst/>
          </a:prstGeom>
          <a:noFill/>
          <a:ln>
            <a:noFill/>
          </a:ln>
          <a:extLst/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r>
              <a:rPr kumimoji="1" lang="zh-CN" altLang="en-US" sz="2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+mn-cs"/>
              </a:rPr>
              <a:t>第</a:t>
            </a:r>
            <a:r>
              <a:rPr kumimoji="1" lang="en-US" altLang="zh-CN" sz="2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+mn-cs"/>
              </a:rPr>
              <a:t>2</a:t>
            </a:r>
            <a:r>
              <a:rPr kumimoji="1" lang="zh-CN" altLang="en-US" sz="2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+mn-cs"/>
              </a:rPr>
              <a:t>步：设计剪枝函数</a:t>
            </a:r>
            <a:endParaRPr kumimoji="1" lang="zh-CN" altLang="en-US" sz="24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+mn-cs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34800" y="1846587"/>
            <a:ext cx="814672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/>
            </a:pPr>
            <a:r>
              <a:rPr kumimoji="1" lang="zh-CN" altLang="en-US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   如</a:t>
            </a:r>
            <a:r>
              <a:rPr kumimoji="1" lang="zh-CN" altLang="en-US" sz="20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果在</a:t>
            </a:r>
            <a:r>
              <a:rPr kumimoji="1" lang="en-US" altLang="zh-CN" sz="2000" b="1" i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n</a:t>
            </a:r>
            <a:r>
              <a:rPr kumimoji="1" lang="zh-CN" altLang="en-US" sz="20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元组</a:t>
            </a:r>
            <a:r>
              <a:rPr kumimoji="1" lang="en-US" altLang="zh-CN" sz="2000" b="1" i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X</a:t>
            </a:r>
            <a:r>
              <a:rPr kumimoji="1" lang="zh-CN" altLang="en-US" sz="20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中，所有相邻顶点都不会着相同颜色，就称此</a:t>
            </a:r>
            <a:r>
              <a:rPr kumimoji="1" lang="en-US" altLang="zh-CN" sz="2000" b="1" i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n</a:t>
            </a:r>
            <a:r>
              <a:rPr kumimoji="1" lang="zh-CN" altLang="en-US" sz="20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元组为答案解，否则为无效解。</a:t>
            </a:r>
          </a:p>
        </p:txBody>
      </p:sp>
      <p:sp>
        <p:nvSpPr>
          <p:cNvPr id="7" name="矩形 6"/>
          <p:cNvSpPr/>
          <p:nvPr/>
        </p:nvSpPr>
        <p:spPr>
          <a:xfrm>
            <a:off x="401217" y="2814093"/>
            <a:ext cx="8201607" cy="249299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sz="2000" b="1" dirty="0" smtClean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bool Same(int i)//</a:t>
            </a:r>
            <a:r>
              <a:rPr lang="zh-CN" altLang="zh-CN" sz="2000" b="1" dirty="0" smtClean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判断顶点</a:t>
            </a:r>
            <a:r>
              <a:rPr lang="en-US" altLang="zh-CN" sz="2000" b="1" dirty="0" smtClean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i</a:t>
            </a:r>
            <a:r>
              <a:rPr lang="zh-CN" altLang="zh-CN" sz="2000" b="1" dirty="0" smtClean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是否与相邻顶点存在相同的着色</a:t>
            </a:r>
          </a:p>
          <a:p>
            <a:r>
              <a:rPr lang="en-US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{ </a:t>
            </a:r>
          </a:p>
          <a:p>
            <a:r>
              <a:rPr lang="en-US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   for (int j=1;j&lt;=n;j++)</a:t>
            </a:r>
            <a:endParaRPr lang="zh-CN" altLang="zh-CN" sz="2000" b="1" dirty="0" smtClean="0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  <a:p>
            <a:r>
              <a:rPr lang="en-US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      if (a[i][j]==1 &amp;&amp; x[i]==x[j])//</a:t>
            </a:r>
            <a:r>
              <a:rPr lang="zh-CN" altLang="en-US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数组</a:t>
            </a:r>
            <a:r>
              <a:rPr lang="en-US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a</a:t>
            </a:r>
            <a:r>
              <a:rPr lang="zh-CN" altLang="en-US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为</a:t>
            </a:r>
            <a:r>
              <a:rPr lang="en-US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G</a:t>
            </a:r>
            <a:r>
              <a:rPr lang="zh-CN" altLang="en-US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的邻接矩阵</a:t>
            </a:r>
            <a:endParaRPr lang="zh-CN" altLang="zh-CN" sz="2000" b="1" dirty="0" smtClean="0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  <a:p>
            <a:r>
              <a:rPr lang="en-US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          return false;</a:t>
            </a:r>
            <a:endParaRPr lang="zh-CN" altLang="zh-CN" sz="2000" b="1" dirty="0" smtClean="0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  <a:p>
            <a:r>
              <a:rPr lang="en-US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   return true;</a:t>
            </a:r>
            <a:endParaRPr lang="zh-CN" altLang="zh-CN" sz="2000" b="1" dirty="0" smtClean="0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  <a:p>
            <a:r>
              <a:rPr lang="en-US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}</a:t>
            </a:r>
            <a:endParaRPr lang="zh-CN" altLang="zh-CN" sz="2000" b="1" dirty="0" smtClean="0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  <a:p>
            <a:pPr lvl="0">
              <a:lnSpc>
                <a:spcPct val="80000"/>
              </a:lnSpc>
              <a:defRPr/>
            </a:pPr>
            <a:endParaRPr lang="en-US" altLang="zh-CN" sz="2000" b="1" dirty="0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lvl="0"/>
            <a:r>
              <a:rPr lang="en-US" altLang="zh-CN" dirty="0" err="1" smtClean="0">
                <a:sym typeface="+mn-ea"/>
              </a:rPr>
              <a:t>求解图的m着色问题</a:t>
            </a:r>
            <a:endParaRPr lang="en-US" altLang="zh-CN" dirty="0" smtClean="0">
              <a:sym typeface="+mn-ea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ext Box 143"/>
          <p:cNvSpPr txBox="1">
            <a:spLocks noChangeArrowheads="1"/>
          </p:cNvSpPr>
          <p:nvPr/>
        </p:nvSpPr>
        <p:spPr bwMode="auto">
          <a:xfrm>
            <a:off x="315750" y="1911902"/>
            <a:ext cx="8443913" cy="4247317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algn="just" eaLnBrk="1" hangingPunct="1">
              <a:lnSpc>
                <a:spcPct val="130000"/>
              </a:lnSpc>
              <a:spcBef>
                <a:spcPct val="50000"/>
              </a:spcBef>
              <a:defRPr/>
            </a:pPr>
            <a:r>
              <a:rPr lang="en-US" altLang="zh-CN" sz="2000" b="1" dirty="0" smtClean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    </a:t>
            </a:r>
            <a:r>
              <a:rPr lang="zh-CN" altLang="zh-CN" sz="2000" b="1" dirty="0" smtClean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图中的顶点编号为</a:t>
            </a:r>
            <a:r>
              <a:rPr lang="en-US" altLang="zh-CN" sz="2000" b="1" dirty="0" smtClean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1</a:t>
            </a:r>
            <a:r>
              <a:rPr lang="zh-CN" altLang="zh-CN" sz="2000" b="1" dirty="0" smtClean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～</a:t>
            </a:r>
            <a:r>
              <a:rPr lang="en-US" altLang="zh-CN" sz="2000" b="1" i="1" dirty="0" smtClean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n</a:t>
            </a:r>
            <a:r>
              <a:rPr lang="zh-CN" altLang="zh-CN" sz="2000" b="1" dirty="0" smtClean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，着色编号为</a:t>
            </a:r>
            <a:r>
              <a:rPr lang="en-US" altLang="zh-CN" sz="2000" b="1" dirty="0" smtClean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1</a:t>
            </a:r>
            <a:r>
              <a:rPr lang="zh-CN" altLang="zh-CN" sz="2000" b="1" dirty="0" smtClean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～</a:t>
            </a:r>
            <a:r>
              <a:rPr lang="en-US" altLang="zh-CN" sz="2000" b="1" i="1" dirty="0" smtClean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m</a:t>
            </a:r>
            <a:r>
              <a:rPr lang="zh-CN" altLang="zh-CN" sz="2000" b="1" dirty="0" smtClean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。对于图</a:t>
            </a:r>
            <a:r>
              <a:rPr lang="en-US" altLang="zh-CN" sz="2000" b="1" dirty="0" smtClean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G</a:t>
            </a:r>
            <a:r>
              <a:rPr lang="zh-CN" altLang="zh-CN" sz="2000" b="1" dirty="0" smtClean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中的每一个顶点，可能的着色为</a:t>
            </a:r>
            <a:r>
              <a:rPr lang="en-US" altLang="zh-CN" sz="2000" b="1" dirty="0" smtClean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1</a:t>
            </a:r>
            <a:r>
              <a:rPr lang="zh-CN" altLang="zh-CN" sz="2000" b="1" dirty="0" smtClean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～</a:t>
            </a:r>
            <a:r>
              <a:rPr lang="en-US" altLang="zh-CN" sz="2000" b="1" i="1" dirty="0" smtClean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m</a:t>
            </a:r>
            <a:r>
              <a:rPr lang="zh-CN" altLang="zh-CN" sz="2000" b="1" dirty="0" smtClean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，所以对应的解空间是一棵</a:t>
            </a:r>
            <a:r>
              <a:rPr lang="en-US" altLang="zh-CN" sz="2000" b="1" i="1" dirty="0" smtClean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m</a:t>
            </a:r>
            <a:r>
              <a:rPr lang="zh-CN" altLang="zh-CN" sz="2000" b="1" dirty="0" smtClean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叉树，高度为</a:t>
            </a:r>
            <a:r>
              <a:rPr lang="en-US" altLang="zh-CN" sz="2000" b="1" i="1" dirty="0" smtClean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n</a:t>
            </a:r>
            <a:r>
              <a:rPr lang="zh-CN" altLang="zh-CN" sz="2000" b="1" dirty="0" smtClean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，层次</a:t>
            </a:r>
            <a:r>
              <a:rPr lang="en-US" altLang="zh-CN" sz="2000" b="1" i="1" dirty="0" smtClean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i</a:t>
            </a:r>
            <a:r>
              <a:rPr lang="zh-CN" altLang="zh-CN" sz="2000" b="1" dirty="0" smtClean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从</a:t>
            </a:r>
            <a:r>
              <a:rPr lang="en-US" altLang="zh-CN" sz="2000" b="1" dirty="0" smtClean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1</a:t>
            </a:r>
            <a:r>
              <a:rPr lang="zh-CN" altLang="zh-CN" sz="2000" b="1" dirty="0" smtClean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开始。</a:t>
            </a:r>
            <a:endParaRPr lang="en-US" altLang="zh-CN" sz="2000" b="1" dirty="0" smtClean="0">
              <a:solidFill>
                <a:srgbClr val="0000FF"/>
              </a:solidFill>
              <a:latin typeface="Consolas" pitchFamily="49" charset="0"/>
              <a:ea typeface="+mn-ea"/>
              <a:cs typeface="Consolas" pitchFamily="49" charset="0"/>
            </a:endParaRPr>
          </a:p>
          <a:p>
            <a:pPr algn="just" eaLnBrk="1" hangingPunct="1">
              <a:lnSpc>
                <a:spcPct val="130000"/>
              </a:lnSpc>
              <a:spcBef>
                <a:spcPct val="50000"/>
              </a:spcBef>
              <a:defRPr/>
            </a:pPr>
            <a:r>
              <a:rPr kumimoji="1" lang="zh-CN" altLang="en-US" sz="2000" b="1" dirty="0" smtClean="0">
                <a:solidFill>
                  <a:srgbClr val="0000FF"/>
                </a:solidFill>
                <a:latin typeface="+mn-ea"/>
                <a:ea typeface="+mn-ea"/>
                <a:cs typeface="+mn-cs"/>
              </a:rPr>
              <a:t>       回溯</a:t>
            </a:r>
            <a:r>
              <a:rPr kumimoji="1" lang="zh-CN" altLang="en-US" sz="2000" b="1" dirty="0">
                <a:solidFill>
                  <a:srgbClr val="0000FF"/>
                </a:solidFill>
                <a:latin typeface="+mn-ea"/>
                <a:ea typeface="+mn-ea"/>
                <a:cs typeface="+mn-cs"/>
              </a:rPr>
              <a:t>法求解图着色问题，首先把所有顶点的颜色初始化为</a:t>
            </a:r>
            <a:r>
              <a:rPr kumimoji="1" lang="en-US" altLang="zh-CN" sz="2000" b="1" dirty="0">
                <a:solidFill>
                  <a:srgbClr val="0000FF"/>
                </a:solidFill>
                <a:latin typeface="+mn-ea"/>
                <a:ea typeface="+mn-ea"/>
                <a:cs typeface="+mn-cs"/>
              </a:rPr>
              <a:t>0</a:t>
            </a:r>
            <a:r>
              <a:rPr kumimoji="1" lang="zh-CN" altLang="en-US" sz="2000" b="1" dirty="0">
                <a:solidFill>
                  <a:srgbClr val="0000FF"/>
                </a:solidFill>
                <a:latin typeface="+mn-ea"/>
                <a:ea typeface="+mn-ea"/>
                <a:cs typeface="+mn-cs"/>
              </a:rPr>
              <a:t>，然后依次为每个顶点着色。在图着色问题的解空间树中，如果从根结点到当前结点对应一个部分解，也就是所有的颜色指派都没有冲突，则在当前结点处选择第一棵子树继续搜索，也就是为下一个顶点着颜色</a:t>
            </a:r>
            <a:r>
              <a:rPr kumimoji="1" lang="en-US" altLang="zh-CN" sz="2000" b="1" dirty="0">
                <a:solidFill>
                  <a:srgbClr val="0000FF"/>
                </a:solidFill>
                <a:latin typeface="+mn-ea"/>
                <a:ea typeface="+mn-ea"/>
                <a:cs typeface="+mn-cs"/>
              </a:rPr>
              <a:t>1</a:t>
            </a:r>
            <a:r>
              <a:rPr kumimoji="1" lang="zh-CN" altLang="en-US" sz="2000" b="1" dirty="0">
                <a:solidFill>
                  <a:srgbClr val="0000FF"/>
                </a:solidFill>
                <a:latin typeface="+mn-ea"/>
                <a:ea typeface="+mn-ea"/>
                <a:cs typeface="+mn-cs"/>
              </a:rPr>
              <a:t>，否则，对当前子树的兄弟子树继续搜索，也就是为当前顶点着下一个颜色，如果所有</a:t>
            </a:r>
            <a:r>
              <a:rPr kumimoji="1" lang="en-US" altLang="zh-CN" sz="2000" b="1" i="1" dirty="0">
                <a:solidFill>
                  <a:srgbClr val="0000FF"/>
                </a:solidFill>
                <a:latin typeface="+mn-ea"/>
                <a:ea typeface="+mn-ea"/>
                <a:cs typeface="+mn-cs"/>
              </a:rPr>
              <a:t>m</a:t>
            </a:r>
            <a:r>
              <a:rPr kumimoji="1" lang="zh-CN" altLang="en-US" sz="2000" b="1" dirty="0">
                <a:solidFill>
                  <a:srgbClr val="0000FF"/>
                </a:solidFill>
                <a:latin typeface="+mn-ea"/>
                <a:ea typeface="+mn-ea"/>
                <a:cs typeface="+mn-cs"/>
              </a:rPr>
              <a:t>种颜色都已尝试过并且都发生冲突，则回溯到当前结点的父结点处，上一个顶点的颜色被改变，依此类推。 </a:t>
            </a:r>
            <a:r>
              <a:rPr kumimoji="1" lang="zh-CN" altLang="en-US" sz="2000" b="1" dirty="0" smtClean="0">
                <a:solidFill>
                  <a:srgbClr val="0000FF"/>
                </a:solidFill>
                <a:latin typeface="+mn-ea"/>
                <a:ea typeface="+mn-ea"/>
                <a:cs typeface="+mn-cs"/>
              </a:rPr>
              <a:t>    </a:t>
            </a:r>
            <a:endParaRPr kumimoji="1" lang="zh-CN" altLang="en-US" sz="2000" b="1" dirty="0">
              <a:solidFill>
                <a:srgbClr val="0000FF"/>
              </a:solidFill>
              <a:latin typeface="+mn-ea"/>
              <a:ea typeface="+mn-ea"/>
              <a:cs typeface="+mn-cs"/>
            </a:endParaRPr>
          </a:p>
        </p:txBody>
      </p:sp>
      <p:sp>
        <p:nvSpPr>
          <p:cNvPr id="4" name="Text Box 12"/>
          <p:cNvSpPr txBox="1">
            <a:spLocks noChangeArrowheads="1"/>
          </p:cNvSpPr>
          <p:nvPr/>
        </p:nvSpPr>
        <p:spPr bwMode="auto">
          <a:xfrm>
            <a:off x="321582" y="1295109"/>
            <a:ext cx="6046788" cy="525657"/>
          </a:xfrm>
          <a:prstGeom prst="rect">
            <a:avLst/>
          </a:prstGeom>
          <a:noFill/>
          <a:ln>
            <a:noFill/>
          </a:ln>
          <a:extLst/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defRPr/>
            </a:pPr>
            <a:r>
              <a:rPr kumimoji="1" lang="zh-CN" altLang="en-US" sz="2400" b="1" dirty="0" smtClean="0">
                <a:solidFill>
                  <a:srgbClr val="FF0000"/>
                </a:solidFill>
                <a:latin typeface="+mn-ea"/>
                <a:ea typeface="+mn-ea"/>
                <a:cs typeface="+mn-cs"/>
              </a:rPr>
              <a:t>第</a:t>
            </a:r>
            <a:r>
              <a:rPr kumimoji="1" lang="en-US" altLang="zh-CN" sz="2400" b="1" dirty="0" smtClean="0">
                <a:solidFill>
                  <a:srgbClr val="FF0000"/>
                </a:solidFill>
                <a:latin typeface="+mn-ea"/>
                <a:ea typeface="+mn-ea"/>
                <a:cs typeface="+mn-cs"/>
              </a:rPr>
              <a:t>3</a:t>
            </a:r>
            <a:r>
              <a:rPr kumimoji="1" lang="zh-CN" altLang="en-US" sz="2400" b="1" dirty="0" smtClean="0">
                <a:solidFill>
                  <a:srgbClr val="FF0000"/>
                </a:solidFill>
                <a:latin typeface="+mn-ea"/>
                <a:ea typeface="+mn-ea"/>
                <a:cs typeface="+mn-cs"/>
              </a:rPr>
              <a:t>步：构建解空间树</a:t>
            </a:r>
            <a:endParaRPr kumimoji="1" lang="zh-CN" altLang="en-US" sz="2400" b="1" dirty="0">
              <a:solidFill>
                <a:srgbClr val="FF0000"/>
              </a:solidFill>
              <a:latin typeface="+mn-ea"/>
              <a:ea typeface="+mn-ea"/>
              <a:cs typeface="+mn-cs"/>
            </a:endParaRPr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lvl="0"/>
            <a:r>
              <a:rPr lang="en-US" altLang="zh-CN" dirty="0" err="1" smtClean="0">
                <a:sym typeface="+mn-ea"/>
              </a:rPr>
              <a:t>求解图的m着色问题</a:t>
            </a:r>
            <a:endParaRPr lang="en-US" altLang="zh-CN" dirty="0" smtClean="0">
              <a:sym typeface="+mn-ea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>
            <a:grpSpLocks/>
          </p:cNvGrpSpPr>
          <p:nvPr/>
        </p:nvGrpSpPr>
        <p:grpSpPr bwMode="auto">
          <a:xfrm>
            <a:off x="1376946" y="1885529"/>
            <a:ext cx="2062162" cy="2628900"/>
            <a:chOff x="1404938" y="1196752"/>
            <a:chExt cx="2061369" cy="2627751"/>
          </a:xfrm>
        </p:grpSpPr>
        <p:sp>
          <p:nvSpPr>
            <p:cNvPr id="64561" name="Oval 6"/>
            <p:cNvSpPr>
              <a:spLocks noChangeArrowheads="1"/>
            </p:cNvSpPr>
            <p:nvPr/>
          </p:nvSpPr>
          <p:spPr bwMode="auto">
            <a:xfrm>
              <a:off x="2274359" y="1196752"/>
              <a:ext cx="392642" cy="353345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lIns="18000" tIns="0" rIns="0" bIns="0"/>
            <a:lstStyle/>
            <a:p>
              <a:pPr algn="just" eaLnBrk="0" hangingPunct="0">
                <a:lnSpc>
                  <a:spcPct val="80000"/>
                </a:lnSpc>
              </a:pPr>
              <a:r>
                <a:rPr lang="en-US" altLang="zh-CN" sz="2000" b="1" i="1">
                  <a:latin typeface="Times New Roman" pitchFamily="18" charset="0"/>
                </a:rPr>
                <a:t>A</a:t>
              </a:r>
            </a:p>
          </p:txBody>
        </p:sp>
        <p:sp>
          <p:nvSpPr>
            <p:cNvPr id="64562" name="Oval 7"/>
            <p:cNvSpPr>
              <a:spLocks noChangeArrowheads="1"/>
            </p:cNvSpPr>
            <p:nvPr/>
          </p:nvSpPr>
          <p:spPr bwMode="auto">
            <a:xfrm>
              <a:off x="3073665" y="2143067"/>
              <a:ext cx="392642" cy="353345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lIns="18000" tIns="0" rIns="0" bIns="0"/>
            <a:lstStyle/>
            <a:p>
              <a:pPr algn="just" eaLnBrk="0" hangingPunct="0">
                <a:lnSpc>
                  <a:spcPct val="80000"/>
                </a:lnSpc>
              </a:pPr>
              <a:r>
                <a:rPr lang="en-US" altLang="zh-CN" sz="2000" b="1" i="1">
                  <a:latin typeface="Times New Roman" pitchFamily="18" charset="0"/>
                </a:rPr>
                <a:t>C</a:t>
              </a:r>
            </a:p>
          </p:txBody>
        </p:sp>
        <p:sp>
          <p:nvSpPr>
            <p:cNvPr id="64563" name="Oval 8"/>
            <p:cNvSpPr>
              <a:spLocks noChangeArrowheads="1"/>
            </p:cNvSpPr>
            <p:nvPr/>
          </p:nvSpPr>
          <p:spPr bwMode="auto">
            <a:xfrm>
              <a:off x="1432984" y="2171498"/>
              <a:ext cx="392642" cy="353345"/>
            </a:xfrm>
            <a:prstGeom prst="ellipse">
              <a:avLst/>
            </a:prstGeom>
            <a:solidFill>
              <a:srgbClr val="00B0F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lIns="18000" tIns="0" rIns="0" bIns="0"/>
            <a:lstStyle/>
            <a:p>
              <a:pPr algn="just" eaLnBrk="0" hangingPunct="0">
                <a:lnSpc>
                  <a:spcPct val="80000"/>
                </a:lnSpc>
              </a:pPr>
              <a:r>
                <a:rPr lang="en-US" altLang="zh-CN" sz="2000" b="1" i="1">
                  <a:latin typeface="Times New Roman" pitchFamily="18" charset="0"/>
                </a:rPr>
                <a:t>B</a:t>
              </a:r>
            </a:p>
          </p:txBody>
        </p:sp>
        <p:sp>
          <p:nvSpPr>
            <p:cNvPr id="64564" name="Oval 9"/>
            <p:cNvSpPr>
              <a:spLocks noChangeArrowheads="1"/>
            </p:cNvSpPr>
            <p:nvPr/>
          </p:nvSpPr>
          <p:spPr bwMode="auto">
            <a:xfrm>
              <a:off x="1404938" y="3399406"/>
              <a:ext cx="392642" cy="353345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lIns="18000" tIns="0" rIns="0" bIns="0"/>
            <a:lstStyle/>
            <a:p>
              <a:pPr algn="just" eaLnBrk="0" hangingPunct="0">
                <a:lnSpc>
                  <a:spcPct val="80000"/>
                </a:lnSpc>
              </a:pPr>
              <a:r>
                <a:rPr lang="en-US" altLang="zh-CN" sz="2000" b="1" i="1">
                  <a:latin typeface="Times New Roman" pitchFamily="18" charset="0"/>
                </a:rPr>
                <a:t>D</a:t>
              </a:r>
            </a:p>
          </p:txBody>
        </p:sp>
        <p:sp>
          <p:nvSpPr>
            <p:cNvPr id="64565" name="Oval 10"/>
            <p:cNvSpPr>
              <a:spLocks noChangeArrowheads="1"/>
            </p:cNvSpPr>
            <p:nvPr/>
          </p:nvSpPr>
          <p:spPr bwMode="auto">
            <a:xfrm>
              <a:off x="3031596" y="3471158"/>
              <a:ext cx="392642" cy="353345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lIns="18000" tIns="0" rIns="0" bIns="0"/>
            <a:lstStyle/>
            <a:p>
              <a:pPr algn="just" eaLnBrk="0" hangingPunct="0">
                <a:lnSpc>
                  <a:spcPct val="80000"/>
                </a:lnSpc>
              </a:pPr>
              <a:r>
                <a:rPr lang="en-US" altLang="zh-CN" sz="2000" b="1" i="1">
                  <a:latin typeface="Times New Roman" pitchFamily="18" charset="0"/>
                </a:rPr>
                <a:t>E</a:t>
              </a:r>
            </a:p>
          </p:txBody>
        </p:sp>
        <p:sp>
          <p:nvSpPr>
            <p:cNvPr id="64566" name="Line 11"/>
            <p:cNvSpPr>
              <a:spLocks noChangeShapeType="1"/>
            </p:cNvSpPr>
            <p:nvPr/>
          </p:nvSpPr>
          <p:spPr bwMode="auto">
            <a:xfrm flipH="1">
              <a:off x="1727465" y="1513544"/>
              <a:ext cx="602985" cy="67013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567" name="Line 12"/>
            <p:cNvSpPr>
              <a:spLocks noChangeShapeType="1"/>
            </p:cNvSpPr>
            <p:nvPr/>
          </p:nvSpPr>
          <p:spPr bwMode="auto">
            <a:xfrm>
              <a:off x="2596886" y="1493237"/>
              <a:ext cx="546894" cy="69450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568" name="Line 13"/>
            <p:cNvSpPr>
              <a:spLocks noChangeShapeType="1"/>
            </p:cNvSpPr>
            <p:nvPr/>
          </p:nvSpPr>
          <p:spPr bwMode="auto">
            <a:xfrm>
              <a:off x="1825625" y="2374570"/>
              <a:ext cx="124804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569" name="Line 14"/>
            <p:cNvSpPr>
              <a:spLocks noChangeShapeType="1"/>
            </p:cNvSpPr>
            <p:nvPr/>
          </p:nvSpPr>
          <p:spPr bwMode="auto">
            <a:xfrm>
              <a:off x="1629305" y="2524843"/>
              <a:ext cx="0" cy="8529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570" name="Line 15"/>
            <p:cNvSpPr>
              <a:spLocks noChangeShapeType="1"/>
            </p:cNvSpPr>
            <p:nvPr/>
          </p:nvSpPr>
          <p:spPr bwMode="auto">
            <a:xfrm flipH="1">
              <a:off x="3255963" y="2496413"/>
              <a:ext cx="0" cy="95985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571" name="Line 16"/>
            <p:cNvSpPr>
              <a:spLocks noChangeShapeType="1"/>
            </p:cNvSpPr>
            <p:nvPr/>
          </p:nvSpPr>
          <p:spPr bwMode="auto">
            <a:xfrm flipV="1">
              <a:off x="1797580" y="3593001"/>
              <a:ext cx="1234017" cy="135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572" name="Line 17"/>
            <p:cNvSpPr>
              <a:spLocks noChangeShapeType="1"/>
            </p:cNvSpPr>
            <p:nvPr/>
          </p:nvSpPr>
          <p:spPr bwMode="auto">
            <a:xfrm>
              <a:off x="1755511" y="2467983"/>
              <a:ext cx="1360223" cy="103160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64514" name="Text Box 50"/>
          <p:cNvSpPr txBox="1">
            <a:spLocks noChangeArrowheads="1"/>
          </p:cNvSpPr>
          <p:nvPr/>
        </p:nvSpPr>
        <p:spPr bwMode="auto">
          <a:xfrm>
            <a:off x="4837501" y="5486724"/>
            <a:ext cx="4119562" cy="407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algn="ctr" eaLnBrk="0" hangingPunct="0"/>
            <a:r>
              <a:rPr lang="en-US" altLang="zh-CN" sz="2000" b="1" dirty="0">
                <a:solidFill>
                  <a:srgbClr val="0000FF"/>
                </a:solidFill>
                <a:latin typeface="+mn-ea"/>
              </a:rPr>
              <a:t>(b) </a:t>
            </a:r>
            <a:r>
              <a:rPr lang="zh-CN" altLang="en-US" sz="2000" b="1" dirty="0">
                <a:solidFill>
                  <a:srgbClr val="0000FF"/>
                </a:solidFill>
                <a:latin typeface="+mn-ea"/>
              </a:rPr>
              <a:t>回溯法搜索</a:t>
            </a:r>
            <a:r>
              <a:rPr lang="zh-CN" altLang="en-US" sz="2000" b="1" dirty="0" smtClean="0">
                <a:solidFill>
                  <a:srgbClr val="0000FF"/>
                </a:solidFill>
                <a:latin typeface="+mn-ea"/>
              </a:rPr>
              <a:t>的解空间</a:t>
            </a:r>
            <a:r>
              <a:rPr lang="zh-CN" altLang="en-US" sz="2000" b="1" dirty="0">
                <a:solidFill>
                  <a:srgbClr val="0000FF"/>
                </a:solidFill>
                <a:latin typeface="+mn-ea"/>
              </a:rPr>
              <a:t>树</a:t>
            </a:r>
          </a:p>
        </p:txBody>
      </p:sp>
      <p:sp>
        <p:nvSpPr>
          <p:cNvPr id="51203" name="Rectangle 51"/>
          <p:cNvSpPr>
            <a:spLocks noChangeArrowheads="1"/>
          </p:cNvSpPr>
          <p:nvPr/>
        </p:nvSpPr>
        <p:spPr bwMode="auto">
          <a:xfrm>
            <a:off x="353890" y="5157506"/>
            <a:ext cx="4275137" cy="1323439"/>
          </a:xfrm>
          <a:prstGeom prst="rect">
            <a:avLst/>
          </a:prstGeom>
          <a:ln/>
          <a:extLst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zh-CN" altLang="en-US" sz="2000" b="1" dirty="0">
                <a:solidFill>
                  <a:srgbClr val="0000FF"/>
                </a:solidFill>
                <a:latin typeface="+mn-ea"/>
              </a:rPr>
              <a:t>解</a:t>
            </a:r>
            <a:r>
              <a:rPr lang="zh-CN" altLang="en-US" sz="2000" b="1" dirty="0" smtClean="0">
                <a:solidFill>
                  <a:srgbClr val="0000FF"/>
                </a:solidFill>
                <a:latin typeface="+mn-ea"/>
              </a:rPr>
              <a:t>空间</a:t>
            </a:r>
            <a:r>
              <a:rPr lang="zh-CN" altLang="en-US" sz="2000" b="1" dirty="0">
                <a:solidFill>
                  <a:srgbClr val="0000FF"/>
                </a:solidFill>
                <a:latin typeface="+mn-ea"/>
              </a:rPr>
              <a:t>树结点总数为：</a:t>
            </a:r>
            <a:r>
              <a:rPr lang="en-US" altLang="zh-CN" sz="2000" b="1" dirty="0">
                <a:solidFill>
                  <a:srgbClr val="0000FF"/>
                </a:solidFill>
                <a:latin typeface="+mn-ea"/>
              </a:rPr>
              <a:t>1+3+3</a:t>
            </a:r>
            <a:r>
              <a:rPr lang="en-US" altLang="zh-CN" sz="2000" b="1" baseline="30000" dirty="0">
                <a:solidFill>
                  <a:srgbClr val="0000FF"/>
                </a:solidFill>
                <a:latin typeface="+mn-ea"/>
              </a:rPr>
              <a:t>2</a:t>
            </a:r>
            <a:r>
              <a:rPr lang="en-US" altLang="zh-CN" sz="2000" b="1" dirty="0">
                <a:solidFill>
                  <a:srgbClr val="0000FF"/>
                </a:solidFill>
                <a:latin typeface="+mn-ea"/>
              </a:rPr>
              <a:t>+3</a:t>
            </a:r>
            <a:r>
              <a:rPr lang="en-US" altLang="zh-CN" sz="2000" b="1" baseline="30000" dirty="0">
                <a:solidFill>
                  <a:srgbClr val="0000FF"/>
                </a:solidFill>
                <a:latin typeface="+mn-ea"/>
              </a:rPr>
              <a:t>3</a:t>
            </a:r>
            <a:r>
              <a:rPr lang="en-US" altLang="zh-CN" sz="2000" b="1" dirty="0">
                <a:solidFill>
                  <a:srgbClr val="0000FF"/>
                </a:solidFill>
                <a:latin typeface="+mn-ea"/>
              </a:rPr>
              <a:t>+3</a:t>
            </a:r>
            <a:r>
              <a:rPr lang="en-US" altLang="zh-CN" sz="2000" b="1" baseline="30000" dirty="0">
                <a:solidFill>
                  <a:srgbClr val="0000FF"/>
                </a:solidFill>
                <a:latin typeface="+mn-ea"/>
              </a:rPr>
              <a:t>4</a:t>
            </a:r>
            <a:r>
              <a:rPr lang="en-US" altLang="zh-CN" sz="2000" b="1" dirty="0">
                <a:solidFill>
                  <a:srgbClr val="0000FF"/>
                </a:solidFill>
                <a:latin typeface="+mn-ea"/>
              </a:rPr>
              <a:t>+3</a:t>
            </a:r>
            <a:r>
              <a:rPr lang="en-US" altLang="zh-CN" sz="2000" b="1" baseline="30000" dirty="0">
                <a:solidFill>
                  <a:srgbClr val="0000FF"/>
                </a:solidFill>
                <a:latin typeface="+mn-ea"/>
              </a:rPr>
              <a:t>5</a:t>
            </a:r>
            <a:r>
              <a:rPr lang="en-US" altLang="zh-CN" sz="2000" b="1" dirty="0">
                <a:solidFill>
                  <a:srgbClr val="0000FF"/>
                </a:solidFill>
                <a:latin typeface="+mn-ea"/>
              </a:rPr>
              <a:t>=364</a:t>
            </a:r>
            <a:r>
              <a:rPr lang="zh-CN" altLang="en-US" sz="2000" b="1" dirty="0">
                <a:solidFill>
                  <a:srgbClr val="0000FF"/>
                </a:solidFill>
                <a:latin typeface="+mn-ea"/>
              </a:rPr>
              <a:t>。</a:t>
            </a:r>
          </a:p>
          <a:p>
            <a:pPr>
              <a:defRPr/>
            </a:pPr>
            <a:r>
              <a:rPr lang="zh-CN" altLang="en-US" sz="2000" b="1" dirty="0">
                <a:solidFill>
                  <a:srgbClr val="0000FF"/>
                </a:solidFill>
                <a:latin typeface="+mn-ea"/>
              </a:rPr>
              <a:t>而在搜</a:t>
            </a:r>
            <a:r>
              <a:rPr lang="zh-CN" altLang="en-US" sz="2000" b="1" dirty="0" smtClean="0">
                <a:solidFill>
                  <a:srgbClr val="0000FF"/>
                </a:solidFill>
                <a:latin typeface="+mn-ea"/>
              </a:rPr>
              <a:t>索到一个解过</a:t>
            </a:r>
            <a:r>
              <a:rPr lang="zh-CN" altLang="en-US" sz="2000" b="1" dirty="0">
                <a:solidFill>
                  <a:srgbClr val="0000FF"/>
                </a:solidFill>
                <a:latin typeface="+mn-ea"/>
              </a:rPr>
              <a:t>程中所访问的结点数只有</a:t>
            </a:r>
            <a:r>
              <a:rPr lang="en-US" altLang="zh-CN" sz="2000" b="1" dirty="0">
                <a:solidFill>
                  <a:srgbClr val="0000FF"/>
                </a:solidFill>
                <a:latin typeface="+mn-ea"/>
              </a:rPr>
              <a:t>14 </a:t>
            </a:r>
            <a:r>
              <a:rPr lang="zh-CN" altLang="en-US" sz="2000" b="1" dirty="0">
                <a:solidFill>
                  <a:srgbClr val="0000FF"/>
                </a:solidFill>
                <a:latin typeface="+mn-ea"/>
              </a:rPr>
              <a:t>个</a:t>
            </a:r>
            <a:r>
              <a:rPr lang="zh-CN" altLang="en-US" sz="1600" b="1" dirty="0">
                <a:solidFill>
                  <a:srgbClr val="0000FF"/>
                </a:solidFill>
                <a:latin typeface="+mn-ea"/>
              </a:rPr>
              <a:t>。</a:t>
            </a:r>
          </a:p>
        </p:txBody>
      </p:sp>
      <p:sp>
        <p:nvSpPr>
          <p:cNvPr id="62" name="文本占位符 6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lvl="0"/>
            <a:r>
              <a:rPr lang="en-US" altLang="zh-CN" dirty="0" err="1" smtClean="0">
                <a:sym typeface="+mn-ea"/>
              </a:rPr>
              <a:t>求解图的m着色问题</a:t>
            </a:r>
            <a:endParaRPr lang="en-US" altLang="zh-CN" dirty="0" smtClean="0">
              <a:sym typeface="+mn-ea"/>
            </a:endParaRPr>
          </a:p>
        </p:txBody>
      </p:sp>
      <p:grpSp>
        <p:nvGrpSpPr>
          <p:cNvPr id="3" name="组合 3"/>
          <p:cNvGrpSpPr>
            <a:grpSpLocks/>
          </p:cNvGrpSpPr>
          <p:nvPr/>
        </p:nvGrpSpPr>
        <p:grpSpPr bwMode="auto">
          <a:xfrm>
            <a:off x="5480050" y="908050"/>
            <a:ext cx="2614613" cy="4191000"/>
            <a:chOff x="5479289" y="1270000"/>
            <a:chExt cx="2614580" cy="4190052"/>
          </a:xfrm>
        </p:grpSpPr>
        <p:sp>
          <p:nvSpPr>
            <p:cNvPr id="64524" name="Text Box 5"/>
            <p:cNvSpPr txBox="1">
              <a:spLocks noChangeArrowheads="1"/>
            </p:cNvSpPr>
            <p:nvPr/>
          </p:nvSpPr>
          <p:spPr bwMode="auto">
            <a:xfrm>
              <a:off x="6298936" y="4019595"/>
              <a:ext cx="532871" cy="27211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just" eaLnBrk="0" hangingPunct="0">
                <a:lnSpc>
                  <a:spcPct val="80000"/>
                </a:lnSpc>
              </a:pPr>
              <a:r>
                <a:rPr lang="en-US" altLang="zh-CN" sz="20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D=1</a:t>
              </a:r>
            </a:p>
          </p:txBody>
        </p:sp>
        <p:sp>
          <p:nvSpPr>
            <p:cNvPr id="64525" name="Oval 18"/>
            <p:cNvSpPr>
              <a:spLocks noChangeArrowheads="1"/>
            </p:cNvSpPr>
            <p:nvPr/>
          </p:nvSpPr>
          <p:spPr bwMode="auto">
            <a:xfrm>
              <a:off x="7154333" y="1270000"/>
              <a:ext cx="381423" cy="322208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lIns="28800" tIns="0" rIns="0" bIns="0"/>
            <a:lstStyle/>
            <a:p>
              <a:pPr algn="just" eaLnBrk="0" hangingPunct="0">
                <a:lnSpc>
                  <a:spcPct val="72000"/>
                </a:lnSpc>
              </a:pPr>
              <a:r>
                <a:rPr lang="en-US" altLang="zh-CN" sz="2000" b="1"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64526" name="Oval 19"/>
            <p:cNvSpPr>
              <a:spLocks noChangeArrowheads="1"/>
            </p:cNvSpPr>
            <p:nvPr/>
          </p:nvSpPr>
          <p:spPr bwMode="auto">
            <a:xfrm>
              <a:off x="6383073" y="2017305"/>
              <a:ext cx="381423" cy="322208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lIns="28800" tIns="0" rIns="0" bIns="0"/>
            <a:lstStyle/>
            <a:p>
              <a:pPr algn="just" eaLnBrk="0" hangingPunct="0">
                <a:lnSpc>
                  <a:spcPct val="72000"/>
                </a:lnSpc>
              </a:pPr>
              <a:r>
                <a:rPr lang="en-US" altLang="zh-CN" sz="2000" b="1">
                  <a:solidFill>
                    <a:srgbClr val="3907F1"/>
                  </a:solidFill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64527" name="Oval 20"/>
            <p:cNvSpPr>
              <a:spLocks noChangeArrowheads="1"/>
            </p:cNvSpPr>
            <p:nvPr/>
          </p:nvSpPr>
          <p:spPr bwMode="auto">
            <a:xfrm>
              <a:off x="5639859" y="2809286"/>
              <a:ext cx="381423" cy="322208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lIns="28800" tIns="0" rIns="0" bIns="0"/>
            <a:lstStyle/>
            <a:p>
              <a:pPr algn="just" eaLnBrk="0" hangingPunct="0">
                <a:lnSpc>
                  <a:spcPct val="72000"/>
                </a:lnSpc>
              </a:pPr>
              <a:r>
                <a:rPr lang="en-US" altLang="zh-CN" sz="2000" b="1">
                  <a:latin typeface="Times New Roman" pitchFamily="18" charset="0"/>
                </a:rPr>
                <a:t>3</a:t>
              </a:r>
            </a:p>
          </p:txBody>
        </p:sp>
        <p:sp>
          <p:nvSpPr>
            <p:cNvPr id="64528" name="Oval 21"/>
            <p:cNvSpPr>
              <a:spLocks noChangeArrowheads="1"/>
            </p:cNvSpPr>
            <p:nvPr/>
          </p:nvSpPr>
          <p:spPr bwMode="auto">
            <a:xfrm>
              <a:off x="6383073" y="2825531"/>
              <a:ext cx="381423" cy="322208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lIns="28800" tIns="0" rIns="0" bIns="0"/>
            <a:lstStyle/>
            <a:p>
              <a:pPr algn="just" eaLnBrk="0" hangingPunct="0">
                <a:lnSpc>
                  <a:spcPct val="72000"/>
                </a:lnSpc>
              </a:pPr>
              <a:r>
                <a:rPr lang="en-US" altLang="zh-CN" sz="2000" b="1">
                  <a:solidFill>
                    <a:srgbClr val="3907F1"/>
                  </a:solidFill>
                  <a:latin typeface="Times New Roman" pitchFamily="18" charset="0"/>
                </a:rPr>
                <a:t>4</a:t>
              </a:r>
            </a:p>
          </p:txBody>
        </p:sp>
        <p:sp>
          <p:nvSpPr>
            <p:cNvPr id="64529" name="Oval 22"/>
            <p:cNvSpPr>
              <a:spLocks noChangeArrowheads="1"/>
            </p:cNvSpPr>
            <p:nvPr/>
          </p:nvSpPr>
          <p:spPr bwMode="auto">
            <a:xfrm>
              <a:off x="5864225" y="3585021"/>
              <a:ext cx="381423" cy="322208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lIns="28800" tIns="0" rIns="0" bIns="0"/>
            <a:lstStyle/>
            <a:p>
              <a:pPr algn="just" eaLnBrk="0" hangingPunct="0">
                <a:lnSpc>
                  <a:spcPct val="72000"/>
                </a:lnSpc>
              </a:pPr>
              <a:r>
                <a:rPr lang="en-US" altLang="zh-CN" sz="2000" b="1">
                  <a:latin typeface="Times New Roman" pitchFamily="18" charset="0"/>
                </a:rPr>
                <a:t>5</a:t>
              </a:r>
            </a:p>
          </p:txBody>
        </p:sp>
        <p:sp>
          <p:nvSpPr>
            <p:cNvPr id="64530" name="Oval 23"/>
            <p:cNvSpPr>
              <a:spLocks noChangeArrowheads="1"/>
            </p:cNvSpPr>
            <p:nvPr/>
          </p:nvSpPr>
          <p:spPr bwMode="auto">
            <a:xfrm>
              <a:off x="6383073" y="3585021"/>
              <a:ext cx="381423" cy="322208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lIns="28800" tIns="0" rIns="0" bIns="0"/>
            <a:lstStyle/>
            <a:p>
              <a:pPr algn="just" eaLnBrk="0" hangingPunct="0">
                <a:lnSpc>
                  <a:spcPct val="72000"/>
                </a:lnSpc>
              </a:pPr>
              <a:r>
                <a:rPr lang="en-US" altLang="zh-CN" sz="2000" b="1">
                  <a:latin typeface="Times New Roman" pitchFamily="18" charset="0"/>
                </a:rPr>
                <a:t>6</a:t>
              </a:r>
            </a:p>
          </p:txBody>
        </p:sp>
        <p:sp>
          <p:nvSpPr>
            <p:cNvPr id="64531" name="Oval 24"/>
            <p:cNvSpPr>
              <a:spLocks noChangeArrowheads="1"/>
            </p:cNvSpPr>
            <p:nvPr/>
          </p:nvSpPr>
          <p:spPr bwMode="auto">
            <a:xfrm>
              <a:off x="6887898" y="3597205"/>
              <a:ext cx="381423" cy="322208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lIns="28800" tIns="0" rIns="0" bIns="0"/>
            <a:lstStyle/>
            <a:p>
              <a:pPr algn="just" eaLnBrk="0" hangingPunct="0">
                <a:lnSpc>
                  <a:spcPct val="72000"/>
                </a:lnSpc>
              </a:pPr>
              <a:r>
                <a:rPr lang="en-US" altLang="zh-CN" sz="2000" b="1">
                  <a:solidFill>
                    <a:srgbClr val="3907F1"/>
                  </a:solidFill>
                  <a:latin typeface="Times New Roman" pitchFamily="18" charset="0"/>
                </a:rPr>
                <a:t>7</a:t>
              </a:r>
            </a:p>
          </p:txBody>
        </p:sp>
        <p:sp>
          <p:nvSpPr>
            <p:cNvPr id="64532" name="Line 25"/>
            <p:cNvSpPr>
              <a:spLocks noChangeShapeType="1"/>
            </p:cNvSpPr>
            <p:nvPr/>
          </p:nvSpPr>
          <p:spPr bwMode="auto">
            <a:xfrm flipH="1">
              <a:off x="6677554" y="1542116"/>
              <a:ext cx="518848" cy="48737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533" name="Line 26"/>
            <p:cNvSpPr>
              <a:spLocks noChangeShapeType="1"/>
            </p:cNvSpPr>
            <p:nvPr/>
          </p:nvSpPr>
          <p:spPr bwMode="auto">
            <a:xfrm flipH="1">
              <a:off x="5920317" y="2298898"/>
              <a:ext cx="532871" cy="53204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534" name="Line 27"/>
            <p:cNvSpPr>
              <a:spLocks noChangeShapeType="1"/>
            </p:cNvSpPr>
            <p:nvPr/>
          </p:nvSpPr>
          <p:spPr bwMode="auto">
            <a:xfrm>
              <a:off x="6565371" y="2354404"/>
              <a:ext cx="0" cy="46300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535" name="Line 28"/>
            <p:cNvSpPr>
              <a:spLocks noChangeShapeType="1"/>
            </p:cNvSpPr>
            <p:nvPr/>
          </p:nvSpPr>
          <p:spPr bwMode="auto">
            <a:xfrm flipH="1">
              <a:off x="6060546" y="3113894"/>
              <a:ext cx="392642" cy="47518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536" name="Line 29"/>
            <p:cNvSpPr>
              <a:spLocks noChangeShapeType="1"/>
            </p:cNvSpPr>
            <p:nvPr/>
          </p:nvSpPr>
          <p:spPr bwMode="auto">
            <a:xfrm>
              <a:off x="6551348" y="3154508"/>
              <a:ext cx="0" cy="42239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537" name="Line 30"/>
            <p:cNvSpPr>
              <a:spLocks noChangeShapeType="1"/>
            </p:cNvSpPr>
            <p:nvPr/>
          </p:nvSpPr>
          <p:spPr bwMode="auto">
            <a:xfrm>
              <a:off x="6663531" y="3126078"/>
              <a:ext cx="336550" cy="46300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538" name="Oval 31"/>
            <p:cNvSpPr>
              <a:spLocks noChangeArrowheads="1"/>
            </p:cNvSpPr>
            <p:nvPr/>
          </p:nvSpPr>
          <p:spPr bwMode="auto">
            <a:xfrm>
              <a:off x="6369050" y="4356694"/>
              <a:ext cx="381423" cy="322208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lIns="28800" tIns="0" rIns="0" bIns="0"/>
            <a:lstStyle/>
            <a:p>
              <a:pPr algn="just" eaLnBrk="0" hangingPunct="0">
                <a:lnSpc>
                  <a:spcPct val="72000"/>
                </a:lnSpc>
              </a:pPr>
              <a:r>
                <a:rPr lang="en-US" altLang="zh-CN" sz="2000" b="1">
                  <a:latin typeface="Times New Roman" pitchFamily="18" charset="0"/>
                </a:rPr>
                <a:t>8</a:t>
              </a:r>
            </a:p>
          </p:txBody>
        </p:sp>
        <p:sp>
          <p:nvSpPr>
            <p:cNvPr id="64539" name="Oval 32"/>
            <p:cNvSpPr>
              <a:spLocks noChangeArrowheads="1"/>
            </p:cNvSpPr>
            <p:nvPr/>
          </p:nvSpPr>
          <p:spPr bwMode="auto">
            <a:xfrm>
              <a:off x="6887898" y="4356694"/>
              <a:ext cx="381423" cy="322208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lIns="28800" tIns="0" rIns="0" bIns="0"/>
            <a:lstStyle/>
            <a:p>
              <a:pPr algn="just" eaLnBrk="0" hangingPunct="0">
                <a:lnSpc>
                  <a:spcPct val="72000"/>
                </a:lnSpc>
              </a:pPr>
              <a:r>
                <a:rPr lang="en-US" altLang="zh-CN" sz="2000" b="1">
                  <a:latin typeface="Times New Roman" pitchFamily="18" charset="0"/>
                </a:rPr>
                <a:t>9</a:t>
              </a:r>
            </a:p>
          </p:txBody>
        </p:sp>
        <p:sp>
          <p:nvSpPr>
            <p:cNvPr id="64540" name="Oval 33"/>
            <p:cNvSpPr>
              <a:spLocks noChangeArrowheads="1"/>
            </p:cNvSpPr>
            <p:nvPr/>
          </p:nvSpPr>
          <p:spPr bwMode="auto">
            <a:xfrm>
              <a:off x="7392723" y="4368878"/>
              <a:ext cx="381423" cy="322208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lIns="0" tIns="0" rIns="0" bIns="0"/>
            <a:lstStyle/>
            <a:p>
              <a:pPr algn="just" eaLnBrk="0" hangingPunct="0">
                <a:lnSpc>
                  <a:spcPct val="72000"/>
                </a:lnSpc>
              </a:pPr>
              <a:r>
                <a:rPr lang="en-US" altLang="zh-CN" sz="2000" b="1">
                  <a:solidFill>
                    <a:srgbClr val="3907F1"/>
                  </a:solidFill>
                  <a:latin typeface="Times New Roman" pitchFamily="18" charset="0"/>
                </a:rPr>
                <a:t>10</a:t>
              </a:r>
            </a:p>
          </p:txBody>
        </p:sp>
        <p:sp>
          <p:nvSpPr>
            <p:cNvPr id="64541" name="Line 34"/>
            <p:cNvSpPr>
              <a:spLocks noChangeShapeType="1"/>
            </p:cNvSpPr>
            <p:nvPr/>
          </p:nvSpPr>
          <p:spPr bwMode="auto">
            <a:xfrm flipH="1">
              <a:off x="6565371" y="3885567"/>
              <a:ext cx="392642" cy="47518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542" name="Line 35"/>
            <p:cNvSpPr>
              <a:spLocks noChangeShapeType="1"/>
            </p:cNvSpPr>
            <p:nvPr/>
          </p:nvSpPr>
          <p:spPr bwMode="auto">
            <a:xfrm>
              <a:off x="7056173" y="3926182"/>
              <a:ext cx="0" cy="42239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543" name="Line 36"/>
            <p:cNvSpPr>
              <a:spLocks noChangeShapeType="1"/>
            </p:cNvSpPr>
            <p:nvPr/>
          </p:nvSpPr>
          <p:spPr bwMode="auto">
            <a:xfrm>
              <a:off x="7168356" y="3897751"/>
              <a:ext cx="336550" cy="46300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544" name="Oval 37"/>
            <p:cNvSpPr>
              <a:spLocks noChangeArrowheads="1"/>
            </p:cNvSpPr>
            <p:nvPr/>
          </p:nvSpPr>
          <p:spPr bwMode="auto">
            <a:xfrm>
              <a:off x="5587974" y="5116183"/>
              <a:ext cx="381423" cy="322208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lIns="0" tIns="0" rIns="0" bIns="0"/>
            <a:lstStyle/>
            <a:p>
              <a:pPr algn="just" eaLnBrk="0" hangingPunct="0">
                <a:lnSpc>
                  <a:spcPct val="72000"/>
                </a:lnSpc>
              </a:pPr>
              <a:r>
                <a:rPr lang="en-US" altLang="zh-CN" sz="2000" b="1">
                  <a:latin typeface="Times New Roman" pitchFamily="18" charset="0"/>
                </a:rPr>
                <a:t>11</a:t>
              </a:r>
            </a:p>
          </p:txBody>
        </p:sp>
        <p:sp>
          <p:nvSpPr>
            <p:cNvPr id="64545" name="Oval 38"/>
            <p:cNvSpPr>
              <a:spLocks noChangeArrowheads="1"/>
            </p:cNvSpPr>
            <p:nvPr/>
          </p:nvSpPr>
          <p:spPr bwMode="auto">
            <a:xfrm>
              <a:off x="6102615" y="5116183"/>
              <a:ext cx="381423" cy="322208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lIns="0" tIns="0" rIns="0" bIns="0"/>
            <a:lstStyle/>
            <a:p>
              <a:pPr algn="just" eaLnBrk="0" hangingPunct="0">
                <a:lnSpc>
                  <a:spcPct val="72000"/>
                </a:lnSpc>
              </a:pPr>
              <a:r>
                <a:rPr lang="en-US" altLang="zh-CN" sz="2000" b="1">
                  <a:latin typeface="Times New Roman" pitchFamily="18" charset="0"/>
                </a:rPr>
                <a:t>12</a:t>
              </a:r>
            </a:p>
          </p:txBody>
        </p:sp>
        <p:sp>
          <p:nvSpPr>
            <p:cNvPr id="64546" name="Oval 39"/>
            <p:cNvSpPr>
              <a:spLocks noChangeArrowheads="1"/>
            </p:cNvSpPr>
            <p:nvPr/>
          </p:nvSpPr>
          <p:spPr bwMode="auto">
            <a:xfrm>
              <a:off x="6607440" y="5128368"/>
              <a:ext cx="381423" cy="322208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lIns="0" tIns="0" rIns="0" bIns="0"/>
            <a:lstStyle/>
            <a:p>
              <a:pPr algn="just" eaLnBrk="0" hangingPunct="0">
                <a:lnSpc>
                  <a:spcPct val="72000"/>
                </a:lnSpc>
              </a:pPr>
              <a:r>
                <a:rPr lang="en-US" altLang="zh-CN" sz="2000" b="1">
                  <a:latin typeface="Times New Roman" pitchFamily="18" charset="0"/>
                </a:rPr>
                <a:t>13</a:t>
              </a:r>
            </a:p>
          </p:txBody>
        </p:sp>
        <p:sp>
          <p:nvSpPr>
            <p:cNvPr id="64547" name="Line 40"/>
            <p:cNvSpPr>
              <a:spLocks noChangeShapeType="1"/>
            </p:cNvSpPr>
            <p:nvPr/>
          </p:nvSpPr>
          <p:spPr bwMode="auto">
            <a:xfrm flipH="1">
              <a:off x="5822156" y="4628811"/>
              <a:ext cx="602985" cy="47518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548" name="Line 41"/>
            <p:cNvSpPr>
              <a:spLocks noChangeShapeType="1"/>
            </p:cNvSpPr>
            <p:nvPr/>
          </p:nvSpPr>
          <p:spPr bwMode="auto">
            <a:xfrm flipH="1">
              <a:off x="6341004" y="4682963"/>
              <a:ext cx="154252" cy="43457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549" name="Line 42"/>
            <p:cNvSpPr>
              <a:spLocks noChangeShapeType="1"/>
            </p:cNvSpPr>
            <p:nvPr/>
          </p:nvSpPr>
          <p:spPr bwMode="auto">
            <a:xfrm>
              <a:off x="6593417" y="4665364"/>
              <a:ext cx="196321" cy="47518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550" name="Oval 43"/>
            <p:cNvSpPr>
              <a:spLocks noChangeArrowheads="1"/>
            </p:cNvSpPr>
            <p:nvPr/>
          </p:nvSpPr>
          <p:spPr bwMode="auto">
            <a:xfrm>
              <a:off x="7196402" y="5137844"/>
              <a:ext cx="381423" cy="322208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lIns="0" tIns="0" rIns="0" bIns="0"/>
            <a:lstStyle/>
            <a:p>
              <a:pPr algn="just" eaLnBrk="0" hangingPunct="0">
                <a:lnSpc>
                  <a:spcPct val="72000"/>
                </a:lnSpc>
              </a:pPr>
              <a:r>
                <a:rPr lang="en-US" altLang="zh-CN" sz="2000" b="1">
                  <a:solidFill>
                    <a:srgbClr val="3907F1"/>
                  </a:solidFill>
                  <a:latin typeface="Times New Roman" pitchFamily="18" charset="0"/>
                </a:rPr>
                <a:t>14</a:t>
              </a:r>
            </a:p>
          </p:txBody>
        </p:sp>
        <p:sp>
          <p:nvSpPr>
            <p:cNvPr id="64551" name="Line 44"/>
            <p:cNvSpPr>
              <a:spLocks noChangeShapeType="1"/>
            </p:cNvSpPr>
            <p:nvPr/>
          </p:nvSpPr>
          <p:spPr bwMode="auto">
            <a:xfrm flipH="1">
              <a:off x="7392723" y="4697855"/>
              <a:ext cx="154252" cy="43457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552" name="Text Box 45"/>
            <p:cNvSpPr txBox="1">
              <a:spLocks noChangeArrowheads="1"/>
            </p:cNvSpPr>
            <p:nvPr/>
          </p:nvSpPr>
          <p:spPr bwMode="auto">
            <a:xfrm>
              <a:off x="7028127" y="1789864"/>
              <a:ext cx="532871" cy="27211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just" eaLnBrk="0" hangingPunct="0">
                <a:lnSpc>
                  <a:spcPct val="80000"/>
                </a:lnSpc>
              </a:pPr>
              <a:r>
                <a:rPr lang="en-US" altLang="zh-CN" sz="20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A=1</a:t>
              </a:r>
            </a:p>
          </p:txBody>
        </p:sp>
        <p:sp>
          <p:nvSpPr>
            <p:cNvPr id="64553" name="Text Box 46"/>
            <p:cNvSpPr txBox="1">
              <a:spLocks noChangeArrowheads="1"/>
            </p:cNvSpPr>
            <p:nvPr/>
          </p:nvSpPr>
          <p:spPr bwMode="auto">
            <a:xfrm>
              <a:off x="6649508" y="2439695"/>
              <a:ext cx="532871" cy="27211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just" eaLnBrk="0" hangingPunct="0">
                <a:lnSpc>
                  <a:spcPct val="80000"/>
                </a:lnSpc>
              </a:pPr>
              <a:r>
                <a:rPr lang="en-US" altLang="zh-CN" sz="20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B=2</a:t>
              </a:r>
            </a:p>
          </p:txBody>
        </p:sp>
        <p:sp>
          <p:nvSpPr>
            <p:cNvPr id="64554" name="Text Box 47"/>
            <p:cNvSpPr txBox="1">
              <a:spLocks noChangeArrowheads="1"/>
            </p:cNvSpPr>
            <p:nvPr/>
          </p:nvSpPr>
          <p:spPr bwMode="auto">
            <a:xfrm>
              <a:off x="6929967" y="3230322"/>
              <a:ext cx="532871" cy="27211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just" eaLnBrk="0" hangingPunct="0">
                <a:lnSpc>
                  <a:spcPct val="80000"/>
                </a:lnSpc>
              </a:pPr>
              <a:r>
                <a:rPr lang="en-US" altLang="zh-CN" sz="20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C=3</a:t>
              </a:r>
            </a:p>
          </p:txBody>
        </p:sp>
        <p:sp>
          <p:nvSpPr>
            <p:cNvPr id="64555" name="Text Box 48"/>
            <p:cNvSpPr txBox="1">
              <a:spLocks noChangeArrowheads="1"/>
            </p:cNvSpPr>
            <p:nvPr/>
          </p:nvSpPr>
          <p:spPr bwMode="auto">
            <a:xfrm>
              <a:off x="7420769" y="3918059"/>
              <a:ext cx="532871" cy="27211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just" eaLnBrk="0" hangingPunct="0">
                <a:lnSpc>
                  <a:spcPct val="80000"/>
                </a:lnSpc>
              </a:pPr>
              <a:r>
                <a:rPr lang="en-US" altLang="zh-CN" sz="20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D=3</a:t>
              </a:r>
            </a:p>
          </p:txBody>
        </p:sp>
        <p:sp>
          <p:nvSpPr>
            <p:cNvPr id="64556" name="Text Box 49"/>
            <p:cNvSpPr txBox="1">
              <a:spLocks noChangeArrowheads="1"/>
            </p:cNvSpPr>
            <p:nvPr/>
          </p:nvSpPr>
          <p:spPr bwMode="auto">
            <a:xfrm>
              <a:off x="7560998" y="4811575"/>
              <a:ext cx="532871" cy="27211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just" eaLnBrk="0" hangingPunct="0">
                <a:lnSpc>
                  <a:spcPct val="80000"/>
                </a:lnSpc>
              </a:pPr>
              <a:r>
                <a:rPr lang="en-US" altLang="zh-CN" sz="20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E=1</a:t>
              </a:r>
            </a:p>
          </p:txBody>
        </p:sp>
        <p:sp>
          <p:nvSpPr>
            <p:cNvPr id="64557" name="Text Box 46"/>
            <p:cNvSpPr txBox="1">
              <a:spLocks noChangeArrowheads="1"/>
            </p:cNvSpPr>
            <p:nvPr/>
          </p:nvSpPr>
          <p:spPr bwMode="auto">
            <a:xfrm>
              <a:off x="5695950" y="2420938"/>
              <a:ext cx="531813" cy="2714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just" eaLnBrk="0" hangingPunct="0">
                <a:lnSpc>
                  <a:spcPct val="80000"/>
                </a:lnSpc>
              </a:pPr>
              <a:r>
                <a:rPr lang="en-US" altLang="zh-CN" sz="20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B=1</a:t>
              </a:r>
            </a:p>
          </p:txBody>
        </p:sp>
        <p:sp>
          <p:nvSpPr>
            <p:cNvPr id="64558" name="Text Box 47"/>
            <p:cNvSpPr txBox="1">
              <a:spLocks noChangeArrowheads="1"/>
            </p:cNvSpPr>
            <p:nvPr/>
          </p:nvSpPr>
          <p:spPr bwMode="auto">
            <a:xfrm>
              <a:off x="5651500" y="3322638"/>
              <a:ext cx="533400" cy="2730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just" eaLnBrk="0" hangingPunct="0">
                <a:lnSpc>
                  <a:spcPct val="80000"/>
                </a:lnSpc>
              </a:pPr>
              <a:r>
                <a:rPr lang="en-US" altLang="zh-CN" sz="20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C=1</a:t>
              </a:r>
            </a:p>
          </p:txBody>
        </p:sp>
        <p:sp>
          <p:nvSpPr>
            <p:cNvPr id="64559" name="Text Box 47"/>
            <p:cNvSpPr txBox="1">
              <a:spLocks noChangeArrowheads="1"/>
            </p:cNvSpPr>
            <p:nvPr/>
          </p:nvSpPr>
          <p:spPr bwMode="auto">
            <a:xfrm>
              <a:off x="6369050" y="3322638"/>
              <a:ext cx="219075" cy="254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just" eaLnBrk="0" hangingPunct="0">
                <a:lnSpc>
                  <a:spcPct val="80000"/>
                </a:lnSpc>
              </a:pPr>
              <a:r>
                <a:rPr lang="en-US" altLang="zh-CN" sz="20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2</a:t>
              </a:r>
            </a:p>
          </p:txBody>
        </p:sp>
        <p:sp>
          <p:nvSpPr>
            <p:cNvPr id="64560" name="Text Box 49"/>
            <p:cNvSpPr txBox="1">
              <a:spLocks noChangeArrowheads="1"/>
            </p:cNvSpPr>
            <p:nvPr/>
          </p:nvSpPr>
          <p:spPr bwMode="auto">
            <a:xfrm>
              <a:off x="5479289" y="4725144"/>
              <a:ext cx="532871" cy="27211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just" eaLnBrk="0" hangingPunct="0">
                <a:lnSpc>
                  <a:spcPct val="80000"/>
                </a:lnSpc>
              </a:pPr>
              <a:r>
                <a:rPr lang="en-US" altLang="zh-CN" sz="20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E=1</a:t>
              </a:r>
            </a:p>
          </p:txBody>
        </p:sp>
      </p:grpSp>
      <p:sp>
        <p:nvSpPr>
          <p:cNvPr id="64518" name="矩形 2"/>
          <p:cNvSpPr>
            <a:spLocks noChangeArrowheads="1"/>
          </p:cNvSpPr>
          <p:nvPr/>
        </p:nvSpPr>
        <p:spPr bwMode="auto">
          <a:xfrm>
            <a:off x="1435813" y="4697899"/>
            <a:ext cx="1893467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zh-CN" sz="2000" b="1" dirty="0">
                <a:solidFill>
                  <a:srgbClr val="0000FF"/>
                </a:solidFill>
                <a:latin typeface="Times New Roman" pitchFamily="18" charset="0"/>
              </a:rPr>
              <a:t>(a) </a:t>
            </a:r>
            <a:r>
              <a:rPr lang="zh-CN" altLang="en-US" sz="2000" b="1" dirty="0">
                <a:solidFill>
                  <a:srgbClr val="0000FF"/>
                </a:solidFill>
                <a:latin typeface="Times New Roman" pitchFamily="18" charset="0"/>
              </a:rPr>
              <a:t>一个无向图 </a:t>
            </a:r>
            <a:endParaRPr lang="zh-CN" altLang="en-US" sz="1600" dirty="0">
              <a:solidFill>
                <a:srgbClr val="0000FF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7074518" y="4702630"/>
            <a:ext cx="623239" cy="532169"/>
          </a:xfrm>
          <a:prstGeom prst="rect">
            <a:avLst/>
          </a:prstGeom>
          <a:noFill/>
          <a:ln w="412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7667625" y="938213"/>
            <a:ext cx="1370013" cy="10064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/>
            <a:r>
              <a:rPr lang="en-US" altLang="zh-CN" sz="2000" b="1">
                <a:solidFill>
                  <a:schemeClr val="tx1"/>
                </a:solidFill>
                <a:latin typeface="宋体" charset="-122"/>
                <a:ea typeface="宋体" charset="-122"/>
              </a:rPr>
              <a:t> 1</a:t>
            </a:r>
            <a:r>
              <a:rPr lang="zh-CN" altLang="en-US" sz="2000" b="1">
                <a:solidFill>
                  <a:schemeClr val="tx1"/>
                </a:solidFill>
                <a:latin typeface="宋体" charset="-122"/>
                <a:ea typeface="宋体" charset="-122"/>
              </a:rPr>
              <a:t>：红色、</a:t>
            </a:r>
            <a:r>
              <a:rPr lang="en-US" altLang="zh-CN" sz="2000" b="1">
                <a:solidFill>
                  <a:schemeClr val="tx1"/>
                </a:solidFill>
                <a:latin typeface="宋体" charset="-122"/>
                <a:ea typeface="宋体" charset="-122"/>
              </a:rPr>
              <a:t>2</a:t>
            </a:r>
            <a:r>
              <a:rPr lang="zh-CN" altLang="en-US" sz="2000" b="1">
                <a:solidFill>
                  <a:schemeClr val="tx1"/>
                </a:solidFill>
                <a:latin typeface="宋体" charset="-122"/>
                <a:ea typeface="宋体" charset="-122"/>
              </a:rPr>
              <a:t>：蓝色</a:t>
            </a:r>
          </a:p>
          <a:p>
            <a:pPr algn="ctr"/>
            <a:r>
              <a:rPr lang="en-US" altLang="zh-CN" sz="2000" b="1">
                <a:solidFill>
                  <a:schemeClr val="tx1"/>
                </a:solidFill>
                <a:latin typeface="宋体" charset="-122"/>
                <a:ea typeface="宋体" charset="-122"/>
              </a:rPr>
              <a:t>3</a:t>
            </a:r>
            <a:r>
              <a:rPr lang="zh-CN" altLang="en-US" sz="2000" b="1">
                <a:solidFill>
                  <a:schemeClr val="tx1"/>
                </a:solidFill>
                <a:latin typeface="宋体" charset="-122"/>
                <a:ea typeface="宋体" charset="-122"/>
              </a:rPr>
              <a:t>：黄色</a:t>
            </a:r>
          </a:p>
        </p:txBody>
      </p:sp>
      <p:sp>
        <p:nvSpPr>
          <p:cNvPr id="59" name="Text Box 11"/>
          <p:cNvSpPr txBox="1">
            <a:spLocks noChangeArrowheads="1"/>
          </p:cNvSpPr>
          <p:nvPr/>
        </p:nvSpPr>
        <p:spPr bwMode="auto">
          <a:xfrm>
            <a:off x="5522077" y="5977506"/>
            <a:ext cx="2223687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zh-CN" sz="2400" b="1" dirty="0" smtClean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x[1,2,3,3,1]</a:t>
            </a:r>
            <a:endParaRPr lang="en-US" altLang="zh-CN" sz="2400" b="1" dirty="0">
              <a:solidFill>
                <a:srgbClr val="FF0000"/>
              </a:solidFill>
              <a:latin typeface="Consolas" pitchFamily="49" charset="0"/>
              <a:cs typeface="Consolas" pitchFamily="49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3" name="Text Box 5"/>
          <p:cNvSpPr txBox="1">
            <a:spLocks noChangeArrowheads="1"/>
          </p:cNvSpPr>
          <p:nvPr/>
        </p:nvSpPr>
        <p:spPr bwMode="auto">
          <a:xfrm>
            <a:off x="575160" y="1762613"/>
            <a:ext cx="8251598" cy="4647426"/>
          </a:xfrm>
          <a:prstGeom prst="rect">
            <a:avLst/>
          </a:prstGeom>
          <a:ln/>
          <a:extLst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r>
              <a:rPr kumimoji="1" lang="en-US" altLang="zh-CN" sz="2000" b="1" dirty="0" smtClean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#define MAXN 20</a:t>
            </a:r>
          </a:p>
          <a:p>
            <a:pPr eaLnBrk="1" hangingPunct="1">
              <a:defRPr/>
            </a:pPr>
            <a:r>
              <a:rPr lang="en-US" altLang="zh-CN" b="1" dirty="0" smtClean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//</a:t>
            </a:r>
            <a:r>
              <a:rPr lang="zh-CN" altLang="en-US" b="1" dirty="0" smtClean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问题表示</a:t>
            </a:r>
            <a:endParaRPr lang="en-US" altLang="zh-CN" b="1" dirty="0" smtClean="0">
              <a:solidFill>
                <a:srgbClr val="00B0F0"/>
              </a:solidFill>
              <a:latin typeface="Consolas" panose="020B0609020204030204" pitchFamily="49" charset="0"/>
              <a:ea typeface="仿宋" panose="02010609060101010101" pitchFamily="49" charset="-122"/>
              <a:cs typeface="Consolas" panose="020B0609020204030204" pitchFamily="49" charset="0"/>
            </a:endParaRPr>
          </a:p>
          <a:p>
            <a:pPr eaLnBrk="1" hangingPunct="1">
              <a:defRPr/>
            </a:pPr>
            <a:r>
              <a:rPr kumimoji="1" lang="en-US" altLang="zh-CN" sz="2000" b="1" dirty="0" smtClean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int n,k,m;         </a:t>
            </a:r>
            <a:r>
              <a:rPr lang="en-US" altLang="zh-CN" b="1" dirty="0" smtClean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//n</a:t>
            </a:r>
            <a:r>
              <a:rPr lang="zh-CN" altLang="en-US" b="1" dirty="0" smtClean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个顶点，</a:t>
            </a:r>
            <a:r>
              <a:rPr lang="en-US" altLang="zh-CN" b="1" dirty="0" smtClean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k</a:t>
            </a:r>
            <a:r>
              <a:rPr lang="zh-CN" altLang="en-US" b="1" dirty="0" smtClean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条边，</a:t>
            </a:r>
            <a:r>
              <a:rPr lang="en-US" altLang="zh-CN" b="1" dirty="0" smtClean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m</a:t>
            </a:r>
            <a:r>
              <a:rPr lang="zh-CN" altLang="en-US" b="1" dirty="0" smtClean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种颜色</a:t>
            </a:r>
            <a:endParaRPr lang="en-US" altLang="zh-CN" b="1" dirty="0" smtClean="0">
              <a:solidFill>
                <a:srgbClr val="00B0F0"/>
              </a:solidFill>
              <a:latin typeface="Consolas" panose="020B0609020204030204" pitchFamily="49" charset="0"/>
              <a:ea typeface="仿宋" panose="02010609060101010101" pitchFamily="49" charset="-122"/>
              <a:cs typeface="Consolas" panose="020B0609020204030204" pitchFamily="49" charset="0"/>
            </a:endParaRPr>
          </a:p>
          <a:p>
            <a:pPr eaLnBrk="1" hangingPunct="1">
              <a:defRPr/>
            </a:pPr>
            <a:r>
              <a:rPr kumimoji="1" lang="en-US" altLang="zh-CN" sz="2000" b="1" dirty="0" smtClean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int a[MAXN][MAXN];</a:t>
            </a:r>
          </a:p>
          <a:p>
            <a:pPr eaLnBrk="1" hangingPunct="1">
              <a:defRPr/>
            </a:pPr>
            <a:r>
              <a:rPr lang="en-US" altLang="zh-CN" b="1" dirty="0" smtClean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//</a:t>
            </a:r>
            <a:r>
              <a:rPr lang="zh-CN" altLang="en-US" b="1" dirty="0" smtClean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求解结果表示</a:t>
            </a:r>
            <a:endParaRPr lang="en-US" altLang="zh-CN" b="1" dirty="0" smtClean="0">
              <a:solidFill>
                <a:srgbClr val="00B0F0"/>
              </a:solidFill>
              <a:latin typeface="Consolas" panose="020B0609020204030204" pitchFamily="49" charset="0"/>
              <a:ea typeface="仿宋" panose="02010609060101010101" pitchFamily="49" charset="-122"/>
              <a:cs typeface="Consolas" panose="020B0609020204030204" pitchFamily="49" charset="0"/>
            </a:endParaRPr>
          </a:p>
          <a:p>
            <a:pPr eaLnBrk="1" hangingPunct="1">
              <a:defRPr/>
            </a:pPr>
            <a:r>
              <a:rPr kumimoji="1" lang="en-US" altLang="zh-CN" sz="2000" b="1" dirty="0" smtClean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int count=0;       </a:t>
            </a:r>
            <a:r>
              <a:rPr lang="en-US" altLang="zh-CN" b="1" dirty="0" smtClean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//</a:t>
            </a:r>
            <a:r>
              <a:rPr lang="zh-CN" altLang="en-US" b="1" dirty="0" smtClean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累计解个数</a:t>
            </a:r>
            <a:endParaRPr lang="en-US" altLang="zh-CN" b="1" dirty="0" smtClean="0">
              <a:solidFill>
                <a:srgbClr val="00B0F0"/>
              </a:solidFill>
              <a:latin typeface="Consolas" panose="020B0609020204030204" pitchFamily="49" charset="0"/>
              <a:ea typeface="仿宋" panose="02010609060101010101" pitchFamily="49" charset="-122"/>
              <a:cs typeface="Consolas" panose="020B0609020204030204" pitchFamily="49" charset="0"/>
            </a:endParaRPr>
          </a:p>
          <a:p>
            <a:pPr eaLnBrk="1" hangingPunct="1">
              <a:defRPr/>
            </a:pPr>
            <a:r>
              <a:rPr kumimoji="1" lang="en-US" altLang="zh-CN" sz="2000" b="1" dirty="0" smtClean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int x[MAXN];       </a:t>
            </a:r>
            <a:r>
              <a:rPr lang="en-US" altLang="zh-CN" b="1" dirty="0" smtClean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//x[i]</a:t>
            </a:r>
            <a:r>
              <a:rPr lang="zh-CN" altLang="en-US" b="1" dirty="0" smtClean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表示顶点</a:t>
            </a:r>
            <a:r>
              <a:rPr lang="en-US" altLang="zh-CN" b="1" dirty="0" smtClean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i</a:t>
            </a:r>
            <a:r>
              <a:rPr lang="zh-CN" altLang="en-US" b="1" dirty="0" smtClean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的着色</a:t>
            </a:r>
            <a:endParaRPr lang="en-US" altLang="zh-CN" b="1" dirty="0" smtClean="0">
              <a:solidFill>
                <a:srgbClr val="00B0F0"/>
              </a:solidFill>
              <a:latin typeface="Consolas" panose="020B0609020204030204" pitchFamily="49" charset="0"/>
              <a:ea typeface="仿宋" panose="02010609060101010101" pitchFamily="49" charset="-122"/>
              <a:cs typeface="Consolas" panose="020B0609020204030204" pitchFamily="49" charset="0"/>
            </a:endParaRPr>
          </a:p>
          <a:p>
            <a:endParaRPr lang="en-US" altLang="zh-CN" sz="2000" b="1" dirty="0" smtClean="0">
              <a:solidFill>
                <a:srgbClr val="9900FF"/>
              </a:solidFill>
              <a:latin typeface="Consolas" panose="020B0609020204030204" pitchFamily="49" charset="0"/>
              <a:ea typeface="仿宋" panose="02010609060101010101" pitchFamily="49" charset="-122"/>
              <a:cs typeface="Consolas" panose="020B0609020204030204" pitchFamily="49" charset="0"/>
            </a:endParaRPr>
          </a:p>
          <a:p>
            <a:r>
              <a:rPr lang="en-US" altLang="zh-CN" sz="2000" b="1" dirty="0" smtClean="0">
                <a:solidFill>
                  <a:srgbClr val="99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bool Same(int i)	//</a:t>
            </a:r>
            <a:r>
              <a:rPr lang="zh-CN" altLang="zh-CN" sz="2000" b="1" dirty="0" smtClean="0">
                <a:solidFill>
                  <a:srgbClr val="99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判断顶点</a:t>
            </a:r>
            <a:r>
              <a:rPr lang="en-US" altLang="zh-CN" sz="2000" b="1" dirty="0" smtClean="0">
                <a:solidFill>
                  <a:srgbClr val="99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i</a:t>
            </a:r>
            <a:r>
              <a:rPr lang="zh-CN" altLang="zh-CN" sz="2000" b="1" dirty="0" smtClean="0">
                <a:solidFill>
                  <a:srgbClr val="99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是否与相邻顶点存在相同的着色</a:t>
            </a:r>
          </a:p>
          <a:p>
            <a:r>
              <a:rPr lang="en-US" altLang="zh-CN" sz="20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{  </a:t>
            </a:r>
          </a:p>
          <a:p>
            <a:r>
              <a:rPr lang="en-US" altLang="zh-CN" sz="20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   for (int j=1;j&lt;=n;j++)</a:t>
            </a:r>
            <a:endParaRPr lang="zh-CN" altLang="zh-CN" sz="2000" b="1" dirty="0" smtClean="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  <a:cs typeface="Consolas" panose="020B0609020204030204" pitchFamily="49" charset="0"/>
            </a:endParaRPr>
          </a:p>
          <a:p>
            <a:r>
              <a:rPr lang="en-US" altLang="zh-CN" sz="20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     if (a[i][j]==1 &amp;&amp; x[i]==x[j])</a:t>
            </a:r>
            <a:endParaRPr lang="zh-CN" altLang="zh-CN" sz="2000" b="1" dirty="0" smtClean="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  <a:cs typeface="Consolas" panose="020B0609020204030204" pitchFamily="49" charset="0"/>
            </a:endParaRPr>
          </a:p>
          <a:p>
            <a:r>
              <a:rPr lang="en-US" altLang="zh-CN" sz="20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        return false;</a:t>
            </a:r>
            <a:endParaRPr lang="zh-CN" altLang="zh-CN" sz="2000" b="1" dirty="0" smtClean="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  <a:cs typeface="Consolas" panose="020B0609020204030204" pitchFamily="49" charset="0"/>
            </a:endParaRPr>
          </a:p>
          <a:p>
            <a:r>
              <a:rPr lang="en-US" altLang="zh-CN" sz="20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   return true;</a:t>
            </a:r>
            <a:endParaRPr lang="zh-CN" altLang="zh-CN" sz="2000" b="1" dirty="0" smtClean="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  <a:cs typeface="Consolas" panose="020B0609020204030204" pitchFamily="49" charset="0"/>
            </a:endParaRPr>
          </a:p>
          <a:p>
            <a:r>
              <a:rPr lang="en-US" altLang="zh-CN" sz="20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}</a:t>
            </a:r>
            <a:endParaRPr lang="zh-CN" altLang="zh-CN" sz="2000" b="1" dirty="0" smtClean="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  <a:cs typeface="Consolas" panose="020B0609020204030204" pitchFamily="49" charset="0"/>
            </a:endParaRPr>
          </a:p>
        </p:txBody>
      </p:sp>
      <p:sp>
        <p:nvSpPr>
          <p:cNvPr id="66562" name="Rectangle 7"/>
          <p:cNvSpPr>
            <a:spLocks noChangeArrowheads="1"/>
          </p:cNvSpPr>
          <p:nvPr/>
        </p:nvSpPr>
        <p:spPr bwMode="auto">
          <a:xfrm>
            <a:off x="360363" y="228917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lvl="0"/>
            <a:r>
              <a:rPr lang="en-US" altLang="zh-CN" dirty="0" err="1" smtClean="0">
                <a:sym typeface="+mn-ea"/>
              </a:rPr>
              <a:t>求解图的m着色问题</a:t>
            </a:r>
            <a:endParaRPr lang="en-US" altLang="zh-CN" dirty="0" smtClean="0">
              <a:sym typeface="+mn-ea"/>
            </a:endParaRPr>
          </a:p>
        </p:txBody>
      </p:sp>
      <p:sp>
        <p:nvSpPr>
          <p:cNvPr id="10" name="文本框 6"/>
          <p:cNvSpPr txBox="1"/>
          <p:nvPr/>
        </p:nvSpPr>
        <p:spPr>
          <a:xfrm>
            <a:off x="377891" y="1223380"/>
            <a:ext cx="63308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2000" b="1" dirty="0" smtClean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第</a:t>
            </a:r>
            <a:r>
              <a:rPr lang="en-US" altLang="zh-CN" sz="2000" b="1" dirty="0" smtClean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4</a:t>
            </a:r>
            <a:r>
              <a:rPr lang="zh-CN" altLang="en-US" sz="2000" b="1" dirty="0" smtClean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步 算法设计</a:t>
            </a:r>
            <a:r>
              <a:rPr lang="en-US" altLang="zh-CN" sz="2000" b="1" dirty="0" smtClean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(</a:t>
            </a:r>
            <a:r>
              <a:rPr lang="zh-CN" altLang="en-US" sz="2000" b="1" dirty="0" smtClean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子集树</a:t>
            </a:r>
            <a:r>
              <a:rPr lang="en-US" altLang="zh-CN" sz="2000" b="1" dirty="0" smtClean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)</a:t>
            </a:r>
            <a:endParaRPr lang="zh-CN" altLang="en-US" sz="2000" b="1" dirty="0">
              <a:solidFill>
                <a:srgbClr val="FF0000"/>
              </a:solidFill>
              <a:latin typeface="Consolas" pitchFamily="49" charset="0"/>
              <a:cs typeface="Consolas" pitchFamily="49" charset="0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97678" y="0"/>
            <a:ext cx="8305146" cy="645749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lIns="216000" tIns="180000" bIns="180000" rtlCol="0">
            <a:spAutoFit/>
          </a:bodyPr>
          <a:lstStyle/>
          <a:p>
            <a:r>
              <a:rPr lang="en-US" altLang="zh-CN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void </a:t>
            </a:r>
            <a:r>
              <a:rPr lang="en-US" altLang="zh-CN" sz="1800" b="1" dirty="0" smtClean="0">
                <a:solidFill>
                  <a:srgbClr val="FF000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dispasolution</a:t>
            </a:r>
            <a:r>
              <a:rPr lang="en-US" altLang="zh-CN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()   //</a:t>
            </a:r>
            <a:r>
              <a:rPr lang="zh-CN" altLang="en-US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输出一种着色方案</a:t>
            </a:r>
            <a:endParaRPr lang="en-US" altLang="zh-CN" sz="1800" b="1" dirty="0" smtClean="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  <a:cs typeface="Consolas" panose="020B0609020204030204" pitchFamily="49" charset="0"/>
            </a:endParaRPr>
          </a:p>
          <a:p>
            <a:r>
              <a:rPr lang="en-US" altLang="zh-CN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{   printf(“</a:t>
            </a:r>
            <a:r>
              <a:rPr lang="zh-CN" altLang="en-US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第</a:t>
            </a:r>
            <a:r>
              <a:rPr lang="en-US" altLang="zh-CN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%d</a:t>
            </a:r>
            <a:r>
              <a:rPr lang="zh-CN" altLang="en-US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个着色方案：</a:t>
            </a:r>
            <a:r>
              <a:rPr lang="en-US" altLang="zh-CN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”</a:t>
            </a:r>
            <a:r>
              <a:rPr lang="zh-CN" altLang="en-US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，</a:t>
            </a:r>
            <a:r>
              <a:rPr lang="en-US" altLang="zh-CN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count);</a:t>
            </a:r>
          </a:p>
          <a:p>
            <a:r>
              <a:rPr lang="en-US" altLang="zh-CN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    for(int j=1;j&lt;=n;j++)  printf(“%d ”,x[j]);</a:t>
            </a:r>
          </a:p>
          <a:p>
            <a:r>
              <a:rPr lang="en-US" altLang="zh-CN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    printf(“\n”);</a:t>
            </a:r>
          </a:p>
          <a:p>
            <a:r>
              <a:rPr lang="en-US" altLang="zh-CN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}</a:t>
            </a:r>
            <a:endParaRPr lang="en-US" altLang="zh-CN" sz="1800" b="1" dirty="0" smtClean="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  <a:cs typeface="Consolas" panose="020B0609020204030204" pitchFamily="49" charset="0"/>
            </a:endParaRPr>
          </a:p>
          <a:p>
            <a:r>
              <a:rPr lang="en-US" altLang="zh-CN" sz="1800" b="1" dirty="0" smtClean="0">
                <a:solidFill>
                  <a:srgbClr val="FF000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int main()</a:t>
            </a:r>
            <a:endParaRPr lang="zh-CN" altLang="zh-CN" sz="1800" b="1" dirty="0" smtClean="0">
              <a:solidFill>
                <a:srgbClr val="FF0000"/>
              </a:solidFill>
              <a:latin typeface="Consolas" panose="020B0609020204030204" pitchFamily="49" charset="0"/>
              <a:ea typeface="仿宋" panose="02010609060101010101" pitchFamily="49" charset="-122"/>
              <a:cs typeface="Consolas" panose="020B0609020204030204" pitchFamily="49" charset="0"/>
            </a:endParaRPr>
          </a:p>
          <a:p>
            <a:r>
              <a:rPr lang="en-US" altLang="zh-CN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{  memset(a,0,sizeof(a));</a:t>
            </a:r>
            <a:endParaRPr lang="zh-CN" altLang="zh-CN" sz="1800" b="1" dirty="0" smtClean="0">
              <a:solidFill>
                <a:srgbClr val="00B0F0"/>
              </a:solidFill>
              <a:latin typeface="Consolas" panose="020B0609020204030204" pitchFamily="49" charset="0"/>
              <a:ea typeface="仿宋" panose="02010609060101010101" pitchFamily="49" charset="-122"/>
              <a:cs typeface="Consolas" panose="020B0609020204030204" pitchFamily="49" charset="0"/>
            </a:endParaRPr>
          </a:p>
          <a:p>
            <a:r>
              <a:rPr lang="en-US" altLang="zh-CN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   </a:t>
            </a:r>
            <a:r>
              <a:rPr lang="en-US" altLang="zh-CN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memset(x,0,sizeof(x)); </a:t>
            </a:r>
          </a:p>
          <a:p>
            <a:r>
              <a:rPr lang="en-US" altLang="zh-CN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   int x,y;</a:t>
            </a:r>
          </a:p>
          <a:p>
            <a:r>
              <a:rPr lang="en-US" altLang="zh-CN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   scanf(“%d%d%d”,&amp;n,&amp;k,&amp;m);</a:t>
            </a:r>
          </a:p>
          <a:p>
            <a:r>
              <a:rPr lang="en-US" altLang="zh-CN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   for</a:t>
            </a:r>
            <a:r>
              <a:rPr lang="en-US" altLang="zh-CN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(int j=1;j&lt;=k;j++)	    </a:t>
            </a:r>
            <a:r>
              <a:rPr lang="en-US" altLang="zh-CN" sz="1800" b="1" dirty="0" smtClean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//</a:t>
            </a:r>
            <a:r>
              <a:rPr lang="zh-CN" altLang="en-US" sz="1800" b="1" dirty="0" smtClean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建立邻接矩阵</a:t>
            </a:r>
            <a:endParaRPr lang="zh-CN" altLang="zh-CN" sz="1800" b="1" dirty="0" smtClean="0">
              <a:solidFill>
                <a:srgbClr val="00B0F0"/>
              </a:solidFill>
              <a:latin typeface="Consolas" panose="020B0609020204030204" pitchFamily="49" charset="0"/>
              <a:ea typeface="仿宋" panose="02010609060101010101" pitchFamily="49" charset="-122"/>
              <a:cs typeface="Consolas" panose="020B0609020204030204" pitchFamily="49" charset="0"/>
            </a:endParaRPr>
          </a:p>
          <a:p>
            <a:r>
              <a:rPr lang="en-US" altLang="zh-CN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   { </a:t>
            </a:r>
            <a:r>
              <a:rPr lang="en-US" altLang="zh-CN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  scanf(“%d%d”,&amp;x,&amp;y); </a:t>
            </a:r>
            <a:r>
              <a:rPr lang="en-US" altLang="zh-CN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	    </a:t>
            </a:r>
            <a:r>
              <a:rPr lang="en-US" altLang="zh-CN" sz="1800" b="1" dirty="0" smtClean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//</a:t>
            </a:r>
            <a:r>
              <a:rPr lang="zh-CN" altLang="en-US" sz="1800" b="1" dirty="0" smtClean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输入一条边的两个顶点</a:t>
            </a:r>
            <a:endParaRPr lang="zh-CN" altLang="zh-CN" sz="1800" b="1" dirty="0" smtClean="0">
              <a:solidFill>
                <a:srgbClr val="00B0F0"/>
              </a:solidFill>
              <a:latin typeface="Consolas" panose="020B0609020204030204" pitchFamily="49" charset="0"/>
              <a:ea typeface="仿宋" panose="02010609060101010101" pitchFamily="49" charset="-122"/>
              <a:cs typeface="Consolas" panose="020B0609020204030204" pitchFamily="49" charset="0"/>
            </a:endParaRPr>
          </a:p>
          <a:p>
            <a:r>
              <a:rPr lang="en-US" altLang="zh-CN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       a[x][y]=1;</a:t>
            </a:r>
            <a:r>
              <a:rPr lang="en-US" altLang="zh-CN" b="1" dirty="0" smtClean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                //</a:t>
            </a:r>
            <a:r>
              <a:rPr lang="zh-CN" altLang="en-US" b="1" dirty="0" smtClean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无向图的边对称</a:t>
            </a:r>
            <a:endParaRPr lang="en-US" altLang="zh-CN" sz="1800" b="1" dirty="0" smtClean="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  <a:cs typeface="Consolas" panose="020B0609020204030204" pitchFamily="49" charset="0"/>
            </a:endParaRPr>
          </a:p>
          <a:p>
            <a:r>
              <a:rPr lang="en-US" altLang="zh-CN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       a[y][x]=1;</a:t>
            </a:r>
            <a:r>
              <a:rPr lang="en-US" altLang="zh-CN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		</a:t>
            </a:r>
            <a:endParaRPr lang="zh-CN" altLang="zh-CN" sz="1800" b="1" dirty="0" smtClean="0">
              <a:solidFill>
                <a:srgbClr val="00B0F0"/>
              </a:solidFill>
              <a:latin typeface="Consolas" panose="020B0609020204030204" pitchFamily="49" charset="0"/>
              <a:ea typeface="仿宋" panose="02010609060101010101" pitchFamily="49" charset="-122"/>
              <a:cs typeface="Consolas" panose="020B0609020204030204" pitchFamily="49" charset="0"/>
            </a:endParaRPr>
          </a:p>
          <a:p>
            <a:r>
              <a:rPr lang="en-US" altLang="zh-CN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   }</a:t>
            </a:r>
          </a:p>
          <a:p>
            <a:r>
              <a:rPr lang="en-US" altLang="zh-CN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   </a:t>
            </a:r>
            <a:r>
              <a:rPr lang="en-US" altLang="zh-CN" b="1" dirty="0" smtClean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GraphColor</a:t>
            </a:r>
            <a:r>
              <a:rPr lang="en-US" altLang="zh-CN" b="1" dirty="0" smtClean="0">
                <a:solidFill>
                  <a:srgbClr val="FF000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(1);                 </a:t>
            </a:r>
            <a:r>
              <a:rPr lang="en-US" altLang="zh-CN" b="1" dirty="0" smtClean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//</a:t>
            </a:r>
            <a:r>
              <a:rPr lang="zh-CN" altLang="en-US" b="1" dirty="0" smtClean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从顶点</a:t>
            </a:r>
            <a:r>
              <a:rPr lang="en-US" altLang="zh-CN" b="1" dirty="0" smtClean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1</a:t>
            </a:r>
            <a:r>
              <a:rPr lang="zh-CN" altLang="en-US" b="1" dirty="0" smtClean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开始搜索</a:t>
            </a:r>
            <a:endParaRPr lang="en-US" altLang="zh-CN" b="1" dirty="0" smtClean="0">
              <a:solidFill>
                <a:srgbClr val="FF0000"/>
              </a:solidFill>
              <a:latin typeface="Consolas" panose="020B0609020204030204" pitchFamily="49" charset="0"/>
              <a:ea typeface="仿宋" panose="02010609060101010101" pitchFamily="49" charset="-122"/>
              <a:cs typeface="Consolas" panose="020B0609020204030204" pitchFamily="49" charset="0"/>
            </a:endParaRPr>
          </a:p>
          <a:p>
            <a:r>
              <a:rPr lang="en-US" altLang="zh-CN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   if(count&gt;0)                    </a:t>
            </a:r>
            <a:r>
              <a:rPr lang="en-US" altLang="zh-CN" b="1" dirty="0" smtClean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//</a:t>
            </a:r>
            <a:r>
              <a:rPr lang="zh-CN" altLang="en-US" b="1" dirty="0" smtClean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输出结果</a:t>
            </a:r>
            <a:endParaRPr lang="en-US" altLang="zh-CN" sz="1800" b="1" dirty="0" smtClean="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  <a:cs typeface="Consolas" panose="020B0609020204030204" pitchFamily="49" charset="0"/>
            </a:endParaRPr>
          </a:p>
          <a:p>
            <a:r>
              <a:rPr lang="en-US" altLang="zh-CN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        </a:t>
            </a:r>
            <a:r>
              <a:rPr lang="en-US" altLang="zh-CN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printf(“%d\n”,count);</a:t>
            </a:r>
          </a:p>
          <a:p>
            <a:r>
              <a:rPr lang="en-US" altLang="zh-CN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   else   </a:t>
            </a:r>
          </a:p>
          <a:p>
            <a:r>
              <a:rPr lang="en-US" altLang="zh-CN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        printf(“-1\n”);</a:t>
            </a:r>
          </a:p>
          <a:p>
            <a:r>
              <a:rPr lang="en-US" altLang="zh-CN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   return 0;</a:t>
            </a:r>
          </a:p>
          <a:p>
            <a:r>
              <a:rPr lang="en-US" altLang="zh-CN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}</a:t>
            </a:r>
            <a:endParaRPr lang="zh-CN" altLang="en-US" sz="1800" b="1" dirty="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  <a:cs typeface="Consolas" panose="020B0609020204030204" pitchFamily="49" charset="0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6257" y="1442143"/>
            <a:ext cx="8001056" cy="479549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lIns="216000" tIns="180000" bIns="18000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1800" b="1" dirty="0" smtClean="0">
                <a:solidFill>
                  <a:srgbClr val="FF000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void </a:t>
            </a:r>
            <a:r>
              <a:rPr lang="en-US" altLang="zh-CN" b="1" dirty="0" smtClean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GraphColor</a:t>
            </a:r>
            <a:r>
              <a:rPr lang="en-US" altLang="zh-CN" sz="1800" b="1" dirty="0" smtClean="0">
                <a:solidFill>
                  <a:srgbClr val="FF000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(int i)	//</a:t>
            </a:r>
            <a:r>
              <a:rPr lang="zh-CN" altLang="zh-CN" sz="1800" b="1" dirty="0" smtClean="0">
                <a:solidFill>
                  <a:srgbClr val="FF000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求解图的</a:t>
            </a:r>
            <a:r>
              <a:rPr lang="en-US" altLang="zh-CN" sz="1800" b="1" dirty="0" smtClean="0">
                <a:solidFill>
                  <a:srgbClr val="FF000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m</a:t>
            </a:r>
            <a:r>
              <a:rPr lang="zh-CN" altLang="zh-CN" sz="1800" b="1" dirty="0" smtClean="0">
                <a:solidFill>
                  <a:srgbClr val="FF000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着色问题</a:t>
            </a:r>
          </a:p>
          <a:p>
            <a:r>
              <a:rPr lang="en-US" altLang="zh-CN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{  if (i&gt;n)			</a:t>
            </a:r>
            <a:r>
              <a:rPr lang="en-US" altLang="zh-CN" sz="1800" b="1" dirty="0" smtClean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//</a:t>
            </a:r>
            <a:r>
              <a:rPr lang="zh-CN" altLang="zh-CN" sz="1800" b="1" dirty="0" smtClean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达到叶子结点</a:t>
            </a:r>
          </a:p>
          <a:p>
            <a:r>
              <a:rPr lang="en-US" altLang="zh-CN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   {   count++;	       </a:t>
            </a:r>
            <a:r>
              <a:rPr lang="en-US" altLang="zh-CN" b="1" dirty="0" smtClean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//</a:t>
            </a:r>
            <a:r>
              <a:rPr lang="zh-CN" altLang="zh-CN" b="1" dirty="0" smtClean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着色方案数增</a:t>
            </a:r>
            <a:r>
              <a:rPr lang="en-US" altLang="zh-CN" b="1" dirty="0" smtClean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1</a:t>
            </a:r>
            <a:endParaRPr lang="en-US" altLang="zh-CN" sz="1800" b="1" dirty="0" smtClean="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  <a:cs typeface="Consolas" panose="020B0609020204030204" pitchFamily="49" charset="0"/>
            </a:endParaRPr>
          </a:p>
          <a:p>
            <a:r>
              <a:rPr lang="en-US" altLang="zh-CN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       </a:t>
            </a:r>
            <a:r>
              <a:rPr lang="en-US" altLang="zh-CN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	dispasolution();      </a:t>
            </a:r>
            <a:r>
              <a:rPr lang="en-US" altLang="zh-CN" b="1" dirty="0" smtClean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//</a:t>
            </a:r>
            <a:r>
              <a:rPr lang="zh-CN" altLang="en-US" b="1" dirty="0" smtClean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输出一种着色方案</a:t>
            </a:r>
            <a:r>
              <a:rPr lang="en-US" altLang="zh-CN" b="1" dirty="0" smtClean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	</a:t>
            </a:r>
            <a:endParaRPr lang="zh-CN" altLang="zh-CN" b="1" dirty="0" smtClean="0">
              <a:solidFill>
                <a:srgbClr val="00B0F0"/>
              </a:solidFill>
              <a:latin typeface="Consolas" panose="020B0609020204030204" pitchFamily="49" charset="0"/>
              <a:ea typeface="仿宋" panose="02010609060101010101" pitchFamily="49" charset="-122"/>
              <a:cs typeface="Consolas" panose="020B0609020204030204" pitchFamily="49" charset="0"/>
            </a:endParaRPr>
          </a:p>
          <a:p>
            <a:r>
              <a:rPr lang="en-US" altLang="zh-CN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   }</a:t>
            </a:r>
          </a:p>
          <a:p>
            <a:r>
              <a:rPr lang="en-US" altLang="zh-CN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   </a:t>
            </a:r>
            <a:r>
              <a:rPr lang="en-US" altLang="zh-CN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else</a:t>
            </a:r>
            <a:endParaRPr lang="zh-CN" altLang="zh-CN" sz="1800" b="1" dirty="0" smtClean="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  <a:cs typeface="Consolas" panose="020B0609020204030204" pitchFamily="49" charset="0"/>
            </a:endParaRPr>
          </a:p>
          <a:p>
            <a:r>
              <a:rPr lang="en-US" altLang="zh-CN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   {  for (int j=1;j&lt;=m;j++)	</a:t>
            </a:r>
            <a:r>
              <a:rPr lang="en-US" altLang="zh-CN" sz="1800" b="1" dirty="0" smtClean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//</a:t>
            </a:r>
            <a:r>
              <a:rPr lang="zh-CN" altLang="zh-CN" sz="1800" b="1" dirty="0" smtClean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试探每一种着色</a:t>
            </a:r>
          </a:p>
          <a:p>
            <a:r>
              <a:rPr lang="en-US" altLang="zh-CN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      { </a:t>
            </a:r>
          </a:p>
          <a:p>
            <a:r>
              <a:rPr lang="en-US" altLang="zh-CN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          </a:t>
            </a:r>
            <a:r>
              <a:rPr lang="en-US" altLang="zh-CN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x[i]=j;		</a:t>
            </a:r>
            <a:r>
              <a:rPr lang="en-US" altLang="zh-CN" sz="1800" b="1" dirty="0" smtClean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//</a:t>
            </a:r>
            <a:r>
              <a:rPr lang="zh-CN" altLang="zh-CN" sz="1800" b="1" dirty="0" smtClean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试探着色</a:t>
            </a:r>
            <a:r>
              <a:rPr lang="en-US" altLang="zh-CN" sz="1800" b="1" dirty="0" smtClean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j</a:t>
            </a:r>
            <a:endParaRPr lang="zh-CN" altLang="zh-CN" sz="1800" b="1" dirty="0" smtClean="0">
              <a:solidFill>
                <a:srgbClr val="00B0F0"/>
              </a:solidFill>
              <a:latin typeface="Consolas" panose="020B0609020204030204" pitchFamily="49" charset="0"/>
              <a:ea typeface="仿宋" panose="02010609060101010101" pitchFamily="49" charset="-122"/>
              <a:cs typeface="Consolas" panose="020B0609020204030204" pitchFamily="49" charset="0"/>
            </a:endParaRPr>
          </a:p>
          <a:p>
            <a:r>
              <a:rPr lang="en-US" altLang="zh-CN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          if (</a:t>
            </a:r>
            <a:r>
              <a:rPr lang="en-US" altLang="zh-CN" b="1" dirty="0" smtClean="0">
                <a:solidFill>
                  <a:srgbClr val="99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Same</a:t>
            </a:r>
            <a:r>
              <a:rPr lang="en-US" altLang="zh-CN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(i))       </a:t>
            </a:r>
            <a:r>
              <a:rPr lang="en-US" altLang="zh-CN" sz="1800" b="1" dirty="0" smtClean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//</a:t>
            </a:r>
            <a:r>
              <a:rPr lang="zh-CN" altLang="zh-CN" sz="1800" b="1" dirty="0" smtClean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可以着色</a:t>
            </a:r>
            <a:r>
              <a:rPr lang="en-US" altLang="zh-CN" sz="1800" b="1" dirty="0" smtClean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j</a:t>
            </a:r>
            <a:r>
              <a:rPr lang="zh-CN" altLang="zh-CN" sz="1800" b="1" dirty="0" smtClean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，进入下一个顶点着色</a:t>
            </a:r>
          </a:p>
          <a:p>
            <a:r>
              <a:rPr lang="en-US" altLang="zh-CN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             </a:t>
            </a:r>
            <a:r>
              <a:rPr lang="en-US" altLang="zh-CN" b="1" dirty="0" smtClean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GraphColor</a:t>
            </a:r>
            <a:r>
              <a:rPr lang="en-US" altLang="zh-CN" sz="1800" b="1" dirty="0" smtClean="0">
                <a:solidFill>
                  <a:srgbClr val="FF000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(i+1)</a:t>
            </a:r>
            <a:r>
              <a:rPr lang="en-US" altLang="zh-CN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;</a:t>
            </a:r>
            <a:endParaRPr lang="zh-CN" altLang="zh-CN" sz="1800" b="1" dirty="0" smtClean="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  <a:cs typeface="Consolas" panose="020B0609020204030204" pitchFamily="49" charset="0"/>
            </a:endParaRPr>
          </a:p>
          <a:p>
            <a:r>
              <a:rPr lang="en-US" altLang="zh-CN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          x[i]=0;		</a:t>
            </a:r>
            <a:r>
              <a:rPr lang="en-US" altLang="zh-CN" sz="1800" b="1" dirty="0" smtClean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//</a:t>
            </a:r>
            <a:r>
              <a:rPr lang="zh-CN" altLang="en-US" b="1" dirty="0" smtClean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递归回溯时</a:t>
            </a:r>
            <a:r>
              <a:rPr lang="zh-CN" altLang="en-US" b="1" smtClean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，把顶点</a:t>
            </a:r>
            <a:r>
              <a:rPr lang="zh-CN" altLang="en-US" b="1" dirty="0" smtClean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的涂色清空</a:t>
            </a:r>
            <a:endParaRPr lang="zh-CN" altLang="zh-CN" sz="1800" b="1" dirty="0" smtClean="0">
              <a:solidFill>
                <a:srgbClr val="00B0F0"/>
              </a:solidFill>
              <a:latin typeface="Consolas" panose="020B0609020204030204" pitchFamily="49" charset="0"/>
              <a:ea typeface="仿宋" panose="02010609060101010101" pitchFamily="49" charset="-122"/>
              <a:cs typeface="Consolas" panose="020B0609020204030204" pitchFamily="49" charset="0"/>
            </a:endParaRPr>
          </a:p>
          <a:p>
            <a:r>
              <a:rPr lang="en-US" altLang="zh-CN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      }</a:t>
            </a:r>
            <a:endParaRPr lang="zh-CN" altLang="zh-CN" sz="1800" b="1" dirty="0" smtClean="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  <a:cs typeface="Consolas" panose="020B0609020204030204" pitchFamily="49" charset="0"/>
            </a:endParaRPr>
          </a:p>
          <a:p>
            <a:r>
              <a:rPr lang="en-US" altLang="zh-CN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   }</a:t>
            </a:r>
            <a:endParaRPr lang="zh-CN" altLang="zh-CN" sz="1800" b="1" dirty="0" smtClean="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  <a:cs typeface="Consolas" panose="020B0609020204030204" pitchFamily="49" charset="0"/>
            </a:endParaRPr>
          </a:p>
          <a:p>
            <a:r>
              <a:rPr lang="en-US" altLang="zh-CN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}</a:t>
            </a:r>
            <a:endParaRPr lang="zh-CN" altLang="en-US" sz="1800" b="1" dirty="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  <a:cs typeface="Consolas" panose="020B0609020204030204" pitchFamily="49" charset="0"/>
            </a:endParaRPr>
          </a:p>
        </p:txBody>
      </p:sp>
      <p:sp>
        <p:nvSpPr>
          <p:cNvPr id="3" name="Rectangle 3"/>
          <p:cNvSpPr>
            <a:spLocks noChangeArrowheads="1"/>
          </p:cNvSpPr>
          <p:nvPr/>
        </p:nvSpPr>
        <p:spPr bwMode="auto">
          <a:xfrm>
            <a:off x="658553" y="776096"/>
            <a:ext cx="3673475" cy="40011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anchor="ctr">
            <a:spAutoFit/>
          </a:bodyPr>
          <a:lstStyle/>
          <a:p>
            <a:pPr eaLnBrk="0" hangingPunct="0">
              <a:defRPr/>
            </a:pPr>
            <a:r>
              <a:rPr kumimoji="1" lang="zh-CN" altLang="en-US" sz="2000" b="1" dirty="0" smtClean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采用递归框架</a:t>
            </a:r>
            <a:endParaRPr kumimoji="1" lang="zh-CN" altLang="en-US" sz="2000" b="1" dirty="0">
              <a:solidFill>
                <a:srgbClr val="FF0000"/>
              </a:solidFill>
              <a:latin typeface="Consolas" pitchFamily="49" charset="0"/>
              <a:cs typeface="Consolas" pitchFamily="49" charset="0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Box 66"/>
          <p:cNvSpPr txBox="1">
            <a:spLocks noChangeArrowheads="1"/>
          </p:cNvSpPr>
          <p:nvPr/>
        </p:nvSpPr>
        <p:spPr bwMode="auto">
          <a:xfrm>
            <a:off x="438539" y="2213089"/>
            <a:ext cx="8564174" cy="4281033"/>
          </a:xfrm>
          <a:prstGeom prst="rect">
            <a:avLst/>
          </a:prstGeom>
          <a:noFill/>
          <a:ln w="9525">
            <a:solidFill>
              <a:srgbClr val="000000"/>
            </a:solidFill>
            <a:prstDash val="lgDashDot"/>
            <a:miter lim="800000"/>
            <a:headEnd/>
            <a:tailEnd/>
          </a:ln>
          <a:extLst/>
        </p:spPr>
        <p:txBody>
          <a:bodyPr/>
          <a:lstStyle/>
          <a:p>
            <a:pPr eaLnBrk="0" hangingPunct="0">
              <a:spcAft>
                <a:spcPts val="0"/>
              </a:spcAft>
              <a:defRPr/>
            </a:pPr>
            <a:r>
              <a:rPr lang="en-US" altLang="zh-CN" sz="16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void </a:t>
            </a:r>
            <a:r>
              <a:rPr lang="en-US" altLang="zh-CN" sz="1600" b="1" dirty="0" err="1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GraphColor</a:t>
            </a:r>
            <a:r>
              <a:rPr lang="en-US" altLang="zh-CN" sz="16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(</a:t>
            </a:r>
            <a:r>
              <a:rPr lang="en-US" altLang="zh-CN" sz="1600" b="1" dirty="0" err="1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int</a:t>
            </a:r>
            <a:r>
              <a:rPr lang="en-US" altLang="zh-CN" sz="16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 m) </a:t>
            </a:r>
          </a:p>
          <a:p>
            <a:pPr eaLnBrk="0" hangingPunct="0">
              <a:spcAft>
                <a:spcPts val="0"/>
              </a:spcAft>
              <a:defRPr/>
            </a:pPr>
            <a:r>
              <a:rPr lang="en-US" altLang="zh-CN" sz="16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{   </a:t>
            </a:r>
            <a:r>
              <a:rPr lang="en-US" altLang="zh-CN" sz="16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for (int j=0</a:t>
            </a:r>
            <a:r>
              <a:rPr lang="en-US" altLang="zh-CN" sz="16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; </a:t>
            </a:r>
            <a:r>
              <a:rPr lang="en-US" altLang="zh-CN" sz="16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j&lt;n</a:t>
            </a:r>
            <a:r>
              <a:rPr lang="en-US" altLang="zh-CN" sz="16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; </a:t>
            </a:r>
            <a:r>
              <a:rPr lang="en-US" altLang="zh-CN" sz="16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j++ </a:t>
            </a:r>
            <a:r>
              <a:rPr lang="en-US" altLang="zh-CN" sz="16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) </a:t>
            </a:r>
            <a:r>
              <a:rPr lang="en-US" altLang="zh-CN" sz="16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x[j]=</a:t>
            </a:r>
            <a:r>
              <a:rPr lang="en-US" altLang="zh-CN" sz="16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0;  //</a:t>
            </a:r>
            <a:r>
              <a:rPr lang="zh-CN" altLang="en-US" sz="16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将数组</a:t>
            </a:r>
            <a:r>
              <a:rPr lang="en-US" altLang="zh-CN" sz="16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x[n]</a:t>
            </a:r>
            <a:r>
              <a:rPr lang="zh-CN" altLang="en-US" sz="16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初始化为</a:t>
            </a:r>
            <a:r>
              <a:rPr lang="en-US" altLang="zh-CN" sz="16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0</a:t>
            </a:r>
          </a:p>
          <a:p>
            <a:pPr eaLnBrk="0" hangingPunct="0">
              <a:spcAft>
                <a:spcPts val="0"/>
              </a:spcAft>
              <a:defRPr/>
            </a:pPr>
            <a:r>
              <a:rPr lang="en-US" altLang="zh-CN" sz="16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    </a:t>
            </a:r>
            <a:r>
              <a:rPr lang="en-US" altLang="zh-CN" sz="16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int i=1;          </a:t>
            </a:r>
            <a:r>
              <a:rPr lang="en-US" altLang="zh-CN" sz="16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//</a:t>
            </a:r>
            <a:r>
              <a:rPr lang="zh-CN" altLang="en-US" sz="16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注意数组下标从</a:t>
            </a:r>
            <a:r>
              <a:rPr lang="en-US" altLang="zh-CN" sz="16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0</a:t>
            </a:r>
            <a:r>
              <a:rPr lang="zh-CN" altLang="en-US" sz="16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开始</a:t>
            </a:r>
            <a:endParaRPr lang="en-US" altLang="zh-CN" sz="1600" b="1" dirty="0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  <a:p>
            <a:pPr eaLnBrk="0" hangingPunct="0">
              <a:spcAft>
                <a:spcPts val="0"/>
              </a:spcAft>
              <a:defRPr/>
            </a:pPr>
            <a:r>
              <a:rPr lang="en-US" altLang="zh-CN" sz="16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    </a:t>
            </a:r>
            <a:r>
              <a:rPr lang="en-US" altLang="zh-CN" sz="16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while (i&gt;=1)</a:t>
            </a:r>
            <a:endParaRPr lang="en-US" altLang="zh-CN" sz="1600" b="1" dirty="0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  <a:p>
            <a:pPr eaLnBrk="0" hangingPunct="0">
              <a:spcAft>
                <a:spcPts val="0"/>
              </a:spcAft>
              <a:defRPr/>
            </a:pPr>
            <a:r>
              <a:rPr lang="en-US" altLang="zh-CN" sz="16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    </a:t>
            </a:r>
            <a:r>
              <a:rPr lang="en-US" altLang="zh-CN" sz="16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{   </a:t>
            </a:r>
            <a:r>
              <a:rPr lang="en-US" altLang="zh-CN" sz="1600" b="1" dirty="0" smtClean="0">
                <a:solidFill>
                  <a:srgbClr val="00B050"/>
                </a:solidFill>
                <a:latin typeface="Consolas" pitchFamily="49" charset="0"/>
                <a:cs typeface="Consolas" pitchFamily="49" charset="0"/>
              </a:rPr>
              <a:t>x[i]=x[i]+</a:t>
            </a:r>
            <a:r>
              <a:rPr lang="en-US" altLang="zh-CN" sz="1600" b="1" dirty="0">
                <a:solidFill>
                  <a:srgbClr val="00B050"/>
                </a:solidFill>
                <a:latin typeface="Consolas" pitchFamily="49" charset="0"/>
                <a:cs typeface="Consolas" pitchFamily="49" charset="0"/>
              </a:rPr>
              <a:t>1;//</a:t>
            </a:r>
            <a:r>
              <a:rPr lang="zh-CN" altLang="en-US" sz="1600" b="1" dirty="0">
                <a:solidFill>
                  <a:srgbClr val="00B050"/>
                </a:solidFill>
                <a:latin typeface="Consolas" pitchFamily="49" charset="0"/>
                <a:cs typeface="Consolas" pitchFamily="49" charset="0"/>
              </a:rPr>
              <a:t>取下一种颜色</a:t>
            </a:r>
            <a:endParaRPr lang="en-US" altLang="zh-CN" sz="1600" b="1" dirty="0">
              <a:solidFill>
                <a:srgbClr val="00B050"/>
              </a:solidFill>
              <a:latin typeface="Consolas" pitchFamily="49" charset="0"/>
              <a:cs typeface="Consolas" pitchFamily="49" charset="0"/>
            </a:endParaRPr>
          </a:p>
          <a:p>
            <a:pPr eaLnBrk="0" hangingPunct="0">
              <a:spcAft>
                <a:spcPts val="0"/>
              </a:spcAft>
              <a:defRPr/>
            </a:pPr>
            <a:r>
              <a:rPr lang="en-US" altLang="zh-CN" sz="1600" b="1" dirty="0">
                <a:solidFill>
                  <a:srgbClr val="00B050"/>
                </a:solidFill>
                <a:latin typeface="Consolas" pitchFamily="49" charset="0"/>
                <a:cs typeface="Consolas" pitchFamily="49" charset="0"/>
              </a:rPr>
              <a:t>     </a:t>
            </a:r>
            <a:r>
              <a:rPr lang="en-US" altLang="zh-CN" sz="1600" b="1" dirty="0" smtClean="0">
                <a:solidFill>
                  <a:srgbClr val="00B050"/>
                </a:solidFill>
                <a:latin typeface="Consolas" pitchFamily="49" charset="0"/>
                <a:cs typeface="Consolas" pitchFamily="49" charset="0"/>
              </a:rPr>
              <a:t>   </a:t>
            </a:r>
            <a:r>
              <a:rPr lang="en-US" altLang="zh-CN" sz="1600" b="1" dirty="0">
                <a:solidFill>
                  <a:srgbClr val="00B050"/>
                </a:solidFill>
                <a:latin typeface="Consolas" pitchFamily="49" charset="0"/>
                <a:cs typeface="Consolas" pitchFamily="49" charset="0"/>
              </a:rPr>
              <a:t>while (</a:t>
            </a:r>
            <a:r>
              <a:rPr lang="en-US" altLang="zh-CN" sz="1600" b="1" dirty="0" smtClean="0">
                <a:solidFill>
                  <a:srgbClr val="00B050"/>
                </a:solidFill>
                <a:latin typeface="Consolas" pitchFamily="49" charset="0"/>
                <a:cs typeface="Consolas" pitchFamily="49" charset="0"/>
              </a:rPr>
              <a:t>x[i]&lt;=</a:t>
            </a:r>
            <a:r>
              <a:rPr lang="en-US" altLang="zh-CN" sz="1600" b="1" dirty="0">
                <a:solidFill>
                  <a:srgbClr val="00B050"/>
                </a:solidFill>
                <a:latin typeface="Consolas" pitchFamily="49" charset="0"/>
                <a:cs typeface="Consolas" pitchFamily="49" charset="0"/>
              </a:rPr>
              <a:t>m)</a:t>
            </a:r>
          </a:p>
          <a:p>
            <a:pPr eaLnBrk="0" hangingPunct="0">
              <a:spcAft>
                <a:spcPts val="0"/>
              </a:spcAft>
              <a:defRPr/>
            </a:pPr>
            <a:r>
              <a:rPr lang="en-US" altLang="zh-CN" sz="1600" b="1" dirty="0">
                <a:solidFill>
                  <a:srgbClr val="00B050"/>
                </a:solidFill>
                <a:latin typeface="Consolas" pitchFamily="49" charset="0"/>
                <a:cs typeface="Consolas" pitchFamily="49" charset="0"/>
              </a:rPr>
              <a:t>     </a:t>
            </a:r>
            <a:r>
              <a:rPr lang="en-US" altLang="zh-CN" sz="1600" b="1" dirty="0" smtClean="0">
                <a:solidFill>
                  <a:srgbClr val="00B050"/>
                </a:solidFill>
                <a:latin typeface="Consolas" pitchFamily="49" charset="0"/>
                <a:cs typeface="Consolas" pitchFamily="49" charset="0"/>
              </a:rPr>
              <a:t>   </a:t>
            </a:r>
            <a:r>
              <a:rPr lang="en-US" altLang="zh-CN" sz="1600" b="1" dirty="0">
                <a:solidFill>
                  <a:srgbClr val="00B050"/>
                </a:solidFill>
                <a:latin typeface="Consolas" pitchFamily="49" charset="0"/>
                <a:cs typeface="Consolas" pitchFamily="49" charset="0"/>
              </a:rPr>
              <a:t>{    if </a:t>
            </a:r>
            <a:r>
              <a:rPr lang="zh-CN" altLang="en-US" sz="1600" b="1" dirty="0" smtClean="0">
                <a:solidFill>
                  <a:srgbClr val="00B050"/>
                </a:solidFill>
                <a:latin typeface="Consolas" pitchFamily="49" charset="0"/>
                <a:cs typeface="Consolas" pitchFamily="49" charset="0"/>
              </a:rPr>
              <a:t>（</a:t>
            </a:r>
            <a:r>
              <a:rPr lang="en-US" altLang="zh-CN" sz="1600" b="1" dirty="0" smtClean="0">
                <a:solidFill>
                  <a:srgbClr val="00B05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Same</a:t>
            </a:r>
            <a:r>
              <a:rPr lang="en-US" altLang="zh-CN" sz="1600" b="1" dirty="0" smtClean="0">
                <a:solidFill>
                  <a:srgbClr val="00B050"/>
                </a:solidFill>
                <a:latin typeface="Consolas" pitchFamily="49" charset="0"/>
                <a:cs typeface="Consolas" pitchFamily="49" charset="0"/>
              </a:rPr>
              <a:t>(i)</a:t>
            </a:r>
            <a:r>
              <a:rPr lang="zh-CN" altLang="en-US" sz="1600" b="1" dirty="0">
                <a:solidFill>
                  <a:srgbClr val="00B050"/>
                </a:solidFill>
                <a:latin typeface="Consolas" pitchFamily="49" charset="0"/>
                <a:cs typeface="Consolas" pitchFamily="49" charset="0"/>
              </a:rPr>
              <a:t>）</a:t>
            </a:r>
            <a:r>
              <a:rPr lang="en-US" altLang="zh-CN" sz="1600" b="1" dirty="0">
                <a:solidFill>
                  <a:srgbClr val="00B050"/>
                </a:solidFill>
                <a:latin typeface="Consolas" pitchFamily="49" charset="0"/>
                <a:cs typeface="Consolas" pitchFamily="49" charset="0"/>
              </a:rPr>
              <a:t>    break;//</a:t>
            </a:r>
            <a:r>
              <a:rPr lang="zh-CN" altLang="en-US" sz="1600" b="1" dirty="0">
                <a:solidFill>
                  <a:srgbClr val="00B050"/>
                </a:solidFill>
                <a:latin typeface="Consolas" pitchFamily="49" charset="0"/>
                <a:cs typeface="Consolas" pitchFamily="49" charset="0"/>
              </a:rPr>
              <a:t>表示顶</a:t>
            </a:r>
            <a:r>
              <a:rPr lang="zh-CN" altLang="en-US" sz="1600" b="1" dirty="0" smtClean="0">
                <a:solidFill>
                  <a:srgbClr val="00B050"/>
                </a:solidFill>
                <a:latin typeface="Consolas" pitchFamily="49" charset="0"/>
                <a:cs typeface="Consolas" pitchFamily="49" charset="0"/>
              </a:rPr>
              <a:t>点</a:t>
            </a:r>
            <a:r>
              <a:rPr lang="en-US" altLang="zh-CN" sz="1600" b="1" dirty="0" smtClean="0">
                <a:solidFill>
                  <a:srgbClr val="00B050"/>
                </a:solidFill>
                <a:latin typeface="Consolas" pitchFamily="49" charset="0"/>
                <a:cs typeface="Consolas" pitchFamily="49" charset="0"/>
              </a:rPr>
              <a:t>i</a:t>
            </a:r>
            <a:r>
              <a:rPr lang="zh-CN" altLang="en-US" sz="1600" b="1" dirty="0" smtClean="0">
                <a:solidFill>
                  <a:srgbClr val="00B050"/>
                </a:solidFill>
                <a:latin typeface="Consolas" pitchFamily="49" charset="0"/>
                <a:cs typeface="Consolas" pitchFamily="49" charset="0"/>
              </a:rPr>
              <a:t>可</a:t>
            </a:r>
            <a:r>
              <a:rPr lang="zh-CN" altLang="en-US" sz="1600" b="1" dirty="0">
                <a:solidFill>
                  <a:srgbClr val="00B050"/>
                </a:solidFill>
                <a:latin typeface="Consolas" pitchFamily="49" charset="0"/>
                <a:cs typeface="Consolas" pitchFamily="49" charset="0"/>
              </a:rPr>
              <a:t>以着色</a:t>
            </a:r>
            <a:r>
              <a:rPr lang="en-US" altLang="zh-CN" sz="1600" b="1" dirty="0" smtClean="0">
                <a:solidFill>
                  <a:srgbClr val="00B050"/>
                </a:solidFill>
                <a:latin typeface="Consolas" pitchFamily="49" charset="0"/>
                <a:cs typeface="Consolas" pitchFamily="49" charset="0"/>
              </a:rPr>
              <a:t>x[i]</a:t>
            </a:r>
            <a:endParaRPr lang="en-US" altLang="zh-CN" sz="1600" b="1" dirty="0">
              <a:solidFill>
                <a:srgbClr val="00B050"/>
              </a:solidFill>
              <a:latin typeface="Consolas" pitchFamily="49" charset="0"/>
              <a:cs typeface="Consolas" pitchFamily="49" charset="0"/>
            </a:endParaRPr>
          </a:p>
          <a:p>
            <a:pPr eaLnBrk="0" hangingPunct="0">
              <a:spcAft>
                <a:spcPts val="0"/>
              </a:spcAft>
              <a:defRPr/>
            </a:pPr>
            <a:r>
              <a:rPr lang="en-US" altLang="zh-CN" sz="1600" b="1" dirty="0">
                <a:solidFill>
                  <a:srgbClr val="00B050"/>
                </a:solidFill>
                <a:latin typeface="Consolas" pitchFamily="49" charset="0"/>
                <a:cs typeface="Consolas" pitchFamily="49" charset="0"/>
              </a:rPr>
              <a:t>     </a:t>
            </a:r>
            <a:r>
              <a:rPr lang="en-US" altLang="zh-CN" sz="1600" b="1" dirty="0" smtClean="0">
                <a:solidFill>
                  <a:srgbClr val="00B050"/>
                </a:solidFill>
                <a:latin typeface="Consolas" pitchFamily="49" charset="0"/>
                <a:cs typeface="Consolas" pitchFamily="49" charset="0"/>
              </a:rPr>
              <a:t>        </a:t>
            </a:r>
            <a:r>
              <a:rPr lang="en-US" altLang="zh-CN" sz="1600" b="1" dirty="0">
                <a:solidFill>
                  <a:srgbClr val="00B050"/>
                </a:solidFill>
                <a:latin typeface="Consolas" pitchFamily="49" charset="0"/>
                <a:cs typeface="Consolas" pitchFamily="49" charset="0"/>
              </a:rPr>
              <a:t>else    </a:t>
            </a:r>
            <a:r>
              <a:rPr lang="en-US" altLang="zh-CN" sz="1600" b="1" dirty="0" smtClean="0">
                <a:solidFill>
                  <a:srgbClr val="00B050"/>
                </a:solidFill>
                <a:latin typeface="Consolas" pitchFamily="49" charset="0"/>
                <a:cs typeface="Consolas" pitchFamily="49" charset="0"/>
              </a:rPr>
              <a:t>x[i]=x[i]+</a:t>
            </a:r>
            <a:r>
              <a:rPr lang="en-US" altLang="zh-CN" sz="1600" b="1" dirty="0">
                <a:solidFill>
                  <a:srgbClr val="00B050"/>
                </a:solidFill>
                <a:latin typeface="Consolas" pitchFamily="49" charset="0"/>
                <a:cs typeface="Consolas" pitchFamily="49" charset="0"/>
              </a:rPr>
              <a:t>1; //</a:t>
            </a:r>
            <a:r>
              <a:rPr lang="zh-CN" altLang="en-US" sz="1600" b="1" dirty="0">
                <a:solidFill>
                  <a:srgbClr val="00B050"/>
                </a:solidFill>
                <a:latin typeface="Consolas" pitchFamily="49" charset="0"/>
                <a:cs typeface="Consolas" pitchFamily="49" charset="0"/>
              </a:rPr>
              <a:t>搜索下一个颜色</a:t>
            </a:r>
          </a:p>
          <a:p>
            <a:pPr eaLnBrk="0" hangingPunct="0">
              <a:spcAft>
                <a:spcPts val="0"/>
              </a:spcAft>
              <a:defRPr/>
            </a:pPr>
            <a:r>
              <a:rPr lang="zh-CN" altLang="en-US" sz="1600" b="1" dirty="0">
                <a:solidFill>
                  <a:srgbClr val="00B050"/>
                </a:solidFill>
                <a:latin typeface="Consolas" pitchFamily="49" charset="0"/>
                <a:cs typeface="Consolas" pitchFamily="49" charset="0"/>
              </a:rPr>
              <a:t>     </a:t>
            </a:r>
            <a:r>
              <a:rPr lang="zh-CN" altLang="en-US" sz="1600" b="1" dirty="0" smtClean="0">
                <a:solidFill>
                  <a:srgbClr val="00B050"/>
                </a:solidFill>
                <a:latin typeface="Consolas" pitchFamily="49" charset="0"/>
                <a:cs typeface="Consolas" pitchFamily="49" charset="0"/>
              </a:rPr>
              <a:t>   </a:t>
            </a:r>
            <a:r>
              <a:rPr lang="en-US" altLang="zh-CN" sz="1600" b="1" dirty="0">
                <a:solidFill>
                  <a:srgbClr val="00B050"/>
                </a:solidFill>
                <a:latin typeface="Consolas" pitchFamily="49" charset="0"/>
                <a:cs typeface="Consolas" pitchFamily="49" charset="0"/>
              </a:rPr>
              <a:t>}</a:t>
            </a:r>
          </a:p>
          <a:p>
            <a:pPr eaLnBrk="0" hangingPunct="0">
              <a:spcAft>
                <a:spcPts val="0"/>
              </a:spcAft>
              <a:defRPr/>
            </a:pPr>
            <a:r>
              <a:rPr lang="en-US" altLang="zh-CN" sz="16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     </a:t>
            </a:r>
            <a:r>
              <a:rPr lang="en-US" altLang="zh-CN" sz="16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   </a:t>
            </a:r>
            <a:r>
              <a:rPr lang="en-US" altLang="zh-CN" sz="1600" b="1" dirty="0">
                <a:solidFill>
                  <a:srgbClr val="002060"/>
                </a:solidFill>
                <a:latin typeface="Consolas" pitchFamily="49" charset="0"/>
                <a:cs typeface="Consolas" pitchFamily="49" charset="0"/>
              </a:rPr>
              <a:t>if (</a:t>
            </a:r>
            <a:r>
              <a:rPr lang="en-US" altLang="zh-CN" sz="1600" b="1" dirty="0" smtClean="0">
                <a:solidFill>
                  <a:srgbClr val="002060"/>
                </a:solidFill>
                <a:latin typeface="Consolas" pitchFamily="49" charset="0"/>
                <a:cs typeface="Consolas" pitchFamily="49" charset="0"/>
              </a:rPr>
              <a:t>x[i]&lt;=</a:t>
            </a:r>
            <a:r>
              <a:rPr lang="en-US" altLang="zh-CN" sz="1600" b="1" dirty="0">
                <a:solidFill>
                  <a:srgbClr val="002060"/>
                </a:solidFill>
                <a:latin typeface="Consolas" pitchFamily="49" charset="0"/>
                <a:cs typeface="Consolas" pitchFamily="49" charset="0"/>
              </a:rPr>
              <a:t>m &amp;&amp; </a:t>
            </a:r>
            <a:r>
              <a:rPr lang="en-US" altLang="zh-CN" sz="1600" b="1" dirty="0" smtClean="0">
                <a:solidFill>
                  <a:srgbClr val="002060"/>
                </a:solidFill>
                <a:latin typeface="Consolas" pitchFamily="49" charset="0"/>
                <a:cs typeface="Consolas" pitchFamily="49" charset="0"/>
              </a:rPr>
              <a:t>i==n) </a:t>
            </a:r>
            <a:r>
              <a:rPr lang="en-US" altLang="zh-CN" sz="1600" b="1" dirty="0">
                <a:solidFill>
                  <a:srgbClr val="002060"/>
                </a:solidFill>
                <a:latin typeface="Consolas" pitchFamily="49" charset="0"/>
                <a:cs typeface="Consolas" pitchFamily="49" charset="0"/>
              </a:rPr>
              <a:t>//</a:t>
            </a:r>
            <a:r>
              <a:rPr lang="zh-CN" altLang="en-US" sz="1600" b="1" dirty="0">
                <a:solidFill>
                  <a:srgbClr val="002060"/>
                </a:solidFill>
                <a:latin typeface="Consolas" pitchFamily="49" charset="0"/>
                <a:cs typeface="Consolas" pitchFamily="49" charset="0"/>
              </a:rPr>
              <a:t>求解完毕，输出解</a:t>
            </a:r>
          </a:p>
          <a:p>
            <a:pPr eaLnBrk="0" hangingPunct="0">
              <a:spcAft>
                <a:spcPts val="0"/>
              </a:spcAft>
              <a:defRPr/>
            </a:pPr>
            <a:r>
              <a:rPr lang="zh-CN" altLang="en-US" sz="1600" b="1" dirty="0">
                <a:solidFill>
                  <a:srgbClr val="002060"/>
                </a:solidFill>
                <a:latin typeface="Consolas" pitchFamily="49" charset="0"/>
                <a:cs typeface="Consolas" pitchFamily="49" charset="0"/>
              </a:rPr>
              <a:t>     </a:t>
            </a:r>
            <a:r>
              <a:rPr lang="zh-CN" altLang="en-US" sz="1600" b="1" dirty="0" smtClean="0">
                <a:solidFill>
                  <a:srgbClr val="002060"/>
                </a:solidFill>
                <a:latin typeface="Consolas" pitchFamily="49" charset="0"/>
                <a:cs typeface="Consolas" pitchFamily="49" charset="0"/>
              </a:rPr>
              <a:t>   </a:t>
            </a:r>
            <a:r>
              <a:rPr lang="en-US" altLang="zh-CN" sz="1600" b="1" dirty="0">
                <a:solidFill>
                  <a:srgbClr val="002060"/>
                </a:solidFill>
                <a:latin typeface="Consolas" pitchFamily="49" charset="0"/>
                <a:cs typeface="Consolas" pitchFamily="49" charset="0"/>
              </a:rPr>
              <a:t>{   </a:t>
            </a:r>
            <a:r>
              <a:rPr lang="en-US" altLang="zh-CN" sz="1600" b="1" dirty="0" smtClean="0">
                <a:solidFill>
                  <a:srgbClr val="002060"/>
                </a:solidFill>
                <a:latin typeface="Consolas" pitchFamily="49" charset="0"/>
                <a:cs typeface="Consolas" pitchFamily="49" charset="0"/>
              </a:rPr>
              <a:t>count++;  dispasolution();       </a:t>
            </a:r>
            <a:r>
              <a:rPr lang="en-US" altLang="zh-CN" sz="1600" b="1" dirty="0">
                <a:solidFill>
                  <a:srgbClr val="002060"/>
                </a:solidFill>
                <a:latin typeface="Consolas" pitchFamily="49" charset="0"/>
                <a:cs typeface="Consolas" pitchFamily="49" charset="0"/>
              </a:rPr>
              <a:t>}</a:t>
            </a:r>
          </a:p>
          <a:p>
            <a:pPr>
              <a:spcAft>
                <a:spcPts val="0"/>
              </a:spcAft>
              <a:defRPr/>
            </a:pPr>
            <a:r>
              <a:rPr lang="en-US" altLang="zh-CN" sz="16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     </a:t>
            </a:r>
            <a:r>
              <a:rPr lang="en-US" altLang="zh-CN" sz="16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   </a:t>
            </a:r>
            <a:r>
              <a:rPr lang="en-US" altLang="zh-CN" sz="16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if (</a:t>
            </a:r>
            <a:r>
              <a:rPr lang="en-US" altLang="zh-CN" sz="16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x[i]&lt;=</a:t>
            </a:r>
            <a:r>
              <a:rPr lang="en-US" altLang="zh-CN" sz="16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m &amp;&amp; </a:t>
            </a:r>
            <a:r>
              <a:rPr lang="en-US" altLang="zh-CN" sz="16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i&lt;n)   i++;//</a:t>
            </a:r>
            <a:r>
              <a:rPr lang="zh-CN" altLang="en-US" sz="16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为下</a:t>
            </a:r>
            <a:r>
              <a:rPr lang="zh-CN" altLang="en-US" sz="16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一个顶</a:t>
            </a:r>
            <a:r>
              <a:rPr lang="zh-CN" altLang="en-US" sz="16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点着色</a:t>
            </a:r>
            <a:endParaRPr lang="zh-CN" altLang="en-US" sz="1600" b="1" dirty="0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  <a:p>
            <a:pPr>
              <a:spcAft>
                <a:spcPts val="0"/>
              </a:spcAft>
              <a:defRPr/>
            </a:pPr>
            <a:r>
              <a:rPr lang="zh-CN" altLang="en-US" sz="16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     </a:t>
            </a:r>
            <a:r>
              <a:rPr lang="zh-CN" altLang="en-US" sz="16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   </a:t>
            </a:r>
            <a:r>
              <a:rPr lang="en-US" altLang="zh-CN" sz="16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else</a:t>
            </a:r>
          </a:p>
          <a:p>
            <a:pPr>
              <a:spcAft>
                <a:spcPts val="0"/>
              </a:spcAft>
              <a:defRPr/>
            </a:pPr>
            <a:r>
              <a:rPr lang="en-US" altLang="zh-CN" sz="16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     </a:t>
            </a:r>
            <a:r>
              <a:rPr lang="en-US" altLang="zh-CN" sz="16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   </a:t>
            </a:r>
            <a:r>
              <a:rPr lang="en-US" altLang="zh-CN" sz="16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{   </a:t>
            </a:r>
            <a:r>
              <a:rPr lang="en-US" altLang="zh-CN" sz="16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x[i]=</a:t>
            </a:r>
            <a:r>
              <a:rPr lang="en-US" altLang="zh-CN" sz="16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0;  </a:t>
            </a:r>
            <a:r>
              <a:rPr lang="en-US" altLang="zh-CN" sz="16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i--;   </a:t>
            </a:r>
            <a:r>
              <a:rPr lang="en-US" altLang="zh-CN" sz="16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}   //</a:t>
            </a:r>
            <a:r>
              <a:rPr lang="zh-CN" altLang="en-US" sz="16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回溯</a:t>
            </a:r>
          </a:p>
          <a:p>
            <a:pPr>
              <a:spcAft>
                <a:spcPts val="0"/>
              </a:spcAft>
              <a:defRPr/>
            </a:pPr>
            <a:r>
              <a:rPr lang="en-US" altLang="zh-CN" sz="16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    </a:t>
            </a:r>
            <a:r>
              <a:rPr lang="en-US" altLang="zh-CN" sz="16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}</a:t>
            </a:r>
            <a:endParaRPr lang="en-US" altLang="zh-CN" sz="1600" b="1" dirty="0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  <a:p>
            <a:pPr>
              <a:spcAft>
                <a:spcPts val="0"/>
              </a:spcAft>
              <a:defRPr/>
            </a:pPr>
            <a:r>
              <a:rPr lang="en-US" altLang="zh-CN" sz="16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}</a:t>
            </a:r>
            <a:endParaRPr lang="en-US" altLang="zh-CN" b="1" dirty="0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1" name="Rectangle 3"/>
          <p:cNvSpPr>
            <a:spLocks noChangeArrowheads="1"/>
          </p:cNvSpPr>
          <p:nvPr/>
        </p:nvSpPr>
        <p:spPr bwMode="auto">
          <a:xfrm>
            <a:off x="432352" y="1783236"/>
            <a:ext cx="3477174" cy="40011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wrap="square" anchor="ctr">
            <a:spAutoFit/>
          </a:bodyPr>
          <a:lstStyle/>
          <a:p>
            <a:pPr eaLnBrk="0" hangingPunct="0">
              <a:defRPr/>
            </a:pPr>
            <a:r>
              <a:rPr kumimoji="1" lang="zh-CN" altLang="en-US" sz="2000" b="1" dirty="0" smtClean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非</a:t>
            </a:r>
            <a:r>
              <a:rPr kumimoji="1" lang="zh-CN" altLang="en-US" sz="2000" b="1" dirty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递归算法</a:t>
            </a:r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lvl="0"/>
            <a:r>
              <a:rPr lang="en-US" altLang="zh-CN" dirty="0" err="1" smtClean="0">
                <a:sym typeface="+mn-ea"/>
              </a:rPr>
              <a:t>求解图的m着色问题</a:t>
            </a:r>
            <a:endParaRPr lang="en-US" altLang="zh-CN" dirty="0" smtClean="0">
              <a:sym typeface="+mn-ea"/>
            </a:endParaRPr>
          </a:p>
        </p:txBody>
      </p:sp>
      <p:sp>
        <p:nvSpPr>
          <p:cNvPr id="15" name="文本框 6"/>
          <p:cNvSpPr txBox="1"/>
          <p:nvPr/>
        </p:nvSpPr>
        <p:spPr>
          <a:xfrm>
            <a:off x="293915" y="1298025"/>
            <a:ext cx="63308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2000" b="1" dirty="0" smtClean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三、算法设计</a:t>
            </a:r>
            <a:r>
              <a:rPr lang="en-US" altLang="zh-CN" sz="2000" b="1" dirty="0" smtClean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(</a:t>
            </a:r>
            <a:r>
              <a:rPr lang="zh-CN" altLang="en-US" sz="2000" b="1" dirty="0" smtClean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子集树</a:t>
            </a:r>
            <a:r>
              <a:rPr lang="en-US" altLang="zh-CN" sz="2000" b="1" dirty="0" smtClean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)</a:t>
            </a:r>
            <a:endParaRPr lang="zh-CN" altLang="en-US" sz="2000" b="1" dirty="0">
              <a:solidFill>
                <a:srgbClr val="FF0000"/>
              </a:solidFill>
              <a:latin typeface="Consolas" pitchFamily="49" charset="0"/>
              <a:cs typeface="Consolas" pitchFamily="49" charset="0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" name="Rectangle 6"/>
          <p:cNvSpPr>
            <a:spLocks noChangeArrowheads="1"/>
          </p:cNvSpPr>
          <p:nvPr/>
        </p:nvSpPr>
        <p:spPr bwMode="auto">
          <a:xfrm>
            <a:off x="0" y="3214688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endParaRPr lang="zh-CN" altLang="en-US"/>
          </a:p>
        </p:txBody>
      </p:sp>
      <p:sp>
        <p:nvSpPr>
          <p:cNvPr id="2253" name="Rectangle 7"/>
          <p:cNvSpPr>
            <a:spLocks noChangeArrowheads="1"/>
          </p:cNvSpPr>
          <p:nvPr/>
        </p:nvSpPr>
        <p:spPr bwMode="auto">
          <a:xfrm>
            <a:off x="0" y="3214688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endParaRPr lang="zh-CN" altLang="en-US"/>
          </a:p>
        </p:txBody>
      </p:sp>
      <p:sp>
        <p:nvSpPr>
          <p:cNvPr id="53257" name="AutoShape 9"/>
          <p:cNvSpPr>
            <a:spLocks noChangeArrowheads="1"/>
          </p:cNvSpPr>
          <p:nvPr/>
        </p:nvSpPr>
        <p:spPr bwMode="auto">
          <a:xfrm>
            <a:off x="345233" y="2124019"/>
            <a:ext cx="8191500" cy="2380226"/>
          </a:xfrm>
          <a:prstGeom prst="roundRect">
            <a:avLst>
              <a:gd name="adj" fmla="val 16667"/>
            </a:avLst>
          </a:prstGeom>
          <a:ln>
            <a:noFill/>
            <a:headEnd/>
            <a:tailEnd/>
          </a:ln>
          <a:extLst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eaLnBrk="0" hangingPunct="0">
              <a:lnSpc>
                <a:spcPct val="123000"/>
              </a:lnSpc>
              <a:defRPr/>
            </a:pPr>
            <a:r>
              <a:rPr lang="zh-CN" altLang="en-US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   该算法中的每个顶点试探</a:t>
            </a:r>
            <a:r>
              <a:rPr lang="en-US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1~m</a:t>
            </a:r>
            <a:r>
              <a:rPr lang="zh-CN" altLang="en-US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种着色，共</a:t>
            </a:r>
            <a:r>
              <a:rPr lang="en-US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n</a:t>
            </a:r>
            <a:r>
              <a:rPr lang="zh-CN" altLang="en-US" sz="20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个顶</a:t>
            </a:r>
            <a:r>
              <a:rPr lang="zh-CN" altLang="en-US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点，对应的解空间树是一棵</a:t>
            </a:r>
            <a:r>
              <a:rPr lang="en-US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m</a:t>
            </a:r>
            <a:r>
              <a:rPr lang="zh-CN" altLang="en-US" sz="20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叉</a:t>
            </a:r>
            <a:r>
              <a:rPr lang="zh-CN" altLang="en-US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树（子集树），因此算法最坏情况下的</a:t>
            </a:r>
            <a:r>
              <a:rPr lang="zh-CN" altLang="en-US" sz="20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时</a:t>
            </a:r>
            <a:r>
              <a:rPr lang="zh-CN" altLang="en-US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间复杂度为</a:t>
            </a:r>
            <a:r>
              <a:rPr lang="en-US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O(m</a:t>
            </a:r>
            <a:r>
              <a:rPr lang="en-US" altLang="zh-CN" sz="2000" b="1" baseline="30000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n</a:t>
            </a:r>
            <a:r>
              <a:rPr lang="en-US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)</a:t>
            </a:r>
            <a:r>
              <a:rPr lang="zh-CN" altLang="en-US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。</a:t>
            </a:r>
            <a:endParaRPr lang="en-US" altLang="zh-CN" sz="2000" b="1" dirty="0">
              <a:solidFill>
                <a:srgbClr val="0000FF"/>
              </a:solidFill>
              <a:latin typeface="Consolas" pitchFamily="49" charset="0"/>
              <a:cs typeface="Consolas" pitchFamily="49" charset="0"/>
              <a:sym typeface="Wingdings" pitchFamily="2" charset="2"/>
            </a:endParaRPr>
          </a:p>
          <a:p>
            <a:pPr eaLnBrk="0" hangingPunct="0">
              <a:defRPr/>
            </a:pPr>
            <a:endParaRPr lang="zh-CN" altLang="en-US" sz="2000" b="1" dirty="0">
              <a:solidFill>
                <a:srgbClr val="0000FF"/>
              </a:solidFill>
              <a:latin typeface="Consolas" pitchFamily="49" charset="0"/>
              <a:cs typeface="Consolas" pitchFamily="49" charset="0"/>
              <a:sym typeface="Wingdings" pitchFamily="2" charset="2"/>
            </a:endParaRPr>
          </a:p>
          <a:p>
            <a:pPr eaLnBrk="0" hangingPunct="0">
              <a:defRPr/>
            </a:pPr>
            <a:endParaRPr lang="zh-CN" altLang="en-US" sz="2000" b="1" dirty="0">
              <a:solidFill>
                <a:srgbClr val="0000FF"/>
              </a:solidFill>
              <a:latin typeface="Consolas" pitchFamily="49" charset="0"/>
              <a:cs typeface="Consolas" pitchFamily="49" charset="0"/>
              <a:sym typeface="Wingdings" pitchFamily="2" charset="2"/>
            </a:endParaRPr>
          </a:p>
          <a:p>
            <a:pPr eaLnBrk="0" hangingPunct="0">
              <a:defRPr/>
            </a:pPr>
            <a:endParaRPr lang="en-US" altLang="zh-CN" sz="2000" b="1" dirty="0">
              <a:solidFill>
                <a:srgbClr val="0000FF"/>
              </a:solidFill>
              <a:latin typeface="Consolas" pitchFamily="49" charset="0"/>
              <a:cs typeface="Consolas" pitchFamily="49" charset="0"/>
              <a:sym typeface="Wingdings" pitchFamily="2" charset="2"/>
            </a:endParaRPr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lvl="0"/>
            <a:r>
              <a:rPr lang="en-US" altLang="zh-CN" dirty="0" err="1" smtClean="0">
                <a:sym typeface="+mn-ea"/>
              </a:rPr>
              <a:t>求解图的m着色问题</a:t>
            </a:r>
            <a:endParaRPr lang="en-US" altLang="zh-CN" dirty="0" smtClean="0">
              <a:sym typeface="+mn-ea"/>
            </a:endParaRPr>
          </a:p>
        </p:txBody>
      </p:sp>
      <p:sp>
        <p:nvSpPr>
          <p:cNvPr id="7" name="文本框 10"/>
          <p:cNvSpPr txBox="1"/>
          <p:nvPr/>
        </p:nvSpPr>
        <p:spPr>
          <a:xfrm>
            <a:off x="307910" y="1443121"/>
            <a:ext cx="2514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zh-CN" altLang="en-US" sz="2400" b="1" dirty="0" smtClean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四、算法分</a:t>
            </a:r>
            <a:r>
              <a:rPr lang="zh-CN" altLang="en-US" sz="2400" b="1" dirty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析</a:t>
            </a: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57"/>
          <p:cNvSpPr>
            <a:spLocks noChangeArrowheads="1"/>
          </p:cNvSpPr>
          <p:nvPr/>
        </p:nvSpPr>
        <p:spPr bwMode="auto">
          <a:xfrm>
            <a:off x="4262438" y="2852738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endParaRPr lang="zh-CN" altLang="en-US"/>
          </a:p>
        </p:txBody>
      </p:sp>
      <p:sp>
        <p:nvSpPr>
          <p:cNvPr id="76803" name="Rectangle 59"/>
          <p:cNvSpPr>
            <a:spLocks noChangeArrowheads="1"/>
          </p:cNvSpPr>
          <p:nvPr/>
        </p:nvSpPr>
        <p:spPr bwMode="auto">
          <a:xfrm>
            <a:off x="4262438" y="2843213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endParaRPr lang="zh-CN" altLang="en-US"/>
          </a:p>
        </p:txBody>
      </p:sp>
      <p:sp>
        <p:nvSpPr>
          <p:cNvPr id="76804" name="Rectangle 60"/>
          <p:cNvSpPr>
            <a:spLocks noChangeArrowheads="1"/>
          </p:cNvSpPr>
          <p:nvPr/>
        </p:nvSpPr>
        <p:spPr bwMode="auto">
          <a:xfrm>
            <a:off x="539750" y="1714500"/>
            <a:ext cx="7775575" cy="24006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zh-CN" sz="20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    </a:t>
            </a:r>
            <a:r>
              <a:rPr kumimoji="1" lang="zh-CN" altLang="en-US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八</a:t>
            </a:r>
            <a:r>
              <a:rPr kumimoji="1" lang="zh-CN" altLang="en-US" sz="20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皇后问题是十九世纪著名的数学家高斯于</a:t>
            </a:r>
            <a:r>
              <a:rPr kumimoji="1" lang="en-US" altLang="zh-CN" sz="20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1850</a:t>
            </a:r>
            <a:r>
              <a:rPr kumimoji="1" lang="zh-CN" altLang="en-US" sz="20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年提出的。问题是：在</a:t>
            </a:r>
            <a:r>
              <a:rPr kumimoji="1" lang="en-US" altLang="zh-CN" sz="20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8×8</a:t>
            </a:r>
            <a:r>
              <a:rPr kumimoji="1" lang="zh-CN" altLang="en-US" sz="20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的棋盘上摆放八个皇后，使其不能互相攻击，即任意两个皇后都不能处于同一行、同一列或同一斜线上。可以把八皇后问题扩展到</a:t>
            </a:r>
            <a:r>
              <a:rPr kumimoji="1" lang="en-US" altLang="zh-CN" sz="2000" b="1" i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n</a:t>
            </a:r>
            <a:r>
              <a:rPr kumimoji="1" lang="zh-CN" altLang="en-US" sz="20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皇后问题，即在</a:t>
            </a:r>
            <a:r>
              <a:rPr kumimoji="1" lang="en-US" altLang="zh-CN" sz="2000" b="1" i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n</a:t>
            </a:r>
            <a:r>
              <a:rPr kumimoji="1" lang="en-US" altLang="zh-CN" sz="20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×</a:t>
            </a:r>
            <a:r>
              <a:rPr kumimoji="1" lang="en-US" altLang="zh-CN" sz="2000" b="1" i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n</a:t>
            </a:r>
            <a:r>
              <a:rPr kumimoji="1" lang="zh-CN" altLang="en-US" sz="20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的棋盘上摆放</a:t>
            </a:r>
            <a:r>
              <a:rPr kumimoji="1" lang="en-US" altLang="zh-CN" sz="2000" b="1" i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n</a:t>
            </a:r>
            <a:r>
              <a:rPr kumimoji="1" lang="zh-CN" altLang="en-US" sz="20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个皇后，使任意两个皇后都不能处于同一行、同一列或同一斜线上。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295858" y="1279655"/>
            <a:ext cx="2514600" cy="40011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2000" b="1" dirty="0">
                <a:solidFill>
                  <a:srgbClr val="FF0000"/>
                </a:solidFill>
                <a:latin typeface="+mn-ea"/>
                <a:cs typeface="+mn-cs"/>
              </a:rPr>
              <a:t>一、问题描述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 err="1" smtClean="0">
                <a:sym typeface="+mn-ea"/>
              </a:rPr>
              <a:t>求解n皇后问题</a:t>
            </a:r>
            <a:endParaRPr lang="en-US" altLang="zh-CN" dirty="0" smtClean="0">
              <a:sym typeface="+mn-ea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9" name="Text Box 5"/>
          <p:cNvSpPr txBox="1">
            <a:spLocks noChangeArrowheads="1"/>
          </p:cNvSpPr>
          <p:nvPr/>
        </p:nvSpPr>
        <p:spPr bwMode="auto">
          <a:xfrm>
            <a:off x="273990" y="2453580"/>
            <a:ext cx="3700851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kumimoji="1" lang="zh-CN" altLang="en-US" sz="20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分析：</a:t>
            </a:r>
            <a:r>
              <a:rPr kumimoji="1" lang="en-US" altLang="zh-CN" sz="20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N=4</a:t>
            </a:r>
            <a:r>
              <a:rPr kumimoji="1" lang="zh-CN" altLang="en-US" sz="20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时，右图是一组解</a:t>
            </a:r>
          </a:p>
        </p:txBody>
      </p:sp>
      <p:sp>
        <p:nvSpPr>
          <p:cNvPr id="11270" name="Text Box 6"/>
          <p:cNvSpPr txBox="1">
            <a:spLocks noChangeArrowheads="1"/>
          </p:cNvSpPr>
          <p:nvPr/>
        </p:nvSpPr>
        <p:spPr bwMode="auto">
          <a:xfrm>
            <a:off x="246905" y="1862415"/>
            <a:ext cx="3485340" cy="400110"/>
          </a:xfrm>
          <a:prstGeom prst="rect">
            <a:avLst/>
          </a:prstGeom>
          <a:noFill/>
          <a:ln>
            <a:noFill/>
          </a:ln>
          <a:extLst/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r>
              <a:rPr kumimoji="1" lang="zh-CN" altLang="en-US" sz="2000" b="1" dirty="0" smtClean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 第</a:t>
            </a:r>
            <a:r>
              <a:rPr kumimoji="1" lang="en-US" altLang="zh-CN" sz="2000" b="1" dirty="0" smtClean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1</a:t>
            </a:r>
            <a:r>
              <a:rPr kumimoji="1" lang="zh-CN" altLang="en-US" sz="2000" b="1" dirty="0" smtClean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步： 解向量</a:t>
            </a:r>
            <a:endParaRPr kumimoji="1" lang="zh-CN" altLang="en-US" sz="2000" b="1" dirty="0">
              <a:solidFill>
                <a:srgbClr val="0000FF"/>
              </a:solidFill>
              <a:latin typeface="Consolas" pitchFamily="49" charset="0"/>
              <a:ea typeface="+mn-ea"/>
              <a:cs typeface="Consolas" pitchFamily="49" charset="0"/>
            </a:endParaRPr>
          </a:p>
        </p:txBody>
      </p:sp>
      <p:pic>
        <p:nvPicPr>
          <p:cNvPr id="11272" name="Picture 8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787900" y="1597820"/>
            <a:ext cx="1885950" cy="1885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274" name="Text Box 10"/>
          <p:cNvSpPr txBox="1">
            <a:spLocks noChangeArrowheads="1"/>
          </p:cNvSpPr>
          <p:nvPr/>
        </p:nvSpPr>
        <p:spPr bwMode="auto">
          <a:xfrm>
            <a:off x="326570" y="5053803"/>
            <a:ext cx="8248263" cy="113877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  </a:t>
            </a:r>
            <a:r>
              <a:rPr lang="zh-CN" altLang="en-US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zh-CN" altLang="en-US" sz="20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利用约束条件，只需一维数组即可！</a:t>
            </a:r>
          </a:p>
          <a:p>
            <a:pPr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None/>
            </a:pPr>
            <a:r>
              <a:rPr kumimoji="1" lang="zh-CN" altLang="en-US" sz="20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kumimoji="1" lang="zh-CN" altLang="en-US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  </a:t>
            </a:r>
            <a:r>
              <a:rPr kumimoji="1" lang="en-US" altLang="zh-CN" sz="2000" b="1" dirty="0" err="1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int</a:t>
            </a:r>
            <a:r>
              <a:rPr kumimoji="1" lang="en-US" altLang="zh-CN" sz="20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  x[n] ;</a:t>
            </a:r>
          </a:p>
          <a:p>
            <a:pPr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None/>
            </a:pPr>
            <a:r>
              <a:rPr kumimoji="1" lang="en-US" altLang="zh-CN" sz="20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  </a:t>
            </a:r>
            <a:r>
              <a:rPr kumimoji="1" lang="en-US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kumimoji="1" lang="en-US" altLang="zh-CN" sz="20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x[i]</a:t>
            </a:r>
            <a:r>
              <a:rPr kumimoji="1" lang="zh-CN" altLang="en-US" sz="20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：</a:t>
            </a:r>
            <a:r>
              <a:rPr kumimoji="1" lang="en-US" altLang="zh-CN" sz="2000" b="1" dirty="0" err="1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i</a:t>
            </a:r>
            <a:r>
              <a:rPr kumimoji="1" lang="zh-CN" altLang="en-US" sz="20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表示第</a:t>
            </a:r>
            <a:r>
              <a:rPr kumimoji="1" lang="en-US" altLang="zh-CN" sz="2000" b="1" dirty="0" err="1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i</a:t>
            </a:r>
            <a:r>
              <a:rPr kumimoji="1" lang="zh-CN" altLang="en-US" sz="20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行皇后，</a:t>
            </a:r>
            <a:r>
              <a:rPr kumimoji="1" lang="en-US" altLang="zh-CN" sz="20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x[</a:t>
            </a:r>
            <a:r>
              <a:rPr kumimoji="1" lang="en-US" altLang="zh-CN" sz="2000" b="1" dirty="0" err="1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i</a:t>
            </a:r>
            <a:r>
              <a:rPr kumimoji="1" lang="en-US" altLang="zh-CN" sz="20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]</a:t>
            </a:r>
            <a:r>
              <a:rPr kumimoji="1" lang="zh-CN" altLang="en-US" sz="20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的值表示第</a:t>
            </a:r>
            <a:r>
              <a:rPr kumimoji="1" lang="en-US" altLang="zh-CN" sz="2000" b="1" dirty="0" err="1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i</a:t>
            </a:r>
            <a:r>
              <a:rPr kumimoji="1" lang="zh-CN" altLang="en-US" sz="20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行上皇后</a:t>
            </a:r>
            <a:r>
              <a:rPr kumimoji="1" lang="zh-CN" altLang="en-US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放在的列号</a:t>
            </a:r>
            <a:endParaRPr kumimoji="1" lang="zh-CN" altLang="en-US" sz="2000" b="1" dirty="0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1275" name="Text Box 11"/>
          <p:cNvSpPr txBox="1">
            <a:spLocks noChangeArrowheads="1"/>
          </p:cNvSpPr>
          <p:nvPr/>
        </p:nvSpPr>
        <p:spPr bwMode="auto">
          <a:xfrm>
            <a:off x="6709032" y="2842420"/>
            <a:ext cx="188384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x[3,1,4,2]</a:t>
            </a:r>
          </a:p>
        </p:txBody>
      </p:sp>
      <p:sp>
        <p:nvSpPr>
          <p:cNvPr id="77831" name="Text Box 64"/>
          <p:cNvSpPr txBox="1">
            <a:spLocks noChangeArrowheads="1"/>
          </p:cNvSpPr>
          <p:nvPr/>
        </p:nvSpPr>
        <p:spPr bwMode="auto">
          <a:xfrm>
            <a:off x="169863" y="3601245"/>
            <a:ext cx="8353425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>
              <a:spcBef>
                <a:spcPct val="20000"/>
              </a:spcBef>
            </a:pPr>
            <a:r>
              <a:rPr kumimoji="1" lang="en-US" altLang="zh-CN" sz="20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    </a:t>
            </a:r>
            <a:r>
              <a:rPr kumimoji="1" lang="zh-CN" altLang="en-US" sz="20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显然，棋盘的每一行上可以而且必须摆放一个皇后，所以，</a:t>
            </a:r>
            <a:r>
              <a:rPr kumimoji="1" lang="en-US" altLang="zh-CN" sz="2000" b="1" i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n</a:t>
            </a:r>
            <a:r>
              <a:rPr kumimoji="1" lang="zh-CN" altLang="en-US" sz="20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皇后问题的可能解用一个</a:t>
            </a:r>
            <a:r>
              <a:rPr kumimoji="1" lang="en-US" altLang="zh-CN" sz="2000" b="1" i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n</a:t>
            </a:r>
            <a:r>
              <a:rPr kumimoji="1" lang="zh-CN" altLang="en-US" sz="20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元向量</a:t>
            </a:r>
            <a:r>
              <a:rPr kumimoji="1" lang="en-US" altLang="zh-CN" sz="2000" b="1" i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X</a:t>
            </a:r>
            <a:r>
              <a:rPr kumimoji="1" lang="en-US" altLang="zh-CN" sz="20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=(</a:t>
            </a:r>
            <a:r>
              <a:rPr kumimoji="1" lang="en-US" altLang="zh-CN" sz="2000" b="1" i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x</a:t>
            </a:r>
            <a:r>
              <a:rPr kumimoji="1" lang="en-US" altLang="zh-CN" sz="2000" b="1" baseline="-30000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1</a:t>
            </a:r>
            <a:r>
              <a:rPr kumimoji="1" lang="en-US" altLang="zh-CN" sz="20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, </a:t>
            </a:r>
            <a:r>
              <a:rPr kumimoji="1" lang="en-US" altLang="zh-CN" sz="2000" b="1" i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x</a:t>
            </a:r>
            <a:r>
              <a:rPr kumimoji="1" lang="en-US" altLang="zh-CN" sz="2000" b="1" baseline="-30000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2</a:t>
            </a:r>
            <a:r>
              <a:rPr kumimoji="1" lang="en-US" altLang="zh-CN" sz="20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, …, </a:t>
            </a:r>
            <a:r>
              <a:rPr kumimoji="1" lang="en-US" altLang="zh-CN" sz="2000" b="1" i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x</a:t>
            </a:r>
            <a:r>
              <a:rPr kumimoji="1" lang="en-US" altLang="zh-CN" sz="2000" b="1" i="1" baseline="-30000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n</a:t>
            </a:r>
            <a:r>
              <a:rPr kumimoji="1" lang="en-US" altLang="zh-CN" sz="20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)</a:t>
            </a:r>
            <a:r>
              <a:rPr kumimoji="1" lang="zh-CN" altLang="en-US" sz="20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表示，其中，</a:t>
            </a:r>
            <a:r>
              <a:rPr kumimoji="1" lang="en-US" altLang="zh-CN" sz="20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1≤</a:t>
            </a:r>
            <a:r>
              <a:rPr kumimoji="1" lang="en-US" altLang="zh-CN" sz="2000" b="1" i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i</a:t>
            </a:r>
            <a:r>
              <a:rPr kumimoji="1" lang="en-US" altLang="zh-CN" sz="20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≤</a:t>
            </a:r>
            <a:r>
              <a:rPr kumimoji="1" lang="en-US" altLang="zh-CN" sz="2000" b="1" i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n</a:t>
            </a:r>
            <a:r>
              <a:rPr kumimoji="1" lang="zh-CN" altLang="en-US" sz="20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并且</a:t>
            </a:r>
            <a:r>
              <a:rPr kumimoji="1" lang="en-US" altLang="zh-CN" sz="20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1≤</a:t>
            </a:r>
            <a:r>
              <a:rPr kumimoji="1" lang="en-US" altLang="zh-CN" sz="2000" b="1" i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x</a:t>
            </a:r>
            <a:r>
              <a:rPr kumimoji="1" lang="en-US" altLang="zh-CN" sz="2000" b="1" i="1" baseline="-30000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i</a:t>
            </a:r>
            <a:r>
              <a:rPr kumimoji="1" lang="en-US" altLang="zh-CN" sz="20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≤</a:t>
            </a:r>
            <a:r>
              <a:rPr kumimoji="1" lang="en-US" altLang="zh-CN" sz="2000" b="1" i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n</a:t>
            </a:r>
            <a:r>
              <a:rPr kumimoji="1" lang="zh-CN" altLang="en-US" sz="20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，即第</a:t>
            </a:r>
            <a:r>
              <a:rPr kumimoji="1" lang="en-US" altLang="zh-CN" sz="2000" b="1" i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i</a:t>
            </a:r>
            <a:r>
              <a:rPr kumimoji="1" lang="zh-CN" altLang="en-US" sz="20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个皇后放在第</a:t>
            </a:r>
            <a:r>
              <a:rPr kumimoji="1" lang="en-US" altLang="zh-CN" sz="2000" b="1" i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i</a:t>
            </a:r>
            <a:r>
              <a:rPr kumimoji="1" lang="zh-CN" altLang="en-US" sz="20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行第</a:t>
            </a:r>
            <a:r>
              <a:rPr kumimoji="1" lang="en-US" altLang="zh-CN" sz="2000" b="1" i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x</a:t>
            </a:r>
            <a:r>
              <a:rPr kumimoji="1" lang="en-US" altLang="zh-CN" sz="2000" b="1" i="1" baseline="-30000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i</a:t>
            </a:r>
            <a:r>
              <a:rPr kumimoji="1" lang="zh-CN" altLang="en-US" sz="20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列上。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0" y="1256508"/>
            <a:ext cx="2514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zh-CN" altLang="en-US" sz="2400" b="1" dirty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二、问题分析</a:t>
            </a:r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 err="1" smtClean="0">
                <a:sym typeface="+mn-ea"/>
              </a:rPr>
              <a:t>求解n皇后问题</a:t>
            </a:r>
            <a:endParaRPr lang="en-US" altLang="zh-CN" dirty="0" smtClean="0">
              <a:sym typeface="+mn-ea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49" name="Text Box 64"/>
          <p:cNvSpPr txBox="1">
            <a:spLocks noChangeArrowheads="1"/>
          </p:cNvSpPr>
          <p:nvPr/>
        </p:nvSpPr>
        <p:spPr bwMode="auto">
          <a:xfrm>
            <a:off x="144463" y="1368425"/>
            <a:ext cx="835342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>
              <a:spcBef>
                <a:spcPct val="20000"/>
              </a:spcBef>
            </a:pPr>
            <a:r>
              <a:rPr kumimoji="1" lang="en-US" altLang="zh-CN" sz="2000" b="1" dirty="0">
                <a:solidFill>
                  <a:srgbClr val="0000FF"/>
                </a:solidFill>
                <a:latin typeface="+mn-ea"/>
                <a:cs typeface="华文楷体"/>
              </a:rPr>
              <a:t>    </a:t>
            </a:r>
            <a:r>
              <a:rPr kumimoji="1" lang="zh-CN" altLang="en-US" sz="2000" b="1" dirty="0">
                <a:solidFill>
                  <a:srgbClr val="0000FF"/>
                </a:solidFill>
                <a:latin typeface="+mn-ea"/>
                <a:cs typeface="华文楷体"/>
              </a:rPr>
              <a:t>例如，下图八皇后问题的的一个解可以表示为</a:t>
            </a:r>
          </a:p>
        </p:txBody>
      </p:sp>
      <p:sp>
        <p:nvSpPr>
          <p:cNvPr id="38" name="文本占位符 37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 err="1" smtClean="0">
                <a:sym typeface="+mn-ea"/>
              </a:rPr>
              <a:t>求解n皇后问题</a:t>
            </a:r>
            <a:endParaRPr lang="en-US" altLang="zh-CN" dirty="0" smtClean="0">
              <a:sym typeface="+mn-ea"/>
            </a:endParaRPr>
          </a:p>
        </p:txBody>
      </p:sp>
      <p:sp>
        <p:nvSpPr>
          <p:cNvPr id="5" name="标题 1"/>
          <p:cNvSpPr>
            <a:spLocks noGrp="1"/>
          </p:cNvSpPr>
          <p:nvPr>
            <p:ph type="title" idx="4294967295"/>
          </p:nvPr>
        </p:nvSpPr>
        <p:spPr>
          <a:xfrm>
            <a:off x="636588" y="6099453"/>
            <a:ext cx="8507412" cy="369332"/>
          </a:xfrm>
          <a:extLst/>
        </p:spPr>
        <p:txBody>
          <a:bodyPr rtlCol="0">
            <a:sp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kumimoji="1" lang="zh-CN" altLang="en-US" sz="2000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ea"/>
                <a:ea typeface="+mn-ea"/>
                <a:cs typeface="+mn-cs"/>
              </a:rPr>
              <a:t>上</a:t>
            </a:r>
            <a:r>
              <a:rPr kumimoji="1" lang="zh-CN" altLang="en-US" sz="2000" dirty="0" smtClean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ea"/>
                <a:ea typeface="+mn-ea"/>
                <a:cs typeface="+mn-cs"/>
              </a:rPr>
              <a:t>图解向量</a:t>
            </a:r>
            <a:r>
              <a:rPr kumimoji="1" lang="zh-CN" altLang="en-US" sz="2000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ea"/>
                <a:ea typeface="+mn-ea"/>
                <a:cs typeface="+mn-cs"/>
              </a:rPr>
              <a:t>表示</a:t>
            </a:r>
            <a:r>
              <a:rPr kumimoji="1" lang="zh-CN" altLang="en-US" sz="2000" dirty="0" smtClean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ea"/>
                <a:ea typeface="+mn-ea"/>
                <a:cs typeface="+mn-cs"/>
              </a:rPr>
              <a:t>为</a:t>
            </a:r>
            <a:r>
              <a:rPr kumimoji="1" lang="en-US" altLang="zh-CN" sz="2000" dirty="0" smtClean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ea"/>
                <a:ea typeface="+mn-ea"/>
                <a:cs typeface="+mn-cs"/>
              </a:rPr>
              <a:t>X[4,6,8,2,7,1,3,5]</a:t>
            </a:r>
            <a:endParaRPr kumimoji="1" lang="zh-CN" altLang="en-US" sz="2000" dirty="0">
              <a:solidFill>
                <a:srgbClr val="0000F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+mn-ea"/>
              <a:ea typeface="+mn-ea"/>
              <a:cs typeface="+mn-cs"/>
            </a:endParaRP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1950288" y="2171700"/>
            <a:ext cx="4917238" cy="3715849"/>
            <a:chOff x="1301" y="1724"/>
            <a:chExt cx="2867" cy="2501"/>
          </a:xfrm>
        </p:grpSpPr>
        <p:sp>
          <p:nvSpPr>
            <p:cNvPr id="78854" name="Rectangle 5"/>
            <p:cNvSpPr>
              <a:spLocks noChangeArrowheads="1"/>
            </p:cNvSpPr>
            <p:nvPr/>
          </p:nvSpPr>
          <p:spPr bwMode="auto">
            <a:xfrm>
              <a:off x="1617" y="1728"/>
              <a:ext cx="2544" cy="2208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zh-CN" altLang="en-US" sz="1600" b="1">
                <a:latin typeface="+mn-ea"/>
              </a:endParaRPr>
            </a:p>
          </p:txBody>
        </p:sp>
        <p:sp>
          <p:nvSpPr>
            <p:cNvPr id="78855" name="Line 6"/>
            <p:cNvSpPr>
              <a:spLocks noChangeShapeType="1"/>
            </p:cNvSpPr>
            <p:nvPr/>
          </p:nvSpPr>
          <p:spPr bwMode="auto">
            <a:xfrm flipV="1">
              <a:off x="1616" y="2864"/>
              <a:ext cx="254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zh-CN" altLang="en-US" sz="1600" b="1">
                <a:latin typeface="+mn-ea"/>
              </a:endParaRPr>
            </a:p>
          </p:txBody>
        </p:sp>
        <p:sp>
          <p:nvSpPr>
            <p:cNvPr id="78856" name="Line 7"/>
            <p:cNvSpPr>
              <a:spLocks noChangeShapeType="1"/>
            </p:cNvSpPr>
            <p:nvPr/>
          </p:nvSpPr>
          <p:spPr bwMode="auto">
            <a:xfrm>
              <a:off x="2888" y="1732"/>
              <a:ext cx="0" cy="220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zh-CN" altLang="en-US" sz="1600" b="1">
                <a:latin typeface="+mn-ea"/>
              </a:endParaRPr>
            </a:p>
          </p:txBody>
        </p:sp>
        <p:sp>
          <p:nvSpPr>
            <p:cNvPr id="78857" name="Line 8"/>
            <p:cNvSpPr>
              <a:spLocks noChangeShapeType="1"/>
            </p:cNvSpPr>
            <p:nvPr/>
          </p:nvSpPr>
          <p:spPr bwMode="auto">
            <a:xfrm flipV="1">
              <a:off x="1621" y="3152"/>
              <a:ext cx="254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zh-CN" altLang="en-US" sz="1600" b="1">
                <a:latin typeface="+mn-ea"/>
              </a:endParaRPr>
            </a:p>
          </p:txBody>
        </p:sp>
        <p:sp>
          <p:nvSpPr>
            <p:cNvPr id="78858" name="Line 9"/>
            <p:cNvSpPr>
              <a:spLocks noChangeShapeType="1"/>
            </p:cNvSpPr>
            <p:nvPr/>
          </p:nvSpPr>
          <p:spPr bwMode="auto">
            <a:xfrm flipV="1">
              <a:off x="1619" y="3414"/>
              <a:ext cx="254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zh-CN" altLang="en-US" sz="1600" b="1">
                <a:latin typeface="+mn-ea"/>
              </a:endParaRPr>
            </a:p>
          </p:txBody>
        </p:sp>
        <p:sp>
          <p:nvSpPr>
            <p:cNvPr id="78859" name="Line 10"/>
            <p:cNvSpPr>
              <a:spLocks noChangeShapeType="1"/>
            </p:cNvSpPr>
            <p:nvPr/>
          </p:nvSpPr>
          <p:spPr bwMode="auto">
            <a:xfrm flipV="1">
              <a:off x="1621" y="3677"/>
              <a:ext cx="254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zh-CN" altLang="en-US" sz="1600" b="1">
                <a:latin typeface="+mn-ea"/>
              </a:endParaRPr>
            </a:p>
          </p:txBody>
        </p:sp>
        <p:sp>
          <p:nvSpPr>
            <p:cNvPr id="78860" name="Line 11"/>
            <p:cNvSpPr>
              <a:spLocks noChangeShapeType="1"/>
            </p:cNvSpPr>
            <p:nvPr/>
          </p:nvSpPr>
          <p:spPr bwMode="auto">
            <a:xfrm flipV="1">
              <a:off x="1620" y="2604"/>
              <a:ext cx="254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zh-CN" altLang="en-US" sz="1600" b="1">
                <a:latin typeface="+mn-ea"/>
              </a:endParaRPr>
            </a:p>
          </p:txBody>
        </p:sp>
        <p:sp>
          <p:nvSpPr>
            <p:cNvPr id="78861" name="Line 12"/>
            <p:cNvSpPr>
              <a:spLocks noChangeShapeType="1"/>
            </p:cNvSpPr>
            <p:nvPr/>
          </p:nvSpPr>
          <p:spPr bwMode="auto">
            <a:xfrm flipV="1">
              <a:off x="1624" y="2048"/>
              <a:ext cx="254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zh-CN" altLang="en-US" sz="1600" b="1">
                <a:latin typeface="+mn-ea"/>
              </a:endParaRPr>
            </a:p>
          </p:txBody>
        </p:sp>
        <p:sp>
          <p:nvSpPr>
            <p:cNvPr id="78862" name="Line 13"/>
            <p:cNvSpPr>
              <a:spLocks noChangeShapeType="1"/>
            </p:cNvSpPr>
            <p:nvPr/>
          </p:nvSpPr>
          <p:spPr bwMode="auto">
            <a:xfrm flipV="1">
              <a:off x="1624" y="2336"/>
              <a:ext cx="254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zh-CN" altLang="en-US" sz="1600" b="1">
                <a:latin typeface="+mn-ea"/>
              </a:endParaRPr>
            </a:p>
          </p:txBody>
        </p:sp>
        <p:sp>
          <p:nvSpPr>
            <p:cNvPr id="78863" name="Line 14"/>
            <p:cNvSpPr>
              <a:spLocks noChangeShapeType="1"/>
            </p:cNvSpPr>
            <p:nvPr/>
          </p:nvSpPr>
          <p:spPr bwMode="auto">
            <a:xfrm>
              <a:off x="1918" y="1724"/>
              <a:ext cx="0" cy="220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zh-CN" altLang="en-US" sz="1600" b="1">
                <a:latin typeface="+mn-ea"/>
              </a:endParaRPr>
            </a:p>
          </p:txBody>
        </p:sp>
        <p:sp>
          <p:nvSpPr>
            <p:cNvPr id="78864" name="Line 15"/>
            <p:cNvSpPr>
              <a:spLocks noChangeShapeType="1"/>
            </p:cNvSpPr>
            <p:nvPr/>
          </p:nvSpPr>
          <p:spPr bwMode="auto">
            <a:xfrm>
              <a:off x="2566" y="1727"/>
              <a:ext cx="0" cy="220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zh-CN" altLang="en-US" sz="1600" b="1">
                <a:latin typeface="+mn-ea"/>
              </a:endParaRPr>
            </a:p>
          </p:txBody>
        </p:sp>
        <p:sp>
          <p:nvSpPr>
            <p:cNvPr id="78865" name="Line 16"/>
            <p:cNvSpPr>
              <a:spLocks noChangeShapeType="1"/>
            </p:cNvSpPr>
            <p:nvPr/>
          </p:nvSpPr>
          <p:spPr bwMode="auto">
            <a:xfrm>
              <a:off x="2256" y="1727"/>
              <a:ext cx="0" cy="220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zh-CN" altLang="en-US" sz="1600" b="1">
                <a:latin typeface="+mn-ea"/>
              </a:endParaRPr>
            </a:p>
          </p:txBody>
        </p:sp>
        <p:sp>
          <p:nvSpPr>
            <p:cNvPr id="78866" name="Line 17"/>
            <p:cNvSpPr>
              <a:spLocks noChangeShapeType="1"/>
            </p:cNvSpPr>
            <p:nvPr/>
          </p:nvSpPr>
          <p:spPr bwMode="auto">
            <a:xfrm>
              <a:off x="3184" y="1730"/>
              <a:ext cx="0" cy="220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zh-CN" altLang="en-US" sz="1600" b="1">
                <a:latin typeface="+mn-ea"/>
              </a:endParaRPr>
            </a:p>
          </p:txBody>
        </p:sp>
        <p:sp>
          <p:nvSpPr>
            <p:cNvPr id="78867" name="Line 18"/>
            <p:cNvSpPr>
              <a:spLocks noChangeShapeType="1"/>
            </p:cNvSpPr>
            <p:nvPr/>
          </p:nvSpPr>
          <p:spPr bwMode="auto">
            <a:xfrm>
              <a:off x="3832" y="1729"/>
              <a:ext cx="0" cy="220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zh-CN" altLang="en-US" sz="1600" b="1">
                <a:latin typeface="+mn-ea"/>
              </a:endParaRPr>
            </a:p>
          </p:txBody>
        </p:sp>
        <p:sp>
          <p:nvSpPr>
            <p:cNvPr id="78868" name="Line 19"/>
            <p:cNvSpPr>
              <a:spLocks noChangeShapeType="1"/>
            </p:cNvSpPr>
            <p:nvPr/>
          </p:nvSpPr>
          <p:spPr bwMode="auto">
            <a:xfrm>
              <a:off x="3507" y="1729"/>
              <a:ext cx="0" cy="220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zh-CN" altLang="en-US" sz="1600" b="1">
                <a:latin typeface="+mn-ea"/>
              </a:endParaRPr>
            </a:p>
          </p:txBody>
        </p:sp>
        <p:sp>
          <p:nvSpPr>
            <p:cNvPr id="78869" name="Text Box 20"/>
            <p:cNvSpPr txBox="1">
              <a:spLocks noChangeArrowheads="1"/>
            </p:cNvSpPr>
            <p:nvPr/>
          </p:nvSpPr>
          <p:spPr bwMode="auto">
            <a:xfrm>
              <a:off x="1901" y="3956"/>
              <a:ext cx="1925" cy="26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kumimoji="1" lang="ja-JP" altLang="en-US" sz="2000" b="1">
                  <a:solidFill>
                    <a:schemeClr val="tx1"/>
                  </a:solidFill>
                  <a:latin typeface="+mn-ea"/>
                </a:rPr>
                <a:t>1    2    3   4   5    6   7   8</a:t>
              </a:r>
            </a:p>
          </p:txBody>
        </p:sp>
        <p:sp>
          <p:nvSpPr>
            <p:cNvPr id="78870" name="Text Box 21"/>
            <p:cNvSpPr txBox="1">
              <a:spLocks noChangeArrowheads="1"/>
            </p:cNvSpPr>
            <p:nvPr/>
          </p:nvSpPr>
          <p:spPr bwMode="auto">
            <a:xfrm>
              <a:off x="1321" y="1728"/>
              <a:ext cx="200" cy="26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kumimoji="1" lang="ja-JP" altLang="en-US" sz="2000" b="1">
                  <a:solidFill>
                    <a:schemeClr val="tx1"/>
                  </a:solidFill>
                  <a:latin typeface="+mn-ea"/>
                </a:rPr>
                <a:t>1</a:t>
              </a:r>
            </a:p>
          </p:txBody>
        </p:sp>
        <p:sp>
          <p:nvSpPr>
            <p:cNvPr id="78871" name="Text Box 22"/>
            <p:cNvSpPr txBox="1">
              <a:spLocks noChangeArrowheads="1"/>
            </p:cNvSpPr>
            <p:nvPr/>
          </p:nvSpPr>
          <p:spPr bwMode="auto">
            <a:xfrm>
              <a:off x="1321" y="2028"/>
              <a:ext cx="200" cy="26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kumimoji="1" lang="ja-JP" altLang="en-US" sz="2000" b="1">
                  <a:solidFill>
                    <a:schemeClr val="tx1"/>
                  </a:solidFill>
                  <a:latin typeface="+mn-ea"/>
                </a:rPr>
                <a:t>2</a:t>
              </a:r>
            </a:p>
          </p:txBody>
        </p:sp>
        <p:sp>
          <p:nvSpPr>
            <p:cNvPr id="78872" name="Text Box 23"/>
            <p:cNvSpPr txBox="1">
              <a:spLocks noChangeArrowheads="1"/>
            </p:cNvSpPr>
            <p:nvPr/>
          </p:nvSpPr>
          <p:spPr bwMode="auto">
            <a:xfrm>
              <a:off x="1317" y="2312"/>
              <a:ext cx="200" cy="26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kumimoji="1" lang="ja-JP" altLang="en-US" sz="2000" b="1">
                  <a:solidFill>
                    <a:schemeClr val="tx1"/>
                  </a:solidFill>
                  <a:latin typeface="+mn-ea"/>
                </a:rPr>
                <a:t>3</a:t>
              </a:r>
            </a:p>
          </p:txBody>
        </p:sp>
        <p:sp>
          <p:nvSpPr>
            <p:cNvPr id="78873" name="Text Box 24"/>
            <p:cNvSpPr txBox="1">
              <a:spLocks noChangeArrowheads="1"/>
            </p:cNvSpPr>
            <p:nvPr/>
          </p:nvSpPr>
          <p:spPr bwMode="auto">
            <a:xfrm>
              <a:off x="1309" y="2588"/>
              <a:ext cx="200" cy="26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kumimoji="1" lang="ja-JP" altLang="en-US" sz="2000" b="1">
                  <a:solidFill>
                    <a:schemeClr val="tx1"/>
                  </a:solidFill>
                  <a:latin typeface="+mn-ea"/>
                </a:rPr>
                <a:t>4</a:t>
              </a:r>
            </a:p>
          </p:txBody>
        </p:sp>
        <p:sp>
          <p:nvSpPr>
            <p:cNvPr id="78874" name="Text Box 25"/>
            <p:cNvSpPr txBox="1">
              <a:spLocks noChangeArrowheads="1"/>
            </p:cNvSpPr>
            <p:nvPr/>
          </p:nvSpPr>
          <p:spPr bwMode="auto">
            <a:xfrm>
              <a:off x="1305" y="2848"/>
              <a:ext cx="200" cy="26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kumimoji="1" lang="ja-JP" altLang="en-US" sz="2000" b="1">
                  <a:solidFill>
                    <a:schemeClr val="tx1"/>
                  </a:solidFill>
                  <a:latin typeface="+mn-ea"/>
                </a:rPr>
                <a:t>5</a:t>
              </a:r>
            </a:p>
          </p:txBody>
        </p:sp>
        <p:sp>
          <p:nvSpPr>
            <p:cNvPr id="78875" name="Text Box 26"/>
            <p:cNvSpPr txBox="1">
              <a:spLocks noChangeArrowheads="1"/>
            </p:cNvSpPr>
            <p:nvPr/>
          </p:nvSpPr>
          <p:spPr bwMode="auto">
            <a:xfrm>
              <a:off x="1305" y="3152"/>
              <a:ext cx="200" cy="26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kumimoji="1" lang="ja-JP" altLang="en-US" sz="2000" b="1">
                  <a:solidFill>
                    <a:schemeClr val="tx1"/>
                  </a:solidFill>
                  <a:latin typeface="+mn-ea"/>
                </a:rPr>
                <a:t>6</a:t>
              </a:r>
            </a:p>
          </p:txBody>
        </p:sp>
        <p:sp>
          <p:nvSpPr>
            <p:cNvPr id="78876" name="Text Box 27"/>
            <p:cNvSpPr txBox="1">
              <a:spLocks noChangeArrowheads="1"/>
            </p:cNvSpPr>
            <p:nvPr/>
          </p:nvSpPr>
          <p:spPr bwMode="auto">
            <a:xfrm>
              <a:off x="1301" y="3392"/>
              <a:ext cx="200" cy="26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kumimoji="1" lang="ja-JP" altLang="en-US" sz="2000" b="1">
                  <a:solidFill>
                    <a:schemeClr val="tx1"/>
                  </a:solidFill>
                  <a:latin typeface="+mn-ea"/>
                </a:rPr>
                <a:t>7</a:t>
              </a:r>
            </a:p>
          </p:txBody>
        </p:sp>
        <p:sp>
          <p:nvSpPr>
            <p:cNvPr id="78877" name="Text Box 28"/>
            <p:cNvSpPr txBox="1">
              <a:spLocks noChangeArrowheads="1"/>
            </p:cNvSpPr>
            <p:nvPr/>
          </p:nvSpPr>
          <p:spPr bwMode="auto">
            <a:xfrm>
              <a:off x="1301" y="3652"/>
              <a:ext cx="200" cy="26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kumimoji="1" lang="ja-JP" altLang="en-US" sz="2000" b="1">
                  <a:solidFill>
                    <a:schemeClr val="tx1"/>
                  </a:solidFill>
                  <a:latin typeface="+mn-ea"/>
                </a:rPr>
                <a:t>8</a:t>
              </a:r>
            </a:p>
          </p:txBody>
        </p:sp>
        <p:sp>
          <p:nvSpPr>
            <p:cNvPr id="78878" name="Text Box 29"/>
            <p:cNvSpPr txBox="1">
              <a:spLocks noChangeArrowheads="1"/>
            </p:cNvSpPr>
            <p:nvPr/>
          </p:nvSpPr>
          <p:spPr bwMode="auto">
            <a:xfrm>
              <a:off x="3224" y="2048"/>
              <a:ext cx="230" cy="26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kumimoji="1" lang="en-US" altLang="ja-JP" sz="2000" b="1">
                  <a:solidFill>
                    <a:schemeClr val="tx1"/>
                  </a:solidFill>
                  <a:latin typeface="+mn-ea"/>
                </a:rPr>
                <a:t>Q</a:t>
              </a:r>
            </a:p>
          </p:txBody>
        </p:sp>
        <p:sp>
          <p:nvSpPr>
            <p:cNvPr id="78879" name="Text Box 30"/>
            <p:cNvSpPr txBox="1">
              <a:spLocks noChangeArrowheads="1"/>
            </p:cNvSpPr>
            <p:nvPr/>
          </p:nvSpPr>
          <p:spPr bwMode="auto">
            <a:xfrm>
              <a:off x="3872" y="2328"/>
              <a:ext cx="230" cy="26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kumimoji="1" lang="en-US" altLang="ja-JP" sz="2000" b="1">
                  <a:solidFill>
                    <a:schemeClr val="tx1"/>
                  </a:solidFill>
                  <a:latin typeface="+mn-ea"/>
                </a:rPr>
                <a:t>Q</a:t>
              </a:r>
            </a:p>
          </p:txBody>
        </p:sp>
        <p:sp>
          <p:nvSpPr>
            <p:cNvPr id="78880" name="Text Box 31"/>
            <p:cNvSpPr txBox="1">
              <a:spLocks noChangeArrowheads="1"/>
            </p:cNvSpPr>
            <p:nvPr/>
          </p:nvSpPr>
          <p:spPr bwMode="auto">
            <a:xfrm>
              <a:off x="1976" y="2588"/>
              <a:ext cx="230" cy="26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kumimoji="1" lang="en-US" altLang="ja-JP" sz="2000" b="1">
                  <a:solidFill>
                    <a:schemeClr val="tx1"/>
                  </a:solidFill>
                  <a:latin typeface="+mn-ea"/>
                </a:rPr>
                <a:t>Q</a:t>
              </a:r>
            </a:p>
          </p:txBody>
        </p:sp>
        <p:sp>
          <p:nvSpPr>
            <p:cNvPr id="78881" name="Text Box 32"/>
            <p:cNvSpPr txBox="1">
              <a:spLocks noChangeArrowheads="1"/>
            </p:cNvSpPr>
            <p:nvPr/>
          </p:nvSpPr>
          <p:spPr bwMode="auto">
            <a:xfrm>
              <a:off x="3552" y="2868"/>
              <a:ext cx="230" cy="26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kumimoji="1" lang="en-US" altLang="ja-JP" sz="2000" b="1">
                  <a:solidFill>
                    <a:schemeClr val="tx1"/>
                  </a:solidFill>
                  <a:latin typeface="+mn-ea"/>
                </a:rPr>
                <a:t>Q</a:t>
              </a:r>
            </a:p>
          </p:txBody>
        </p:sp>
        <p:sp>
          <p:nvSpPr>
            <p:cNvPr id="78882" name="Text Box 33"/>
            <p:cNvSpPr txBox="1">
              <a:spLocks noChangeArrowheads="1"/>
            </p:cNvSpPr>
            <p:nvPr/>
          </p:nvSpPr>
          <p:spPr bwMode="auto">
            <a:xfrm>
              <a:off x="2296" y="3396"/>
              <a:ext cx="230" cy="26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kumimoji="1" lang="en-US" altLang="ja-JP" sz="2000" b="1">
                  <a:solidFill>
                    <a:schemeClr val="tx1"/>
                  </a:solidFill>
                  <a:latin typeface="+mn-ea"/>
                </a:rPr>
                <a:t>Q</a:t>
              </a:r>
            </a:p>
          </p:txBody>
        </p:sp>
        <p:sp>
          <p:nvSpPr>
            <p:cNvPr id="78883" name="Text Box 34"/>
            <p:cNvSpPr txBox="1">
              <a:spLocks noChangeArrowheads="1"/>
            </p:cNvSpPr>
            <p:nvPr/>
          </p:nvSpPr>
          <p:spPr bwMode="auto">
            <a:xfrm>
              <a:off x="1652" y="3136"/>
              <a:ext cx="230" cy="26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kumimoji="1" lang="en-US" altLang="ja-JP" sz="2000" b="1">
                  <a:solidFill>
                    <a:schemeClr val="tx1"/>
                  </a:solidFill>
                  <a:latin typeface="+mn-ea"/>
                </a:rPr>
                <a:t>Q</a:t>
              </a:r>
            </a:p>
          </p:txBody>
        </p:sp>
        <p:sp>
          <p:nvSpPr>
            <p:cNvPr id="78884" name="Text Box 35"/>
            <p:cNvSpPr txBox="1">
              <a:spLocks noChangeArrowheads="1"/>
            </p:cNvSpPr>
            <p:nvPr/>
          </p:nvSpPr>
          <p:spPr bwMode="auto">
            <a:xfrm>
              <a:off x="2920" y="3664"/>
              <a:ext cx="230" cy="26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kumimoji="1" lang="en-US" altLang="ja-JP" sz="2000" b="1">
                  <a:solidFill>
                    <a:schemeClr val="tx1"/>
                  </a:solidFill>
                  <a:latin typeface="+mn-ea"/>
                </a:rPr>
                <a:t>Q</a:t>
              </a:r>
            </a:p>
          </p:txBody>
        </p:sp>
        <p:sp>
          <p:nvSpPr>
            <p:cNvPr id="78885" name="Text Box 36"/>
            <p:cNvSpPr txBox="1">
              <a:spLocks noChangeArrowheads="1"/>
            </p:cNvSpPr>
            <p:nvPr/>
          </p:nvSpPr>
          <p:spPr bwMode="auto">
            <a:xfrm>
              <a:off x="2612" y="1752"/>
              <a:ext cx="230" cy="26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kumimoji="1" lang="en-US" altLang="ja-JP" sz="2000" b="1">
                  <a:solidFill>
                    <a:schemeClr val="tx1"/>
                  </a:solidFill>
                  <a:latin typeface="+mn-ea"/>
                </a:rPr>
                <a:t>Q</a:t>
              </a:r>
            </a:p>
          </p:txBody>
        </p:sp>
      </p:grp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Text Box 5"/>
          <p:cNvSpPr txBox="1">
            <a:spLocks noChangeArrowheads="1"/>
          </p:cNvSpPr>
          <p:nvPr/>
        </p:nvSpPr>
        <p:spPr bwMode="auto">
          <a:xfrm>
            <a:off x="207963" y="1167298"/>
            <a:ext cx="4649789" cy="400110"/>
          </a:xfrm>
          <a:prstGeom prst="rect">
            <a:avLst/>
          </a:prstGeom>
          <a:noFill/>
          <a:ln>
            <a:noFill/>
          </a:ln>
          <a:extLst/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r>
              <a:rPr kumimoji="1" lang="zh-CN" altLang="en-US" sz="2000" b="1" dirty="0" smtClean="0">
                <a:solidFill>
                  <a:srgbClr val="FF0000"/>
                </a:solidFill>
                <a:latin typeface="+mn-ea"/>
                <a:ea typeface="+mn-ea"/>
                <a:cs typeface="+mn-cs"/>
              </a:rPr>
              <a:t>第</a:t>
            </a:r>
            <a:r>
              <a:rPr kumimoji="1" lang="en-US" altLang="zh-CN" sz="2000" b="1" dirty="0" smtClean="0">
                <a:solidFill>
                  <a:srgbClr val="FF0000"/>
                </a:solidFill>
                <a:latin typeface="+mn-ea"/>
                <a:ea typeface="+mn-ea"/>
                <a:cs typeface="+mn-cs"/>
              </a:rPr>
              <a:t>2</a:t>
            </a:r>
            <a:r>
              <a:rPr kumimoji="1" lang="zh-CN" altLang="en-US" sz="2000" b="1" dirty="0" smtClean="0">
                <a:solidFill>
                  <a:srgbClr val="FF0000"/>
                </a:solidFill>
                <a:latin typeface="+mn-ea"/>
                <a:ea typeface="+mn-ea"/>
                <a:cs typeface="+mn-cs"/>
              </a:rPr>
              <a:t>步：约束条件</a:t>
            </a:r>
            <a:r>
              <a:rPr kumimoji="1" lang="en-US" altLang="zh-CN" sz="2000" b="1" dirty="0" smtClean="0">
                <a:solidFill>
                  <a:srgbClr val="FF0000"/>
                </a:solidFill>
                <a:latin typeface="+mn-ea"/>
                <a:ea typeface="+mn-ea"/>
                <a:cs typeface="+mn-cs"/>
              </a:rPr>
              <a:t>—</a:t>
            </a:r>
            <a:r>
              <a:rPr kumimoji="1" lang="zh-CN" altLang="en-US" sz="2000" b="1" dirty="0" smtClean="0">
                <a:solidFill>
                  <a:srgbClr val="FF0000"/>
                </a:solidFill>
                <a:latin typeface="+mn-ea"/>
                <a:ea typeface="+mn-ea"/>
                <a:cs typeface="+mn-cs"/>
              </a:rPr>
              <a:t>剪枝函数</a:t>
            </a:r>
            <a:endParaRPr kumimoji="1" lang="zh-CN" altLang="en-US" sz="2000" b="1" dirty="0">
              <a:solidFill>
                <a:srgbClr val="FF0000"/>
              </a:solidFill>
              <a:latin typeface="+mn-ea"/>
              <a:ea typeface="+mn-ea"/>
              <a:cs typeface="+mn-cs"/>
            </a:endParaRPr>
          </a:p>
        </p:txBody>
      </p:sp>
      <p:sp>
        <p:nvSpPr>
          <p:cNvPr id="12294" name="Text Box 6"/>
          <p:cNvSpPr txBox="1">
            <a:spLocks noChangeArrowheads="1"/>
          </p:cNvSpPr>
          <p:nvPr/>
        </p:nvSpPr>
        <p:spPr bwMode="auto">
          <a:xfrm>
            <a:off x="285750" y="1503838"/>
            <a:ext cx="6321425" cy="1422954"/>
          </a:xfrm>
          <a:prstGeom prst="rect">
            <a:avLst/>
          </a:prstGeom>
          <a:noFill/>
          <a:ln>
            <a:noFill/>
          </a:ln>
          <a:extLst/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defRPr/>
            </a:pPr>
            <a:r>
              <a:rPr lang="zh-CN" altLang="en-US" sz="2000" b="1" dirty="0">
                <a:solidFill>
                  <a:srgbClr val="0000FF"/>
                </a:solidFill>
                <a:latin typeface="+mn-ea"/>
                <a:ea typeface="+mn-ea"/>
                <a:cs typeface="+mn-cs"/>
              </a:rPr>
              <a:t>不同行：数组</a:t>
            </a:r>
            <a:r>
              <a:rPr lang="en-US" altLang="zh-CN" sz="2000" b="1" dirty="0">
                <a:solidFill>
                  <a:srgbClr val="0000FF"/>
                </a:solidFill>
                <a:latin typeface="+mn-ea"/>
                <a:ea typeface="+mn-ea"/>
                <a:cs typeface="+mn-cs"/>
              </a:rPr>
              <a:t>x</a:t>
            </a:r>
            <a:r>
              <a:rPr lang="zh-CN" altLang="en-US" sz="2000" b="1" dirty="0">
                <a:solidFill>
                  <a:srgbClr val="0000FF"/>
                </a:solidFill>
                <a:latin typeface="+mn-ea"/>
                <a:ea typeface="+mn-ea"/>
                <a:cs typeface="+mn-cs"/>
              </a:rPr>
              <a:t>的下标保证不重复</a:t>
            </a:r>
          </a:p>
          <a:p>
            <a:pPr eaLnBrk="1" hangingPunct="1">
              <a:lnSpc>
                <a:spcPct val="150000"/>
              </a:lnSpc>
              <a:defRPr/>
            </a:pPr>
            <a:r>
              <a:rPr lang="zh-CN" altLang="en-US" sz="2000" b="1" dirty="0">
                <a:solidFill>
                  <a:srgbClr val="0000FF"/>
                </a:solidFill>
                <a:latin typeface="+mn-ea"/>
                <a:ea typeface="+mn-ea"/>
                <a:cs typeface="+mn-cs"/>
              </a:rPr>
              <a:t>不同列：</a:t>
            </a:r>
            <a:r>
              <a:rPr lang="en-US" altLang="zh-CN" sz="2000" b="1" dirty="0">
                <a:solidFill>
                  <a:srgbClr val="0000FF"/>
                </a:solidFill>
                <a:latin typeface="+mn-ea"/>
                <a:ea typeface="+mn-ea"/>
                <a:cs typeface="+mn-cs"/>
              </a:rPr>
              <a:t>x[i</a:t>
            </a:r>
            <a:r>
              <a:rPr lang="en-US" altLang="zh-CN" sz="2000" b="1" dirty="0" smtClean="0">
                <a:solidFill>
                  <a:srgbClr val="0000FF"/>
                </a:solidFill>
                <a:latin typeface="+mn-ea"/>
                <a:ea typeface="+mn-ea"/>
                <a:cs typeface="+mn-cs"/>
              </a:rPr>
              <a:t>]</a:t>
            </a:r>
            <a:r>
              <a:rPr kumimoji="1" lang="en-US" altLang="zh-CN" sz="2000" b="1" dirty="0">
                <a:solidFill>
                  <a:srgbClr val="0000FF"/>
                </a:solidFill>
                <a:latin typeface="+mn-ea"/>
                <a:ea typeface="+mn-ea"/>
                <a:cs typeface="+mn-cs"/>
              </a:rPr>
              <a:t> ≠ </a:t>
            </a:r>
            <a:r>
              <a:rPr lang="en-US" altLang="zh-CN" sz="2000" b="1" dirty="0" smtClean="0">
                <a:solidFill>
                  <a:srgbClr val="0000FF"/>
                </a:solidFill>
                <a:latin typeface="+mn-ea"/>
                <a:ea typeface="+mn-ea"/>
                <a:cs typeface="+mn-cs"/>
              </a:rPr>
              <a:t>x[j] (1</a:t>
            </a:r>
            <a:r>
              <a:rPr lang="zh-CN" altLang="en-US" sz="2000" b="1" dirty="0" smtClean="0">
                <a:solidFill>
                  <a:srgbClr val="0000FF"/>
                </a:solidFill>
                <a:latin typeface="+mn-ea"/>
                <a:ea typeface="+mn-ea"/>
                <a:cs typeface="+mn-cs"/>
              </a:rPr>
              <a:t>≤</a:t>
            </a:r>
            <a:r>
              <a:rPr lang="en-US" altLang="zh-CN" sz="2000" b="1" dirty="0" smtClean="0">
                <a:solidFill>
                  <a:srgbClr val="0000FF"/>
                </a:solidFill>
                <a:latin typeface="+mn-ea"/>
                <a:ea typeface="+mn-ea"/>
                <a:cs typeface="+mn-cs"/>
              </a:rPr>
              <a:t>i,j</a:t>
            </a:r>
            <a:r>
              <a:rPr lang="zh-CN" altLang="en-US" sz="2000" b="1" dirty="0" smtClean="0">
                <a:solidFill>
                  <a:srgbClr val="0000FF"/>
                </a:solidFill>
                <a:latin typeface="+mn-ea"/>
                <a:ea typeface="+mn-ea"/>
                <a:cs typeface="+mn-cs"/>
              </a:rPr>
              <a:t>≤</a:t>
            </a:r>
            <a:r>
              <a:rPr lang="en-US" altLang="zh-CN" sz="2000" b="1" dirty="0" smtClean="0">
                <a:solidFill>
                  <a:srgbClr val="0000FF"/>
                </a:solidFill>
                <a:latin typeface="+mn-ea"/>
                <a:ea typeface="+mn-ea"/>
                <a:cs typeface="+mn-cs"/>
              </a:rPr>
              <a:t>n</a:t>
            </a:r>
            <a:r>
              <a:rPr lang="zh-CN" altLang="en-US" sz="2000" b="1" dirty="0" smtClean="0">
                <a:solidFill>
                  <a:srgbClr val="0000FF"/>
                </a:solidFill>
                <a:latin typeface="+mn-ea"/>
                <a:ea typeface="+mn-ea"/>
                <a:cs typeface="+mn-cs"/>
              </a:rPr>
              <a:t>；</a:t>
            </a:r>
            <a:r>
              <a:rPr lang="en-US" altLang="zh-CN" sz="2000" b="1" dirty="0" smtClean="0">
                <a:solidFill>
                  <a:srgbClr val="0000FF"/>
                </a:solidFill>
                <a:latin typeface="+mn-ea"/>
                <a:ea typeface="+mn-ea"/>
                <a:cs typeface="+mn-cs"/>
              </a:rPr>
              <a:t>i</a:t>
            </a:r>
            <a:r>
              <a:rPr kumimoji="1" lang="en-US" altLang="zh-CN" sz="2000" b="1" dirty="0">
                <a:solidFill>
                  <a:srgbClr val="0000FF"/>
                </a:solidFill>
                <a:latin typeface="+mn-ea"/>
                <a:ea typeface="+mn-ea"/>
                <a:cs typeface="+mn-cs"/>
              </a:rPr>
              <a:t> ≠ </a:t>
            </a:r>
            <a:r>
              <a:rPr lang="en-US" altLang="zh-CN" sz="2000" b="1" dirty="0" smtClean="0">
                <a:solidFill>
                  <a:srgbClr val="0000FF"/>
                </a:solidFill>
                <a:latin typeface="+mn-ea"/>
                <a:ea typeface="+mn-ea"/>
                <a:cs typeface="+mn-cs"/>
              </a:rPr>
              <a:t>j) </a:t>
            </a:r>
            <a:endParaRPr lang="en-US" altLang="zh-CN" sz="2000" b="1" dirty="0">
              <a:solidFill>
                <a:srgbClr val="0000FF"/>
              </a:solidFill>
              <a:latin typeface="+mn-ea"/>
              <a:ea typeface="+mn-ea"/>
              <a:cs typeface="+mn-cs"/>
            </a:endParaRPr>
          </a:p>
          <a:p>
            <a:pPr eaLnBrk="1" hangingPunct="1">
              <a:lnSpc>
                <a:spcPct val="150000"/>
              </a:lnSpc>
              <a:defRPr/>
            </a:pPr>
            <a:r>
              <a:rPr lang="zh-CN" altLang="en-US" sz="2000" b="1" dirty="0">
                <a:solidFill>
                  <a:srgbClr val="0000FF"/>
                </a:solidFill>
                <a:latin typeface="+mn-ea"/>
                <a:ea typeface="+mn-ea"/>
                <a:cs typeface="+mn-cs"/>
              </a:rPr>
              <a:t>不同对角线：</a:t>
            </a:r>
          </a:p>
        </p:txBody>
      </p:sp>
      <p:grpSp>
        <p:nvGrpSpPr>
          <p:cNvPr id="3" name="组合 1"/>
          <p:cNvGrpSpPr>
            <a:grpSpLocks/>
          </p:cNvGrpSpPr>
          <p:nvPr/>
        </p:nvGrpSpPr>
        <p:grpSpPr bwMode="auto">
          <a:xfrm>
            <a:off x="6829425" y="765175"/>
            <a:ext cx="1943100" cy="1885950"/>
            <a:chOff x="6829425" y="1500188"/>
            <a:chExt cx="1943100" cy="1885950"/>
          </a:xfrm>
        </p:grpSpPr>
        <p:pic>
          <p:nvPicPr>
            <p:cNvPr id="79880" name="Picture 8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6829425" y="1500188"/>
              <a:ext cx="1885950" cy="18859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69644" name="Line 9"/>
            <p:cNvSpPr>
              <a:spLocks noChangeShapeType="1"/>
            </p:cNvSpPr>
            <p:nvPr/>
          </p:nvSpPr>
          <p:spPr bwMode="auto">
            <a:xfrm>
              <a:off x="7286625" y="1500188"/>
              <a:ext cx="1371600" cy="137160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/>
          </p:spPr>
          <p:txBody>
            <a:bodyPr/>
            <a:lstStyle/>
            <a:p>
              <a:pPr>
                <a:defRPr/>
              </a:pPr>
              <a:endParaRPr lang="zh-CN" altLang="en-US" sz="2400">
                <a:latin typeface="+mn-ea"/>
                <a:ea typeface="+mn-ea"/>
                <a:cs typeface="+mn-cs"/>
              </a:endParaRPr>
            </a:p>
          </p:txBody>
        </p:sp>
        <p:sp>
          <p:nvSpPr>
            <p:cNvPr id="69645" name="Line 10"/>
            <p:cNvSpPr>
              <a:spLocks noChangeShapeType="1"/>
            </p:cNvSpPr>
            <p:nvPr/>
          </p:nvSpPr>
          <p:spPr bwMode="auto">
            <a:xfrm flipH="1">
              <a:off x="7324725" y="1985963"/>
              <a:ext cx="1447800" cy="1371600"/>
            </a:xfrm>
            <a:prstGeom prst="line">
              <a:avLst/>
            </a:prstGeom>
            <a:noFill/>
            <a:ln w="25400">
              <a:solidFill>
                <a:srgbClr val="009900"/>
              </a:solidFill>
              <a:round/>
              <a:headEnd/>
              <a:tailEnd/>
            </a:ln>
            <a:extLst/>
          </p:spPr>
          <p:txBody>
            <a:bodyPr/>
            <a:lstStyle/>
            <a:p>
              <a:pPr>
                <a:defRPr/>
              </a:pPr>
              <a:endParaRPr lang="zh-CN" altLang="en-US" sz="2400">
                <a:latin typeface="+mn-ea"/>
                <a:ea typeface="+mn-ea"/>
                <a:cs typeface="+mn-cs"/>
              </a:endParaRPr>
            </a:p>
          </p:txBody>
        </p:sp>
      </p:grpSp>
      <p:sp>
        <p:nvSpPr>
          <p:cNvPr id="12299" name="Text Box 11"/>
          <p:cNvSpPr txBox="1">
            <a:spLocks noChangeArrowheads="1"/>
          </p:cNvSpPr>
          <p:nvPr/>
        </p:nvSpPr>
        <p:spPr bwMode="auto">
          <a:xfrm>
            <a:off x="1829902" y="2523774"/>
            <a:ext cx="3665829" cy="400110"/>
          </a:xfrm>
          <a:prstGeom prst="rect">
            <a:avLst/>
          </a:prstGeom>
          <a:noFill/>
          <a:ln>
            <a:noFill/>
          </a:ln>
          <a:extLst/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2000" b="1" dirty="0" smtClean="0">
                <a:solidFill>
                  <a:srgbClr val="0000FF"/>
                </a:solidFill>
                <a:latin typeface="+mn-ea"/>
                <a:ea typeface="+mn-ea"/>
                <a:cs typeface="+mn-cs"/>
              </a:rPr>
              <a:t>abs(x[i]-x[j])</a:t>
            </a:r>
            <a:r>
              <a:rPr kumimoji="1" lang="en-US" altLang="zh-CN" sz="2000" b="1" dirty="0" smtClean="0">
                <a:solidFill>
                  <a:srgbClr val="0000FF"/>
                </a:solidFill>
                <a:latin typeface="+mn-ea"/>
                <a:ea typeface="+mn-ea"/>
                <a:cs typeface="+mn-cs"/>
              </a:rPr>
              <a:t> ≠ </a:t>
            </a:r>
            <a:r>
              <a:rPr lang="en-US" altLang="zh-CN" sz="2000" b="1" dirty="0" smtClean="0">
                <a:solidFill>
                  <a:srgbClr val="0000FF"/>
                </a:solidFill>
                <a:latin typeface="+mn-ea"/>
                <a:ea typeface="+mn-ea"/>
                <a:cs typeface="+mn-cs"/>
              </a:rPr>
              <a:t>abs(i-j)</a:t>
            </a:r>
            <a:endParaRPr lang="en-US" altLang="zh-CN" sz="2000" b="1" dirty="0">
              <a:solidFill>
                <a:srgbClr val="0000FF"/>
              </a:solidFill>
              <a:latin typeface="+mn-ea"/>
              <a:ea typeface="+mn-ea"/>
              <a:cs typeface="+mn-cs"/>
            </a:endParaRPr>
          </a:p>
        </p:txBody>
      </p:sp>
      <p:sp>
        <p:nvSpPr>
          <p:cNvPr id="12302" name="Text Box 14"/>
          <p:cNvSpPr txBox="1">
            <a:spLocks noChangeArrowheads="1"/>
          </p:cNvSpPr>
          <p:nvPr/>
        </p:nvSpPr>
        <p:spPr bwMode="auto">
          <a:xfrm>
            <a:off x="247650" y="2970213"/>
            <a:ext cx="7800975" cy="400110"/>
          </a:xfrm>
          <a:prstGeom prst="rect">
            <a:avLst/>
          </a:prstGeom>
          <a:noFill/>
          <a:ln>
            <a:noFill/>
          </a:ln>
          <a:extLst/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2000" b="1" dirty="0">
                <a:solidFill>
                  <a:srgbClr val="0000FF"/>
                </a:solidFill>
                <a:latin typeface="+mn-ea"/>
                <a:ea typeface="+mn-ea"/>
                <a:cs typeface="+mn-cs"/>
              </a:rPr>
              <a:t>填到</a:t>
            </a:r>
            <a:r>
              <a:rPr lang="zh-CN" altLang="en-US" sz="2000" b="1" dirty="0" smtClean="0">
                <a:solidFill>
                  <a:srgbClr val="0000FF"/>
                </a:solidFill>
                <a:latin typeface="+mn-ea"/>
                <a:ea typeface="+mn-ea"/>
                <a:cs typeface="+mn-cs"/>
              </a:rPr>
              <a:t>第</a:t>
            </a:r>
            <a:r>
              <a:rPr lang="en-US" altLang="zh-CN" sz="2000" b="1" dirty="0" smtClean="0">
                <a:solidFill>
                  <a:srgbClr val="0000FF"/>
                </a:solidFill>
                <a:latin typeface="+mn-ea"/>
                <a:ea typeface="+mn-ea"/>
                <a:cs typeface="+mn-cs"/>
              </a:rPr>
              <a:t>i</a:t>
            </a:r>
            <a:r>
              <a:rPr lang="zh-CN" altLang="en-US" sz="2000" b="1" dirty="0" smtClean="0">
                <a:solidFill>
                  <a:srgbClr val="0000FF"/>
                </a:solidFill>
                <a:latin typeface="+mn-ea"/>
                <a:ea typeface="+mn-ea"/>
                <a:cs typeface="+mn-cs"/>
              </a:rPr>
              <a:t>行</a:t>
            </a:r>
            <a:r>
              <a:rPr lang="zh-CN" altLang="en-US" sz="2000" b="1" dirty="0">
                <a:solidFill>
                  <a:srgbClr val="0000FF"/>
                </a:solidFill>
                <a:latin typeface="+mn-ea"/>
                <a:ea typeface="+mn-ea"/>
                <a:cs typeface="+mn-cs"/>
              </a:rPr>
              <a:t>时</a:t>
            </a:r>
            <a:r>
              <a:rPr lang="zh-CN" altLang="en-US" sz="2000" b="1" dirty="0" smtClean="0">
                <a:solidFill>
                  <a:srgbClr val="0000FF"/>
                </a:solidFill>
                <a:latin typeface="+mn-ea"/>
                <a:ea typeface="+mn-ea"/>
              </a:rPr>
              <a:t>，需要</a:t>
            </a:r>
            <a:r>
              <a:rPr lang="zh-CN" altLang="en-US" sz="2000" b="1" dirty="0" smtClean="0">
                <a:solidFill>
                  <a:srgbClr val="0000FF"/>
                </a:solidFill>
                <a:latin typeface="+mn-ea"/>
                <a:ea typeface="+mn-ea"/>
                <a:cs typeface="+mn-cs"/>
              </a:rPr>
              <a:t>与</a:t>
            </a:r>
            <a:r>
              <a:rPr lang="zh-CN" altLang="en-US" sz="2000" b="1" dirty="0">
                <a:solidFill>
                  <a:srgbClr val="0000FF"/>
                </a:solidFill>
                <a:latin typeface="+mn-ea"/>
                <a:ea typeface="+mn-ea"/>
                <a:cs typeface="+mn-cs"/>
              </a:rPr>
              <a:t>前</a:t>
            </a:r>
            <a:r>
              <a:rPr lang="en-US" altLang="zh-CN" sz="2000" b="1" dirty="0">
                <a:solidFill>
                  <a:srgbClr val="0000FF"/>
                </a:solidFill>
                <a:latin typeface="+mn-ea"/>
                <a:ea typeface="+mn-ea"/>
                <a:cs typeface="+mn-cs"/>
              </a:rPr>
              <a:t>1</a:t>
            </a:r>
            <a:r>
              <a:rPr lang="en-US" altLang="zh-CN" sz="2000" b="1" dirty="0" smtClean="0">
                <a:solidFill>
                  <a:srgbClr val="0000FF"/>
                </a:solidFill>
                <a:latin typeface="+mn-ea"/>
                <a:ea typeface="+mn-ea"/>
                <a:cs typeface="+mn-cs"/>
              </a:rPr>
              <a:t>~(i-1</a:t>
            </a:r>
            <a:r>
              <a:rPr lang="en-US" altLang="zh-CN" sz="2000" b="1" dirty="0">
                <a:solidFill>
                  <a:srgbClr val="0000FF"/>
                </a:solidFill>
                <a:latin typeface="+mn-ea"/>
                <a:ea typeface="+mn-ea"/>
                <a:cs typeface="+mn-cs"/>
              </a:rPr>
              <a:t>)</a:t>
            </a:r>
            <a:r>
              <a:rPr lang="zh-CN" altLang="en-US" sz="2000" b="1" dirty="0">
                <a:solidFill>
                  <a:srgbClr val="0000FF"/>
                </a:solidFill>
                <a:latin typeface="+mn-ea"/>
                <a:ea typeface="+mn-ea"/>
                <a:cs typeface="+mn-cs"/>
              </a:rPr>
              <a:t>行</a:t>
            </a:r>
            <a:r>
              <a:rPr lang="zh-CN" altLang="en-US" sz="2000" b="1" dirty="0" smtClean="0">
                <a:solidFill>
                  <a:srgbClr val="0000FF"/>
                </a:solidFill>
                <a:latin typeface="+mn-ea"/>
                <a:ea typeface="+mn-ea"/>
                <a:cs typeface="+mn-cs"/>
              </a:rPr>
              <a:t>都进行</a:t>
            </a:r>
            <a:r>
              <a:rPr lang="zh-CN" altLang="en-US" sz="2000" b="1" dirty="0">
                <a:solidFill>
                  <a:srgbClr val="0000FF"/>
                </a:solidFill>
                <a:latin typeface="+mn-ea"/>
                <a:ea typeface="+mn-ea"/>
                <a:cs typeface="+mn-cs"/>
              </a:rPr>
              <a:t>比较</a:t>
            </a:r>
          </a:p>
        </p:txBody>
      </p:sp>
      <p:sp>
        <p:nvSpPr>
          <p:cNvPr id="79879" name="Rectangle 3"/>
          <p:cNvSpPr txBox="1">
            <a:spLocks noChangeArrowheads="1"/>
          </p:cNvSpPr>
          <p:nvPr/>
        </p:nvSpPr>
        <p:spPr bwMode="auto">
          <a:xfrm>
            <a:off x="332403" y="3455696"/>
            <a:ext cx="8137525" cy="3132138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 marL="171450" indent="-171450" defTabSz="685800">
              <a:lnSpc>
                <a:spcPct val="80000"/>
              </a:lnSpc>
              <a:spcBef>
                <a:spcPts val="750"/>
              </a:spcBef>
            </a:pPr>
            <a:r>
              <a:rPr lang="en-US" altLang="zh-CN" sz="20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 </a:t>
            </a:r>
            <a:endParaRPr lang="en-US" altLang="zh-CN" sz="2000" b="1" dirty="0" smtClean="0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  <a:p>
            <a:pPr marL="171450" indent="-171450" defTabSz="685800">
              <a:lnSpc>
                <a:spcPct val="80000"/>
              </a:lnSpc>
              <a:spcBef>
                <a:spcPts val="750"/>
              </a:spcBef>
            </a:pPr>
            <a:r>
              <a:rPr lang="en-US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 bool  place(int i)   </a:t>
            </a:r>
            <a:r>
              <a:rPr lang="en-US" altLang="zh-CN" b="1" dirty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//</a:t>
            </a:r>
            <a:r>
              <a:rPr lang="zh-CN" altLang="en-US" b="1" dirty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考察皇</a:t>
            </a:r>
            <a:r>
              <a:rPr lang="zh-CN" altLang="en-US" b="1" dirty="0" smtClean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后</a:t>
            </a:r>
            <a:r>
              <a:rPr lang="en-US" altLang="zh-CN" b="1" dirty="0" smtClean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i</a:t>
            </a:r>
            <a:r>
              <a:rPr lang="zh-CN" altLang="en-US" b="1" dirty="0" smtClean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放</a:t>
            </a:r>
            <a:r>
              <a:rPr lang="zh-CN" altLang="en-US" b="1" dirty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置在</a:t>
            </a:r>
            <a:r>
              <a:rPr lang="en-US" altLang="zh-CN" b="1" dirty="0" smtClean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x[i]</a:t>
            </a:r>
            <a:r>
              <a:rPr lang="zh-CN" altLang="en-US" b="1" dirty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列是否发生冲突</a:t>
            </a:r>
          </a:p>
          <a:p>
            <a:pPr marL="171450" indent="-171450" defTabSz="685800">
              <a:lnSpc>
                <a:spcPct val="80000"/>
              </a:lnSpc>
              <a:spcBef>
                <a:spcPts val="750"/>
              </a:spcBef>
            </a:pPr>
            <a:r>
              <a:rPr lang="zh-CN" altLang="en-US" sz="20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US" altLang="zh-CN" sz="20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{</a:t>
            </a:r>
          </a:p>
          <a:p>
            <a:pPr marL="171450" indent="-171450" defTabSz="685800">
              <a:lnSpc>
                <a:spcPct val="80000"/>
              </a:lnSpc>
              <a:spcBef>
                <a:spcPts val="750"/>
              </a:spcBef>
            </a:pPr>
            <a:r>
              <a:rPr lang="en-US" altLang="zh-CN" sz="20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      </a:t>
            </a:r>
            <a:r>
              <a:rPr lang="en-US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for (int j=1; j&lt;i; j++) </a:t>
            </a:r>
            <a:r>
              <a:rPr lang="en-US" altLang="zh-CN" sz="2000" b="1" dirty="0" smtClean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//j=1</a:t>
            </a:r>
            <a:r>
              <a:rPr lang="zh-CN" altLang="zh-CN" sz="2000" b="1" dirty="0" smtClean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～</a:t>
            </a:r>
            <a:r>
              <a:rPr lang="en-US" altLang="zh-CN" sz="2000" b="1" dirty="0" smtClean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i-1</a:t>
            </a:r>
            <a:r>
              <a:rPr lang="zh-CN" altLang="zh-CN" sz="2000" b="1" dirty="0" smtClean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是已放置了皇后的行</a:t>
            </a:r>
            <a:endParaRPr lang="en-US" altLang="zh-CN" sz="2000" b="1" dirty="0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  <a:p>
            <a:pPr marL="171450" indent="-171450" defTabSz="685800">
              <a:lnSpc>
                <a:spcPct val="80000"/>
              </a:lnSpc>
              <a:spcBef>
                <a:spcPts val="750"/>
              </a:spcBef>
            </a:pPr>
            <a:r>
              <a:rPr lang="en-US" altLang="zh-CN" sz="20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        </a:t>
            </a:r>
            <a:r>
              <a:rPr lang="en-US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if </a:t>
            </a:r>
            <a:r>
              <a:rPr lang="en-US" altLang="zh-CN" sz="20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(</a:t>
            </a:r>
            <a:r>
              <a:rPr lang="en-US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x[i]==x[j] || abs(i-j)==abs(x[i]-x[j])) </a:t>
            </a:r>
            <a:endParaRPr lang="en-US" altLang="zh-CN" sz="2000" b="1" dirty="0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  <a:p>
            <a:pPr marL="171450" indent="-171450" defTabSz="685800">
              <a:lnSpc>
                <a:spcPct val="80000"/>
              </a:lnSpc>
              <a:spcBef>
                <a:spcPts val="750"/>
              </a:spcBef>
            </a:pPr>
            <a:r>
              <a:rPr lang="en-US" altLang="zh-CN" sz="20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        </a:t>
            </a:r>
            <a:r>
              <a:rPr lang="en-US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    </a:t>
            </a:r>
            <a:r>
              <a:rPr lang="en-US" altLang="zh-CN" sz="20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return </a:t>
            </a:r>
            <a:r>
              <a:rPr lang="en-US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false;  </a:t>
            </a:r>
            <a:r>
              <a:rPr lang="en-US" altLang="zh-CN" b="1" dirty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//</a:t>
            </a:r>
            <a:r>
              <a:rPr lang="zh-CN" altLang="en-US" b="1" dirty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冲突返</a:t>
            </a:r>
            <a:r>
              <a:rPr lang="zh-CN" altLang="en-US" b="1" dirty="0" smtClean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回</a:t>
            </a:r>
            <a:r>
              <a:rPr lang="en-US" altLang="zh-CN" b="1" dirty="0" smtClean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false</a:t>
            </a:r>
            <a:endParaRPr lang="en-US" altLang="zh-CN" b="1" dirty="0">
              <a:solidFill>
                <a:srgbClr val="00B0F0"/>
              </a:solidFill>
              <a:latin typeface="Consolas" panose="020B0609020204030204" pitchFamily="49" charset="0"/>
              <a:ea typeface="仿宋" panose="02010609060101010101" pitchFamily="49" charset="-122"/>
              <a:cs typeface="Consolas" panose="020B0609020204030204" pitchFamily="49" charset="0"/>
            </a:endParaRPr>
          </a:p>
          <a:p>
            <a:pPr marL="171450" indent="-171450" defTabSz="685800">
              <a:lnSpc>
                <a:spcPct val="80000"/>
              </a:lnSpc>
              <a:spcBef>
                <a:spcPts val="750"/>
              </a:spcBef>
            </a:pPr>
            <a:r>
              <a:rPr lang="en-US" altLang="zh-CN" sz="20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     </a:t>
            </a:r>
            <a:r>
              <a:rPr lang="en-US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US" altLang="zh-CN" sz="20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return </a:t>
            </a:r>
            <a:r>
              <a:rPr lang="en-US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true;</a:t>
            </a:r>
            <a:endParaRPr lang="en-US" altLang="zh-CN" sz="2000" b="1" dirty="0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  <a:p>
            <a:pPr marL="171450" indent="-171450" defTabSz="685800">
              <a:lnSpc>
                <a:spcPct val="80000"/>
              </a:lnSpc>
              <a:spcBef>
                <a:spcPts val="750"/>
              </a:spcBef>
            </a:pPr>
            <a:r>
              <a:rPr lang="en-US" altLang="zh-CN" sz="20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 }</a:t>
            </a:r>
          </a:p>
          <a:p>
            <a:pPr marL="171450" indent="-171450" defTabSz="685800">
              <a:lnSpc>
                <a:spcPct val="80000"/>
              </a:lnSpc>
              <a:spcBef>
                <a:spcPts val="750"/>
              </a:spcBef>
            </a:pPr>
            <a:endParaRPr lang="en-US" altLang="zh-CN" sz="2000" b="1" dirty="0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 err="1" smtClean="0">
                <a:sym typeface="+mn-ea"/>
              </a:rPr>
              <a:t>求解n皇后问题</a:t>
            </a:r>
            <a:endParaRPr lang="en-US" altLang="zh-CN" dirty="0" smtClean="0">
              <a:sym typeface="+mn-ea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22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122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122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12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12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798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9" grpId="0"/>
      <p:bldP spid="12302" grpId="0"/>
      <p:bldP spid="79879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2"/>
          <p:cNvSpPr txBox="1">
            <a:spLocks noChangeArrowheads="1"/>
          </p:cNvSpPr>
          <p:nvPr/>
        </p:nvSpPr>
        <p:spPr bwMode="auto">
          <a:xfrm>
            <a:off x="344131" y="1337596"/>
            <a:ext cx="8085138" cy="400110"/>
          </a:xfrm>
          <a:prstGeom prst="rect">
            <a:avLst/>
          </a:prstGeom>
          <a:noFill/>
          <a:ln>
            <a:noFill/>
          </a:ln>
          <a:extLst/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r>
              <a:rPr kumimoji="1" lang="zh-CN" altLang="en-US" sz="2000" b="1" dirty="0" smtClean="0">
                <a:solidFill>
                  <a:srgbClr val="FF0000"/>
                </a:solidFill>
                <a:latin typeface="+mn-ea"/>
                <a:ea typeface="+mn-ea"/>
                <a:cs typeface="+mn-cs"/>
              </a:rPr>
              <a:t>第</a:t>
            </a:r>
            <a:r>
              <a:rPr kumimoji="1" lang="en-US" altLang="zh-CN" sz="2000" b="1" dirty="0" smtClean="0">
                <a:solidFill>
                  <a:srgbClr val="FF0000"/>
                </a:solidFill>
                <a:latin typeface="+mn-ea"/>
                <a:ea typeface="+mn-ea"/>
                <a:cs typeface="+mn-cs"/>
              </a:rPr>
              <a:t>3</a:t>
            </a:r>
            <a:r>
              <a:rPr kumimoji="1" lang="zh-CN" altLang="en-US" sz="2000" b="1" dirty="0" smtClean="0">
                <a:solidFill>
                  <a:srgbClr val="FF0000"/>
                </a:solidFill>
                <a:latin typeface="+mn-ea"/>
                <a:ea typeface="+mn-ea"/>
                <a:cs typeface="+mn-cs"/>
              </a:rPr>
              <a:t>步：解空间树（解空间树</a:t>
            </a:r>
            <a:r>
              <a:rPr kumimoji="1" lang="en-US" altLang="zh-CN" sz="2000" b="1" dirty="0" smtClean="0">
                <a:solidFill>
                  <a:srgbClr val="FF0000"/>
                </a:solidFill>
                <a:latin typeface="+mn-ea"/>
                <a:ea typeface="+mn-ea"/>
                <a:cs typeface="+mn-cs"/>
              </a:rPr>
              <a:t>)——</a:t>
            </a:r>
            <a:r>
              <a:rPr kumimoji="1" lang="zh-CN" altLang="en-US" sz="2000" b="1" dirty="0" smtClean="0">
                <a:solidFill>
                  <a:srgbClr val="FF0000"/>
                </a:solidFill>
                <a:latin typeface="+mn-ea"/>
                <a:ea typeface="+mn-ea"/>
                <a:cs typeface="+mn-cs"/>
              </a:rPr>
              <a:t>排列树</a:t>
            </a:r>
            <a:endParaRPr kumimoji="1" lang="zh-CN" altLang="en-US" sz="2000" b="1" dirty="0">
              <a:solidFill>
                <a:srgbClr val="FF0000"/>
              </a:solidFill>
              <a:latin typeface="+mn-ea"/>
              <a:ea typeface="+mn-ea"/>
              <a:cs typeface="+mn-cs"/>
            </a:endParaRPr>
          </a:p>
        </p:txBody>
      </p:sp>
      <p:sp>
        <p:nvSpPr>
          <p:cNvPr id="5" name="Text Box 13"/>
          <p:cNvSpPr txBox="1">
            <a:spLocks noChangeArrowheads="1"/>
          </p:cNvSpPr>
          <p:nvPr/>
        </p:nvSpPr>
        <p:spPr bwMode="auto">
          <a:xfrm>
            <a:off x="447739" y="1840219"/>
            <a:ext cx="7920038" cy="961289"/>
          </a:xfrm>
          <a:prstGeom prst="rect">
            <a:avLst/>
          </a:prstGeom>
          <a:noFill/>
          <a:ln>
            <a:noFill/>
          </a:ln>
          <a:extLst/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defRPr/>
            </a:pPr>
            <a:r>
              <a:rPr lang="zh-CN" altLang="en-US" sz="2000" b="1" dirty="0" smtClean="0">
                <a:solidFill>
                  <a:srgbClr val="0000FF"/>
                </a:solidFill>
                <a:latin typeface="+mn-ea"/>
                <a:ea typeface="+mn-ea"/>
                <a:cs typeface="+mn-cs"/>
              </a:rPr>
              <a:t>      将</a:t>
            </a:r>
            <a:r>
              <a:rPr lang="zh-CN" altLang="en-US" sz="2000" b="1" dirty="0">
                <a:solidFill>
                  <a:srgbClr val="0000FF"/>
                </a:solidFill>
                <a:latin typeface="+mn-ea"/>
                <a:ea typeface="+mn-ea"/>
                <a:cs typeface="+mn-cs"/>
              </a:rPr>
              <a:t>搜索过程中的每个状态用树的形式表示出来</a:t>
            </a:r>
            <a:r>
              <a:rPr lang="zh-CN" altLang="en-US" sz="2000" b="1" dirty="0" smtClean="0">
                <a:solidFill>
                  <a:srgbClr val="0000FF"/>
                </a:solidFill>
                <a:latin typeface="+mn-ea"/>
                <a:ea typeface="+mn-ea"/>
                <a:cs typeface="+mn-cs"/>
              </a:rPr>
              <a:t>！画</a:t>
            </a:r>
            <a:r>
              <a:rPr lang="zh-CN" altLang="en-US" sz="2000" b="1" dirty="0">
                <a:solidFill>
                  <a:srgbClr val="0000FF"/>
                </a:solidFill>
                <a:latin typeface="+mn-ea"/>
                <a:ea typeface="+mn-ea"/>
                <a:cs typeface="+mn-cs"/>
              </a:rPr>
              <a:t>出状态树对书写程序有很大帮助！</a:t>
            </a:r>
          </a:p>
        </p:txBody>
      </p:sp>
      <p:sp>
        <p:nvSpPr>
          <p:cNvPr id="7" name="矩形 6"/>
          <p:cNvSpPr/>
          <p:nvPr/>
        </p:nvSpPr>
        <p:spPr>
          <a:xfrm>
            <a:off x="522418" y="2823211"/>
            <a:ext cx="7968439" cy="24006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zh-CN" altLang="en-US" sz="2000" b="1" dirty="0" smtClean="0">
                <a:solidFill>
                  <a:srgbClr val="FF0000"/>
                </a:solidFill>
              </a:rPr>
              <a:t>解空间</a:t>
            </a:r>
          </a:p>
          <a:p>
            <a:pPr lvl="0">
              <a:lnSpc>
                <a:spcPct val="150000"/>
              </a:lnSpc>
              <a:spcBef>
                <a:spcPct val="0"/>
              </a:spcBef>
              <a:defRPr/>
            </a:pPr>
            <a:r>
              <a:rPr lang="zh-CN" altLang="en-US" sz="2000" b="1" dirty="0" smtClean="0">
                <a:solidFill>
                  <a:srgbClr val="0000FF"/>
                </a:solidFill>
              </a:rPr>
              <a:t>      令 </a:t>
            </a:r>
            <a:r>
              <a:rPr lang="en-US" altLang="zh-CN" sz="2000" b="1" dirty="0" smtClean="0">
                <a:solidFill>
                  <a:srgbClr val="0000FF"/>
                </a:solidFill>
              </a:rPr>
              <a:t>x</a:t>
            </a:r>
            <a:r>
              <a:rPr lang="en-US" altLang="zh-CN" sz="2000" b="1" baseline="-25000" dirty="0" smtClean="0">
                <a:solidFill>
                  <a:srgbClr val="0000FF"/>
                </a:solidFill>
              </a:rPr>
              <a:t>i</a:t>
            </a:r>
            <a:r>
              <a:rPr lang="en-US" altLang="zh-CN" sz="2000" b="1" dirty="0" smtClean="0">
                <a:solidFill>
                  <a:srgbClr val="0000FF"/>
                </a:solidFill>
              </a:rPr>
              <a:t> </a:t>
            </a:r>
            <a:r>
              <a:rPr lang="zh-CN" altLang="en-US" sz="2000" b="1" dirty="0" smtClean="0">
                <a:solidFill>
                  <a:srgbClr val="0000FF"/>
                </a:solidFill>
              </a:rPr>
              <a:t>表示第 </a:t>
            </a:r>
            <a:r>
              <a:rPr lang="en-US" altLang="zh-CN" sz="2000" b="1" dirty="0" smtClean="0">
                <a:solidFill>
                  <a:srgbClr val="0000FF"/>
                </a:solidFill>
              </a:rPr>
              <a:t>i </a:t>
            </a:r>
            <a:r>
              <a:rPr lang="zh-CN" altLang="en-US" sz="2000" b="1" dirty="0" smtClean="0">
                <a:solidFill>
                  <a:srgbClr val="0000FF"/>
                </a:solidFill>
              </a:rPr>
              <a:t>个皇后的列位置</a:t>
            </a:r>
            <a:r>
              <a:rPr lang="en-US" altLang="zh-CN" sz="2000" b="1" dirty="0" smtClean="0">
                <a:solidFill>
                  <a:srgbClr val="0000FF"/>
                </a:solidFill>
              </a:rPr>
              <a:t>, </a:t>
            </a:r>
            <a:r>
              <a:rPr lang="zh-CN" altLang="en-US" sz="2000" b="1" dirty="0" smtClean="0">
                <a:solidFill>
                  <a:srgbClr val="0000FF"/>
                </a:solidFill>
              </a:rPr>
              <a:t>问题的解空间是 </a:t>
            </a:r>
            <a:r>
              <a:rPr lang="en-US" altLang="zh-CN" sz="2000" b="1" dirty="0" smtClean="0">
                <a:solidFill>
                  <a:srgbClr val="0000FF"/>
                </a:solidFill>
              </a:rPr>
              <a:t>(x</a:t>
            </a:r>
            <a:r>
              <a:rPr lang="en-US" altLang="zh-CN" sz="2000" b="1" baseline="-25000" dirty="0" smtClean="0">
                <a:solidFill>
                  <a:srgbClr val="0000FF"/>
                </a:solidFill>
              </a:rPr>
              <a:t>1</a:t>
            </a:r>
            <a:r>
              <a:rPr lang="en-US" altLang="zh-CN" sz="2000" b="1" dirty="0" smtClean="0">
                <a:solidFill>
                  <a:srgbClr val="0000FF"/>
                </a:solidFill>
              </a:rPr>
              <a:t>,x</a:t>
            </a:r>
            <a:r>
              <a:rPr lang="en-US" altLang="zh-CN" sz="2000" b="1" baseline="-25000" dirty="0" smtClean="0">
                <a:solidFill>
                  <a:srgbClr val="0000FF"/>
                </a:solidFill>
              </a:rPr>
              <a:t>2</a:t>
            </a:r>
            <a:r>
              <a:rPr lang="en-US" altLang="zh-CN" sz="2000" b="1" dirty="0" smtClean="0">
                <a:solidFill>
                  <a:srgbClr val="0000FF"/>
                </a:solidFill>
              </a:rPr>
              <a:t>,…,x</a:t>
            </a:r>
            <a:r>
              <a:rPr lang="en-US" altLang="zh-CN" sz="2000" b="1" baseline="-25000" dirty="0" smtClean="0">
                <a:solidFill>
                  <a:srgbClr val="0000FF"/>
                </a:solidFill>
              </a:rPr>
              <a:t>n</a:t>
            </a:r>
            <a:r>
              <a:rPr lang="en-US" altLang="zh-CN" sz="2000" b="1" dirty="0" smtClean="0">
                <a:solidFill>
                  <a:srgbClr val="0000FF"/>
                </a:solidFill>
              </a:rPr>
              <a:t>), </a:t>
            </a:r>
            <a:r>
              <a:rPr lang="zh-CN" altLang="en-US" sz="2000" b="1" dirty="0" smtClean="0">
                <a:solidFill>
                  <a:srgbClr val="0000FF"/>
                </a:solidFill>
              </a:rPr>
              <a:t>既然没有两个皇后可以被放在同一行</a:t>
            </a:r>
            <a:r>
              <a:rPr lang="en-US" altLang="zh-CN" sz="2000" b="1" dirty="0" smtClean="0">
                <a:solidFill>
                  <a:srgbClr val="0000FF"/>
                </a:solidFill>
              </a:rPr>
              <a:t>, </a:t>
            </a:r>
            <a:r>
              <a:rPr lang="zh-CN" altLang="en-US" sz="2000" b="1" dirty="0" smtClean="0">
                <a:solidFill>
                  <a:srgbClr val="0000FF"/>
                </a:solidFill>
              </a:rPr>
              <a:t>则解空间的大小为 </a:t>
            </a:r>
            <a:r>
              <a:rPr lang="en-US" altLang="zh-CN" sz="2000" b="1" dirty="0" smtClean="0">
                <a:solidFill>
                  <a:srgbClr val="0000FF"/>
                </a:solidFill>
              </a:rPr>
              <a:t>n</a:t>
            </a:r>
            <a:r>
              <a:rPr lang="en-US" altLang="zh-CN" sz="2000" b="1" baseline="30000" dirty="0" smtClean="0">
                <a:solidFill>
                  <a:srgbClr val="0000FF"/>
                </a:solidFill>
              </a:rPr>
              <a:t>n</a:t>
            </a:r>
            <a:r>
              <a:rPr lang="zh-CN" altLang="en-US" sz="2000" b="1" dirty="0" smtClean="0">
                <a:solidFill>
                  <a:srgbClr val="0000FF"/>
                </a:solidFill>
              </a:rPr>
              <a:t>。</a:t>
            </a:r>
            <a:endParaRPr lang="en-US" altLang="zh-CN" sz="2000" b="1" dirty="0" smtClean="0">
              <a:solidFill>
                <a:srgbClr val="0000FF"/>
              </a:solidFill>
            </a:endParaRPr>
          </a:p>
          <a:p>
            <a:pPr lvl="0">
              <a:lnSpc>
                <a:spcPct val="150000"/>
              </a:lnSpc>
              <a:spcBef>
                <a:spcPct val="0"/>
              </a:spcBef>
              <a:defRPr/>
            </a:pPr>
            <a:r>
              <a:rPr lang="en-US" altLang="zh-CN" sz="2000" b="1" dirty="0" smtClean="0">
                <a:solidFill>
                  <a:srgbClr val="0000FF"/>
                </a:solidFill>
              </a:rPr>
              <a:t>       </a:t>
            </a:r>
            <a:r>
              <a:rPr lang="zh-CN" altLang="en-US" sz="2000" b="1" dirty="0" smtClean="0">
                <a:solidFill>
                  <a:srgbClr val="0000FF"/>
                </a:solidFill>
              </a:rPr>
              <a:t>解空间可以被组织成一个子集树。若每个皇后被限制在不同行</a:t>
            </a:r>
            <a:r>
              <a:rPr lang="en-US" altLang="zh-CN" sz="2000" b="1" dirty="0" smtClean="0">
                <a:solidFill>
                  <a:srgbClr val="0000FF"/>
                </a:solidFill>
              </a:rPr>
              <a:t>, </a:t>
            </a:r>
            <a:r>
              <a:rPr lang="zh-CN" altLang="en-US" sz="2000" b="1" dirty="0" smtClean="0">
                <a:solidFill>
                  <a:srgbClr val="0000FF"/>
                </a:solidFill>
              </a:rPr>
              <a:t>解空间大小可以从 </a:t>
            </a:r>
            <a:r>
              <a:rPr lang="en-US" altLang="zh-CN" sz="2000" b="1" dirty="0" smtClean="0">
                <a:solidFill>
                  <a:srgbClr val="0000FF"/>
                </a:solidFill>
              </a:rPr>
              <a:t>n</a:t>
            </a:r>
            <a:r>
              <a:rPr lang="en-US" altLang="zh-CN" sz="2000" b="1" baseline="30000" dirty="0" smtClean="0">
                <a:solidFill>
                  <a:srgbClr val="0000FF"/>
                </a:solidFill>
              </a:rPr>
              <a:t>n</a:t>
            </a:r>
            <a:r>
              <a:rPr lang="en-US" altLang="zh-CN" sz="2000" b="1" dirty="0" smtClean="0">
                <a:solidFill>
                  <a:srgbClr val="0000FF"/>
                </a:solidFill>
              </a:rPr>
              <a:t> </a:t>
            </a:r>
            <a:r>
              <a:rPr lang="zh-CN" altLang="en-US" sz="2000" b="1" dirty="0" smtClean="0">
                <a:solidFill>
                  <a:srgbClr val="0000FF"/>
                </a:solidFill>
              </a:rPr>
              <a:t>减少到</a:t>
            </a:r>
            <a:r>
              <a:rPr lang="en-US" altLang="zh-CN" sz="2000" b="1" dirty="0" smtClean="0">
                <a:solidFill>
                  <a:srgbClr val="0000FF"/>
                </a:solidFill>
              </a:rPr>
              <a:t>n!</a:t>
            </a:r>
            <a:r>
              <a:rPr lang="zh-CN" altLang="en-US" sz="2000" b="1" dirty="0" smtClean="0">
                <a:solidFill>
                  <a:srgbClr val="0000FF"/>
                </a:solidFill>
              </a:rPr>
              <a:t>，解空间可以被组织成一棵排列树。</a:t>
            </a:r>
            <a:endParaRPr lang="zh-CN" altLang="en-US" sz="2000" b="1" dirty="0">
              <a:solidFill>
                <a:srgbClr val="0000FF"/>
              </a:solidFill>
            </a:endParaRPr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 err="1" smtClean="0">
                <a:sym typeface="+mn-ea"/>
              </a:rPr>
              <a:t>求解n皇后问题</a:t>
            </a:r>
            <a:endParaRPr lang="en-US" altLang="zh-CN" dirty="0" smtClean="0">
              <a:sym typeface="+mn-ea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21"/>
          <p:cNvGrpSpPr>
            <a:grpSpLocks/>
          </p:cNvGrpSpPr>
          <p:nvPr/>
        </p:nvGrpSpPr>
        <p:grpSpPr bwMode="auto">
          <a:xfrm>
            <a:off x="277197" y="2244595"/>
            <a:ext cx="8640763" cy="3913188"/>
            <a:chOff x="204" y="1434"/>
            <a:chExt cx="4710" cy="2057"/>
          </a:xfrm>
        </p:grpSpPr>
        <p:sp>
          <p:nvSpPr>
            <p:cNvPr id="86020" name="Text Box 5"/>
            <p:cNvSpPr txBox="1">
              <a:spLocks noChangeArrowheads="1"/>
            </p:cNvSpPr>
            <p:nvPr/>
          </p:nvSpPr>
          <p:spPr bwMode="auto">
            <a:xfrm>
              <a:off x="211" y="1444"/>
              <a:ext cx="666" cy="705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just" eaLnBrk="0" hangingPunct="0"/>
              <a:endParaRPr lang="zh-CN" altLang="zh-CN" sz="2000" b="1">
                <a:solidFill>
                  <a:schemeClr val="tx1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86021" name="Line 6"/>
            <p:cNvSpPr>
              <a:spLocks noChangeShapeType="1"/>
            </p:cNvSpPr>
            <p:nvPr/>
          </p:nvSpPr>
          <p:spPr bwMode="auto">
            <a:xfrm>
              <a:off x="211" y="1794"/>
              <a:ext cx="661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022" name="Line 7"/>
            <p:cNvSpPr>
              <a:spLocks noChangeShapeType="1"/>
            </p:cNvSpPr>
            <p:nvPr/>
          </p:nvSpPr>
          <p:spPr bwMode="auto">
            <a:xfrm>
              <a:off x="542" y="1446"/>
              <a:ext cx="0" cy="69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023" name="Line 8"/>
            <p:cNvSpPr>
              <a:spLocks noChangeShapeType="1"/>
            </p:cNvSpPr>
            <p:nvPr/>
          </p:nvSpPr>
          <p:spPr bwMode="auto">
            <a:xfrm>
              <a:off x="373" y="1446"/>
              <a:ext cx="0" cy="69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024" name="Line 9"/>
            <p:cNvSpPr>
              <a:spLocks noChangeShapeType="1"/>
            </p:cNvSpPr>
            <p:nvPr/>
          </p:nvSpPr>
          <p:spPr bwMode="auto">
            <a:xfrm>
              <a:off x="703" y="1446"/>
              <a:ext cx="0" cy="69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025" name="Line 10"/>
            <p:cNvSpPr>
              <a:spLocks noChangeShapeType="1"/>
            </p:cNvSpPr>
            <p:nvPr/>
          </p:nvSpPr>
          <p:spPr bwMode="auto">
            <a:xfrm>
              <a:off x="211" y="1624"/>
              <a:ext cx="661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026" name="Line 11"/>
            <p:cNvSpPr>
              <a:spLocks noChangeShapeType="1"/>
            </p:cNvSpPr>
            <p:nvPr/>
          </p:nvSpPr>
          <p:spPr bwMode="auto">
            <a:xfrm>
              <a:off x="211" y="1973"/>
              <a:ext cx="661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027" name="Text Box 12"/>
            <p:cNvSpPr txBox="1">
              <a:spLocks noChangeArrowheads="1"/>
            </p:cNvSpPr>
            <p:nvPr/>
          </p:nvSpPr>
          <p:spPr bwMode="auto">
            <a:xfrm>
              <a:off x="233" y="1451"/>
              <a:ext cx="125" cy="15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just" eaLnBrk="0" hangingPunct="0">
                <a:lnSpc>
                  <a:spcPct val="80000"/>
                </a:lnSpc>
              </a:pPr>
              <a:r>
                <a:rPr lang="en-US" altLang="zh-CN" sz="20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Q</a:t>
              </a:r>
            </a:p>
          </p:txBody>
        </p:sp>
        <p:sp>
          <p:nvSpPr>
            <p:cNvPr id="86028" name="Text Box 14"/>
            <p:cNvSpPr txBox="1">
              <a:spLocks noChangeArrowheads="1"/>
            </p:cNvSpPr>
            <p:nvPr/>
          </p:nvSpPr>
          <p:spPr bwMode="auto">
            <a:xfrm>
              <a:off x="1239" y="1451"/>
              <a:ext cx="666" cy="705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just" eaLnBrk="0" hangingPunct="0"/>
              <a:endParaRPr lang="zh-CN" altLang="zh-CN" sz="2000" b="1">
                <a:solidFill>
                  <a:schemeClr val="tx1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86029" name="Line 15"/>
            <p:cNvSpPr>
              <a:spLocks noChangeShapeType="1"/>
            </p:cNvSpPr>
            <p:nvPr/>
          </p:nvSpPr>
          <p:spPr bwMode="auto">
            <a:xfrm>
              <a:off x="1239" y="1801"/>
              <a:ext cx="661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030" name="Line 16"/>
            <p:cNvSpPr>
              <a:spLocks noChangeShapeType="1"/>
            </p:cNvSpPr>
            <p:nvPr/>
          </p:nvSpPr>
          <p:spPr bwMode="auto">
            <a:xfrm>
              <a:off x="1569" y="1453"/>
              <a:ext cx="0" cy="69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031" name="Line 17"/>
            <p:cNvSpPr>
              <a:spLocks noChangeShapeType="1"/>
            </p:cNvSpPr>
            <p:nvPr/>
          </p:nvSpPr>
          <p:spPr bwMode="auto">
            <a:xfrm>
              <a:off x="1400" y="1453"/>
              <a:ext cx="0" cy="69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032" name="Line 18"/>
            <p:cNvSpPr>
              <a:spLocks noChangeShapeType="1"/>
            </p:cNvSpPr>
            <p:nvPr/>
          </p:nvSpPr>
          <p:spPr bwMode="auto">
            <a:xfrm>
              <a:off x="1731" y="1453"/>
              <a:ext cx="0" cy="69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033" name="Line 19"/>
            <p:cNvSpPr>
              <a:spLocks noChangeShapeType="1"/>
            </p:cNvSpPr>
            <p:nvPr/>
          </p:nvSpPr>
          <p:spPr bwMode="auto">
            <a:xfrm>
              <a:off x="1239" y="1631"/>
              <a:ext cx="661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034" name="Line 20"/>
            <p:cNvSpPr>
              <a:spLocks noChangeShapeType="1"/>
            </p:cNvSpPr>
            <p:nvPr/>
          </p:nvSpPr>
          <p:spPr bwMode="auto">
            <a:xfrm>
              <a:off x="1239" y="1980"/>
              <a:ext cx="661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035" name="Text Box 21"/>
            <p:cNvSpPr txBox="1">
              <a:spLocks noChangeArrowheads="1"/>
            </p:cNvSpPr>
            <p:nvPr/>
          </p:nvSpPr>
          <p:spPr bwMode="auto">
            <a:xfrm>
              <a:off x="1261" y="1458"/>
              <a:ext cx="125" cy="15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just" eaLnBrk="0" hangingPunct="0">
                <a:lnSpc>
                  <a:spcPct val="80000"/>
                </a:lnSpc>
              </a:pPr>
              <a:r>
                <a:rPr lang="en-US" altLang="zh-CN" sz="20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Q</a:t>
              </a:r>
            </a:p>
          </p:txBody>
        </p:sp>
        <p:sp>
          <p:nvSpPr>
            <p:cNvPr id="86036" name="Text Box 22"/>
            <p:cNvSpPr txBox="1">
              <a:spLocks noChangeArrowheads="1"/>
            </p:cNvSpPr>
            <p:nvPr/>
          </p:nvSpPr>
          <p:spPr bwMode="auto">
            <a:xfrm>
              <a:off x="1254" y="1642"/>
              <a:ext cx="124" cy="15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just" eaLnBrk="0" hangingPunct="0">
                <a:lnSpc>
                  <a:spcPct val="80000"/>
                </a:lnSpc>
              </a:pPr>
              <a:r>
                <a:rPr lang="en-US" altLang="zh-CN" sz="20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×</a:t>
              </a:r>
            </a:p>
          </p:txBody>
        </p:sp>
        <p:sp>
          <p:nvSpPr>
            <p:cNvPr id="86037" name="Text Box 23"/>
            <p:cNvSpPr txBox="1">
              <a:spLocks noChangeArrowheads="1"/>
            </p:cNvSpPr>
            <p:nvPr/>
          </p:nvSpPr>
          <p:spPr bwMode="auto">
            <a:xfrm>
              <a:off x="1415" y="1640"/>
              <a:ext cx="125" cy="15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just" eaLnBrk="0" hangingPunct="0">
                <a:lnSpc>
                  <a:spcPct val="80000"/>
                </a:lnSpc>
              </a:pPr>
              <a:r>
                <a:rPr lang="en-US" altLang="zh-CN" sz="20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×</a:t>
              </a:r>
            </a:p>
          </p:txBody>
        </p:sp>
        <p:sp>
          <p:nvSpPr>
            <p:cNvPr id="86038" name="Text Box 24"/>
            <p:cNvSpPr txBox="1">
              <a:spLocks noChangeArrowheads="1"/>
            </p:cNvSpPr>
            <p:nvPr/>
          </p:nvSpPr>
          <p:spPr bwMode="auto">
            <a:xfrm>
              <a:off x="1591" y="1638"/>
              <a:ext cx="125" cy="15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just" eaLnBrk="0" hangingPunct="0">
                <a:lnSpc>
                  <a:spcPct val="80000"/>
                </a:lnSpc>
              </a:pPr>
              <a:r>
                <a:rPr lang="en-US" altLang="zh-CN" sz="20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Q</a:t>
              </a:r>
            </a:p>
          </p:txBody>
        </p:sp>
        <p:sp>
          <p:nvSpPr>
            <p:cNvPr id="86039" name="Text Box 25"/>
            <p:cNvSpPr txBox="1">
              <a:spLocks noChangeArrowheads="1"/>
            </p:cNvSpPr>
            <p:nvPr/>
          </p:nvSpPr>
          <p:spPr bwMode="auto">
            <a:xfrm>
              <a:off x="2237" y="1458"/>
              <a:ext cx="666" cy="705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just" eaLnBrk="0" hangingPunct="0"/>
              <a:endParaRPr lang="zh-CN" altLang="zh-CN" sz="2000" b="1">
                <a:solidFill>
                  <a:schemeClr val="tx1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86040" name="Line 26"/>
            <p:cNvSpPr>
              <a:spLocks noChangeShapeType="1"/>
            </p:cNvSpPr>
            <p:nvPr/>
          </p:nvSpPr>
          <p:spPr bwMode="auto">
            <a:xfrm>
              <a:off x="2237" y="1808"/>
              <a:ext cx="661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041" name="Line 27"/>
            <p:cNvSpPr>
              <a:spLocks noChangeShapeType="1"/>
            </p:cNvSpPr>
            <p:nvPr/>
          </p:nvSpPr>
          <p:spPr bwMode="auto">
            <a:xfrm>
              <a:off x="2568" y="1460"/>
              <a:ext cx="0" cy="69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042" name="Line 28"/>
            <p:cNvSpPr>
              <a:spLocks noChangeShapeType="1"/>
            </p:cNvSpPr>
            <p:nvPr/>
          </p:nvSpPr>
          <p:spPr bwMode="auto">
            <a:xfrm>
              <a:off x="2399" y="1460"/>
              <a:ext cx="0" cy="69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043" name="Line 29"/>
            <p:cNvSpPr>
              <a:spLocks noChangeShapeType="1"/>
            </p:cNvSpPr>
            <p:nvPr/>
          </p:nvSpPr>
          <p:spPr bwMode="auto">
            <a:xfrm>
              <a:off x="2729" y="1460"/>
              <a:ext cx="0" cy="69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044" name="Line 30"/>
            <p:cNvSpPr>
              <a:spLocks noChangeShapeType="1"/>
            </p:cNvSpPr>
            <p:nvPr/>
          </p:nvSpPr>
          <p:spPr bwMode="auto">
            <a:xfrm>
              <a:off x="2237" y="1638"/>
              <a:ext cx="661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045" name="Line 31"/>
            <p:cNvSpPr>
              <a:spLocks noChangeShapeType="1"/>
            </p:cNvSpPr>
            <p:nvPr/>
          </p:nvSpPr>
          <p:spPr bwMode="auto">
            <a:xfrm>
              <a:off x="2237" y="1987"/>
              <a:ext cx="661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046" name="Text Box 32"/>
            <p:cNvSpPr txBox="1">
              <a:spLocks noChangeArrowheads="1"/>
            </p:cNvSpPr>
            <p:nvPr/>
          </p:nvSpPr>
          <p:spPr bwMode="auto">
            <a:xfrm>
              <a:off x="2259" y="1465"/>
              <a:ext cx="125" cy="15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just" eaLnBrk="0" hangingPunct="0">
                <a:lnSpc>
                  <a:spcPct val="80000"/>
                </a:lnSpc>
              </a:pPr>
              <a:r>
                <a:rPr lang="en-US" altLang="zh-CN" sz="20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Q</a:t>
              </a:r>
            </a:p>
          </p:txBody>
        </p:sp>
        <p:sp>
          <p:nvSpPr>
            <p:cNvPr id="86047" name="Text Box 33"/>
            <p:cNvSpPr txBox="1">
              <a:spLocks noChangeArrowheads="1"/>
            </p:cNvSpPr>
            <p:nvPr/>
          </p:nvSpPr>
          <p:spPr bwMode="auto">
            <a:xfrm>
              <a:off x="2413" y="1647"/>
              <a:ext cx="125" cy="15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just" eaLnBrk="0" hangingPunct="0">
                <a:lnSpc>
                  <a:spcPct val="80000"/>
                </a:lnSpc>
              </a:pPr>
              <a:r>
                <a:rPr lang="en-US" altLang="zh-CN" sz="20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×</a:t>
              </a:r>
            </a:p>
          </p:txBody>
        </p:sp>
        <p:sp>
          <p:nvSpPr>
            <p:cNvPr id="86048" name="Text Box 34"/>
            <p:cNvSpPr txBox="1">
              <a:spLocks noChangeArrowheads="1"/>
            </p:cNvSpPr>
            <p:nvPr/>
          </p:nvSpPr>
          <p:spPr bwMode="auto">
            <a:xfrm>
              <a:off x="2590" y="1645"/>
              <a:ext cx="124" cy="15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just" eaLnBrk="0" hangingPunct="0">
                <a:lnSpc>
                  <a:spcPct val="80000"/>
                </a:lnSpc>
              </a:pPr>
              <a:r>
                <a:rPr lang="en-US" altLang="zh-CN" sz="20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Q</a:t>
              </a:r>
            </a:p>
          </p:txBody>
        </p:sp>
        <p:sp>
          <p:nvSpPr>
            <p:cNvPr id="86049" name="Text Box 35"/>
            <p:cNvSpPr txBox="1">
              <a:spLocks noChangeArrowheads="1"/>
            </p:cNvSpPr>
            <p:nvPr/>
          </p:nvSpPr>
          <p:spPr bwMode="auto">
            <a:xfrm>
              <a:off x="2252" y="1642"/>
              <a:ext cx="125" cy="15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just" eaLnBrk="0" hangingPunct="0">
                <a:lnSpc>
                  <a:spcPct val="80000"/>
                </a:lnSpc>
              </a:pPr>
              <a:r>
                <a:rPr lang="en-US" altLang="zh-CN" sz="20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×</a:t>
              </a:r>
            </a:p>
          </p:txBody>
        </p:sp>
        <p:sp>
          <p:nvSpPr>
            <p:cNvPr id="86050" name="Text Box 36"/>
            <p:cNvSpPr txBox="1">
              <a:spLocks noChangeArrowheads="1"/>
            </p:cNvSpPr>
            <p:nvPr/>
          </p:nvSpPr>
          <p:spPr bwMode="auto">
            <a:xfrm>
              <a:off x="2582" y="1815"/>
              <a:ext cx="125" cy="15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just" eaLnBrk="0" hangingPunct="0">
                <a:lnSpc>
                  <a:spcPct val="80000"/>
                </a:lnSpc>
              </a:pPr>
              <a:r>
                <a:rPr lang="en-US" altLang="zh-CN" sz="20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×</a:t>
              </a:r>
            </a:p>
          </p:txBody>
        </p:sp>
        <p:sp>
          <p:nvSpPr>
            <p:cNvPr id="86051" name="Text Box 37"/>
            <p:cNvSpPr txBox="1">
              <a:spLocks noChangeArrowheads="1"/>
            </p:cNvSpPr>
            <p:nvPr/>
          </p:nvSpPr>
          <p:spPr bwMode="auto">
            <a:xfrm>
              <a:off x="2252" y="1815"/>
              <a:ext cx="125" cy="15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just" eaLnBrk="0" hangingPunct="0">
                <a:lnSpc>
                  <a:spcPct val="80000"/>
                </a:lnSpc>
              </a:pPr>
              <a:r>
                <a:rPr lang="en-US" altLang="zh-CN" sz="20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×</a:t>
              </a:r>
            </a:p>
          </p:txBody>
        </p:sp>
        <p:sp>
          <p:nvSpPr>
            <p:cNvPr id="86052" name="Text Box 38"/>
            <p:cNvSpPr txBox="1">
              <a:spLocks noChangeArrowheads="1"/>
            </p:cNvSpPr>
            <p:nvPr/>
          </p:nvSpPr>
          <p:spPr bwMode="auto">
            <a:xfrm>
              <a:off x="2421" y="1815"/>
              <a:ext cx="125" cy="15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just" eaLnBrk="0" hangingPunct="0">
                <a:lnSpc>
                  <a:spcPct val="80000"/>
                </a:lnSpc>
              </a:pPr>
              <a:r>
                <a:rPr lang="en-US" altLang="zh-CN" sz="20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×</a:t>
              </a:r>
            </a:p>
          </p:txBody>
        </p:sp>
        <p:sp>
          <p:nvSpPr>
            <p:cNvPr id="86053" name="Text Box 39"/>
            <p:cNvSpPr txBox="1">
              <a:spLocks noChangeArrowheads="1"/>
            </p:cNvSpPr>
            <p:nvPr/>
          </p:nvSpPr>
          <p:spPr bwMode="auto">
            <a:xfrm>
              <a:off x="2744" y="1815"/>
              <a:ext cx="125" cy="15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just" eaLnBrk="0" hangingPunct="0">
                <a:lnSpc>
                  <a:spcPct val="80000"/>
                </a:lnSpc>
              </a:pPr>
              <a:r>
                <a:rPr lang="en-US" altLang="zh-CN" sz="20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×</a:t>
              </a:r>
            </a:p>
          </p:txBody>
        </p:sp>
        <p:sp>
          <p:nvSpPr>
            <p:cNvPr id="86054" name="Text Box 40"/>
            <p:cNvSpPr txBox="1">
              <a:spLocks noChangeArrowheads="1"/>
            </p:cNvSpPr>
            <p:nvPr/>
          </p:nvSpPr>
          <p:spPr bwMode="auto">
            <a:xfrm>
              <a:off x="3243" y="1442"/>
              <a:ext cx="666" cy="704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just" eaLnBrk="0" hangingPunct="0"/>
              <a:endParaRPr lang="zh-CN" altLang="zh-CN" sz="2000" b="1">
                <a:solidFill>
                  <a:schemeClr val="tx1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86055" name="Line 41"/>
            <p:cNvSpPr>
              <a:spLocks noChangeShapeType="1"/>
            </p:cNvSpPr>
            <p:nvPr/>
          </p:nvSpPr>
          <p:spPr bwMode="auto">
            <a:xfrm>
              <a:off x="3243" y="1791"/>
              <a:ext cx="661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056" name="Line 42"/>
            <p:cNvSpPr>
              <a:spLocks noChangeShapeType="1"/>
            </p:cNvSpPr>
            <p:nvPr/>
          </p:nvSpPr>
          <p:spPr bwMode="auto">
            <a:xfrm>
              <a:off x="3573" y="1444"/>
              <a:ext cx="0" cy="69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057" name="Line 43"/>
            <p:cNvSpPr>
              <a:spLocks noChangeShapeType="1"/>
            </p:cNvSpPr>
            <p:nvPr/>
          </p:nvSpPr>
          <p:spPr bwMode="auto">
            <a:xfrm>
              <a:off x="3404" y="1444"/>
              <a:ext cx="0" cy="69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058" name="Line 44"/>
            <p:cNvSpPr>
              <a:spLocks noChangeShapeType="1"/>
            </p:cNvSpPr>
            <p:nvPr/>
          </p:nvSpPr>
          <p:spPr bwMode="auto">
            <a:xfrm>
              <a:off x="3735" y="1444"/>
              <a:ext cx="0" cy="69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059" name="Line 45"/>
            <p:cNvSpPr>
              <a:spLocks noChangeShapeType="1"/>
            </p:cNvSpPr>
            <p:nvPr/>
          </p:nvSpPr>
          <p:spPr bwMode="auto">
            <a:xfrm>
              <a:off x="3243" y="1621"/>
              <a:ext cx="661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060" name="Line 46"/>
            <p:cNvSpPr>
              <a:spLocks noChangeShapeType="1"/>
            </p:cNvSpPr>
            <p:nvPr/>
          </p:nvSpPr>
          <p:spPr bwMode="auto">
            <a:xfrm>
              <a:off x="3243" y="1971"/>
              <a:ext cx="661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061" name="Text Box 47"/>
            <p:cNvSpPr txBox="1">
              <a:spLocks noChangeArrowheads="1"/>
            </p:cNvSpPr>
            <p:nvPr/>
          </p:nvSpPr>
          <p:spPr bwMode="auto">
            <a:xfrm>
              <a:off x="3265" y="1449"/>
              <a:ext cx="125" cy="15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just" eaLnBrk="0" hangingPunct="0">
                <a:lnSpc>
                  <a:spcPct val="80000"/>
                </a:lnSpc>
              </a:pPr>
              <a:r>
                <a:rPr lang="en-US" altLang="zh-CN" sz="20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Q</a:t>
              </a:r>
            </a:p>
          </p:txBody>
        </p:sp>
        <p:sp>
          <p:nvSpPr>
            <p:cNvPr id="86062" name="Text Box 48"/>
            <p:cNvSpPr txBox="1">
              <a:spLocks noChangeArrowheads="1"/>
            </p:cNvSpPr>
            <p:nvPr/>
          </p:nvSpPr>
          <p:spPr bwMode="auto">
            <a:xfrm>
              <a:off x="3757" y="1628"/>
              <a:ext cx="125" cy="15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just" eaLnBrk="0" hangingPunct="0">
                <a:lnSpc>
                  <a:spcPct val="80000"/>
                </a:lnSpc>
              </a:pPr>
              <a:r>
                <a:rPr lang="en-US" altLang="zh-CN" sz="20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Q</a:t>
              </a:r>
            </a:p>
          </p:txBody>
        </p:sp>
        <p:sp>
          <p:nvSpPr>
            <p:cNvPr id="86063" name="Text Box 49"/>
            <p:cNvSpPr txBox="1">
              <a:spLocks noChangeArrowheads="1"/>
            </p:cNvSpPr>
            <p:nvPr/>
          </p:nvSpPr>
          <p:spPr bwMode="auto">
            <a:xfrm>
              <a:off x="204" y="2488"/>
              <a:ext cx="666" cy="705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just" eaLnBrk="0" hangingPunct="0"/>
              <a:endParaRPr lang="zh-CN" altLang="zh-CN" sz="2000" b="1">
                <a:solidFill>
                  <a:schemeClr val="tx1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86064" name="Line 50"/>
            <p:cNvSpPr>
              <a:spLocks noChangeShapeType="1"/>
            </p:cNvSpPr>
            <p:nvPr/>
          </p:nvSpPr>
          <p:spPr bwMode="auto">
            <a:xfrm>
              <a:off x="204" y="2838"/>
              <a:ext cx="661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065" name="Line 51"/>
            <p:cNvSpPr>
              <a:spLocks noChangeShapeType="1"/>
            </p:cNvSpPr>
            <p:nvPr/>
          </p:nvSpPr>
          <p:spPr bwMode="auto">
            <a:xfrm>
              <a:off x="534" y="2490"/>
              <a:ext cx="0" cy="69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066" name="Line 52"/>
            <p:cNvSpPr>
              <a:spLocks noChangeShapeType="1"/>
            </p:cNvSpPr>
            <p:nvPr/>
          </p:nvSpPr>
          <p:spPr bwMode="auto">
            <a:xfrm>
              <a:off x="365" y="2490"/>
              <a:ext cx="0" cy="69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067" name="Line 53"/>
            <p:cNvSpPr>
              <a:spLocks noChangeShapeType="1"/>
            </p:cNvSpPr>
            <p:nvPr/>
          </p:nvSpPr>
          <p:spPr bwMode="auto">
            <a:xfrm>
              <a:off x="696" y="2490"/>
              <a:ext cx="0" cy="69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068" name="Line 54"/>
            <p:cNvSpPr>
              <a:spLocks noChangeShapeType="1"/>
            </p:cNvSpPr>
            <p:nvPr/>
          </p:nvSpPr>
          <p:spPr bwMode="auto">
            <a:xfrm>
              <a:off x="204" y="2667"/>
              <a:ext cx="661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069" name="Line 55"/>
            <p:cNvSpPr>
              <a:spLocks noChangeShapeType="1"/>
            </p:cNvSpPr>
            <p:nvPr/>
          </p:nvSpPr>
          <p:spPr bwMode="auto">
            <a:xfrm>
              <a:off x="204" y="3017"/>
              <a:ext cx="661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070" name="Text Box 56"/>
            <p:cNvSpPr txBox="1">
              <a:spLocks noChangeArrowheads="1"/>
            </p:cNvSpPr>
            <p:nvPr/>
          </p:nvSpPr>
          <p:spPr bwMode="auto">
            <a:xfrm>
              <a:off x="226" y="2495"/>
              <a:ext cx="125" cy="15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just" eaLnBrk="0" hangingPunct="0">
                <a:lnSpc>
                  <a:spcPct val="80000"/>
                </a:lnSpc>
              </a:pPr>
              <a:r>
                <a:rPr lang="en-US" altLang="zh-CN" sz="20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Q</a:t>
              </a:r>
            </a:p>
          </p:txBody>
        </p:sp>
        <p:sp>
          <p:nvSpPr>
            <p:cNvPr id="86071" name="Text Box 57"/>
            <p:cNvSpPr txBox="1">
              <a:spLocks noChangeArrowheads="1"/>
            </p:cNvSpPr>
            <p:nvPr/>
          </p:nvSpPr>
          <p:spPr bwMode="auto">
            <a:xfrm>
              <a:off x="718" y="2674"/>
              <a:ext cx="125" cy="15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just" eaLnBrk="0" hangingPunct="0">
                <a:lnSpc>
                  <a:spcPct val="80000"/>
                </a:lnSpc>
              </a:pPr>
              <a:r>
                <a:rPr lang="en-US" altLang="zh-CN" sz="20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Q</a:t>
              </a:r>
            </a:p>
          </p:txBody>
        </p:sp>
        <p:sp>
          <p:nvSpPr>
            <p:cNvPr id="86072" name="Text Box 58"/>
            <p:cNvSpPr txBox="1">
              <a:spLocks noChangeArrowheads="1"/>
            </p:cNvSpPr>
            <p:nvPr/>
          </p:nvSpPr>
          <p:spPr bwMode="auto">
            <a:xfrm>
              <a:off x="219" y="2842"/>
              <a:ext cx="124" cy="15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just" eaLnBrk="0" hangingPunct="0">
                <a:lnSpc>
                  <a:spcPct val="80000"/>
                </a:lnSpc>
              </a:pPr>
              <a:r>
                <a:rPr lang="en-US" altLang="zh-CN" sz="20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×</a:t>
              </a:r>
            </a:p>
          </p:txBody>
        </p:sp>
        <p:sp>
          <p:nvSpPr>
            <p:cNvPr id="86073" name="Text Box 59"/>
            <p:cNvSpPr txBox="1">
              <a:spLocks noChangeArrowheads="1"/>
            </p:cNvSpPr>
            <p:nvPr/>
          </p:nvSpPr>
          <p:spPr bwMode="auto">
            <a:xfrm>
              <a:off x="388" y="2846"/>
              <a:ext cx="124" cy="15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just" eaLnBrk="0" hangingPunct="0">
                <a:lnSpc>
                  <a:spcPct val="80000"/>
                </a:lnSpc>
              </a:pPr>
              <a:r>
                <a:rPr lang="en-US" altLang="zh-CN" sz="20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Q</a:t>
              </a:r>
            </a:p>
          </p:txBody>
        </p:sp>
        <p:sp>
          <p:nvSpPr>
            <p:cNvPr id="86074" name="Text Box 60"/>
            <p:cNvSpPr txBox="1">
              <a:spLocks noChangeArrowheads="1"/>
            </p:cNvSpPr>
            <p:nvPr/>
          </p:nvSpPr>
          <p:spPr bwMode="auto">
            <a:xfrm>
              <a:off x="211" y="3022"/>
              <a:ext cx="125" cy="15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just" eaLnBrk="0" hangingPunct="0">
                <a:lnSpc>
                  <a:spcPct val="80000"/>
                </a:lnSpc>
              </a:pPr>
              <a:r>
                <a:rPr lang="en-US" altLang="zh-CN" sz="20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×</a:t>
              </a:r>
            </a:p>
          </p:txBody>
        </p:sp>
        <p:sp>
          <p:nvSpPr>
            <p:cNvPr id="86075" name="Text Box 61"/>
            <p:cNvSpPr txBox="1">
              <a:spLocks noChangeArrowheads="1"/>
            </p:cNvSpPr>
            <p:nvPr/>
          </p:nvSpPr>
          <p:spPr bwMode="auto">
            <a:xfrm>
              <a:off x="388" y="3029"/>
              <a:ext cx="124" cy="15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just" eaLnBrk="0" hangingPunct="0">
                <a:lnSpc>
                  <a:spcPct val="80000"/>
                </a:lnSpc>
              </a:pPr>
              <a:r>
                <a:rPr lang="en-US" altLang="zh-CN" sz="20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×</a:t>
              </a:r>
            </a:p>
          </p:txBody>
        </p:sp>
        <p:sp>
          <p:nvSpPr>
            <p:cNvPr id="86076" name="Text Box 62"/>
            <p:cNvSpPr txBox="1">
              <a:spLocks noChangeArrowheads="1"/>
            </p:cNvSpPr>
            <p:nvPr/>
          </p:nvSpPr>
          <p:spPr bwMode="auto">
            <a:xfrm>
              <a:off x="549" y="3029"/>
              <a:ext cx="125" cy="15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just" eaLnBrk="0" hangingPunct="0">
                <a:lnSpc>
                  <a:spcPct val="80000"/>
                </a:lnSpc>
              </a:pPr>
              <a:r>
                <a:rPr lang="en-US" altLang="zh-CN" sz="20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×</a:t>
              </a:r>
            </a:p>
          </p:txBody>
        </p:sp>
        <p:sp>
          <p:nvSpPr>
            <p:cNvPr id="86077" name="Text Box 63"/>
            <p:cNvSpPr txBox="1">
              <a:spLocks noChangeArrowheads="1"/>
            </p:cNvSpPr>
            <p:nvPr/>
          </p:nvSpPr>
          <p:spPr bwMode="auto">
            <a:xfrm>
              <a:off x="718" y="3029"/>
              <a:ext cx="125" cy="15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just" eaLnBrk="0" hangingPunct="0">
                <a:lnSpc>
                  <a:spcPct val="80000"/>
                </a:lnSpc>
              </a:pPr>
              <a:r>
                <a:rPr lang="en-US" altLang="zh-CN" sz="20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×</a:t>
              </a:r>
            </a:p>
          </p:txBody>
        </p:sp>
        <p:sp>
          <p:nvSpPr>
            <p:cNvPr id="86078" name="Text Box 64"/>
            <p:cNvSpPr txBox="1">
              <a:spLocks noChangeArrowheads="1"/>
            </p:cNvSpPr>
            <p:nvPr/>
          </p:nvSpPr>
          <p:spPr bwMode="auto">
            <a:xfrm>
              <a:off x="1239" y="2488"/>
              <a:ext cx="666" cy="705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just" eaLnBrk="0" hangingPunct="0"/>
              <a:endParaRPr lang="zh-CN" altLang="zh-CN" sz="2000" b="1">
                <a:solidFill>
                  <a:schemeClr val="tx1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86079" name="Line 65"/>
            <p:cNvSpPr>
              <a:spLocks noChangeShapeType="1"/>
            </p:cNvSpPr>
            <p:nvPr/>
          </p:nvSpPr>
          <p:spPr bwMode="auto">
            <a:xfrm>
              <a:off x="1239" y="2838"/>
              <a:ext cx="661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080" name="Line 66"/>
            <p:cNvSpPr>
              <a:spLocks noChangeShapeType="1"/>
            </p:cNvSpPr>
            <p:nvPr/>
          </p:nvSpPr>
          <p:spPr bwMode="auto">
            <a:xfrm>
              <a:off x="1569" y="2490"/>
              <a:ext cx="0" cy="69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081" name="Line 67"/>
            <p:cNvSpPr>
              <a:spLocks noChangeShapeType="1"/>
            </p:cNvSpPr>
            <p:nvPr/>
          </p:nvSpPr>
          <p:spPr bwMode="auto">
            <a:xfrm>
              <a:off x="1400" y="2490"/>
              <a:ext cx="0" cy="69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082" name="Line 68"/>
            <p:cNvSpPr>
              <a:spLocks noChangeShapeType="1"/>
            </p:cNvSpPr>
            <p:nvPr/>
          </p:nvSpPr>
          <p:spPr bwMode="auto">
            <a:xfrm>
              <a:off x="1731" y="2490"/>
              <a:ext cx="0" cy="69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083" name="Line 69"/>
            <p:cNvSpPr>
              <a:spLocks noChangeShapeType="1"/>
            </p:cNvSpPr>
            <p:nvPr/>
          </p:nvSpPr>
          <p:spPr bwMode="auto">
            <a:xfrm>
              <a:off x="1239" y="2667"/>
              <a:ext cx="661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084" name="Line 70"/>
            <p:cNvSpPr>
              <a:spLocks noChangeShapeType="1"/>
            </p:cNvSpPr>
            <p:nvPr/>
          </p:nvSpPr>
          <p:spPr bwMode="auto">
            <a:xfrm>
              <a:off x="1239" y="3017"/>
              <a:ext cx="661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085" name="Text Box 71"/>
            <p:cNvSpPr txBox="1">
              <a:spLocks noChangeArrowheads="1"/>
            </p:cNvSpPr>
            <p:nvPr/>
          </p:nvSpPr>
          <p:spPr bwMode="auto">
            <a:xfrm>
              <a:off x="1423" y="2495"/>
              <a:ext cx="124" cy="15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just" eaLnBrk="0" hangingPunct="0">
                <a:lnSpc>
                  <a:spcPct val="80000"/>
                </a:lnSpc>
              </a:pPr>
              <a:r>
                <a:rPr lang="en-US" altLang="zh-CN" sz="20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Q</a:t>
              </a:r>
            </a:p>
          </p:txBody>
        </p:sp>
        <p:sp>
          <p:nvSpPr>
            <p:cNvPr id="86086" name="Text Box 72"/>
            <p:cNvSpPr txBox="1">
              <a:spLocks noChangeArrowheads="1"/>
            </p:cNvSpPr>
            <p:nvPr/>
          </p:nvSpPr>
          <p:spPr bwMode="auto">
            <a:xfrm>
              <a:off x="2237" y="2490"/>
              <a:ext cx="666" cy="705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just" eaLnBrk="0" hangingPunct="0"/>
              <a:endParaRPr lang="zh-CN" altLang="zh-CN" sz="2000" b="1">
                <a:solidFill>
                  <a:schemeClr val="tx1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86087" name="Line 73"/>
            <p:cNvSpPr>
              <a:spLocks noChangeShapeType="1"/>
            </p:cNvSpPr>
            <p:nvPr/>
          </p:nvSpPr>
          <p:spPr bwMode="auto">
            <a:xfrm>
              <a:off x="2237" y="2840"/>
              <a:ext cx="661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088" name="Line 74"/>
            <p:cNvSpPr>
              <a:spLocks noChangeShapeType="1"/>
            </p:cNvSpPr>
            <p:nvPr/>
          </p:nvSpPr>
          <p:spPr bwMode="auto">
            <a:xfrm>
              <a:off x="2568" y="2493"/>
              <a:ext cx="0" cy="69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089" name="Line 75"/>
            <p:cNvSpPr>
              <a:spLocks noChangeShapeType="1"/>
            </p:cNvSpPr>
            <p:nvPr/>
          </p:nvSpPr>
          <p:spPr bwMode="auto">
            <a:xfrm>
              <a:off x="2399" y="2493"/>
              <a:ext cx="0" cy="69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090" name="Line 76"/>
            <p:cNvSpPr>
              <a:spLocks noChangeShapeType="1"/>
            </p:cNvSpPr>
            <p:nvPr/>
          </p:nvSpPr>
          <p:spPr bwMode="auto">
            <a:xfrm>
              <a:off x="2729" y="2493"/>
              <a:ext cx="0" cy="69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091" name="Line 77"/>
            <p:cNvSpPr>
              <a:spLocks noChangeShapeType="1"/>
            </p:cNvSpPr>
            <p:nvPr/>
          </p:nvSpPr>
          <p:spPr bwMode="auto">
            <a:xfrm>
              <a:off x="2237" y="2670"/>
              <a:ext cx="661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092" name="Line 78"/>
            <p:cNvSpPr>
              <a:spLocks noChangeShapeType="1"/>
            </p:cNvSpPr>
            <p:nvPr/>
          </p:nvSpPr>
          <p:spPr bwMode="auto">
            <a:xfrm>
              <a:off x="2237" y="3019"/>
              <a:ext cx="661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093" name="Text Box 79"/>
            <p:cNvSpPr txBox="1">
              <a:spLocks noChangeArrowheads="1"/>
            </p:cNvSpPr>
            <p:nvPr/>
          </p:nvSpPr>
          <p:spPr bwMode="auto">
            <a:xfrm>
              <a:off x="2421" y="2497"/>
              <a:ext cx="125" cy="15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just" eaLnBrk="0" hangingPunct="0">
                <a:lnSpc>
                  <a:spcPct val="80000"/>
                </a:lnSpc>
              </a:pPr>
              <a:r>
                <a:rPr lang="en-US" altLang="zh-CN" sz="20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Q</a:t>
              </a:r>
            </a:p>
          </p:txBody>
        </p:sp>
        <p:sp>
          <p:nvSpPr>
            <p:cNvPr id="86094" name="Text Box 80"/>
            <p:cNvSpPr txBox="1">
              <a:spLocks noChangeArrowheads="1"/>
            </p:cNvSpPr>
            <p:nvPr/>
          </p:nvSpPr>
          <p:spPr bwMode="auto">
            <a:xfrm>
              <a:off x="2245" y="2672"/>
              <a:ext cx="124" cy="15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just" eaLnBrk="0" hangingPunct="0">
                <a:lnSpc>
                  <a:spcPct val="80000"/>
                </a:lnSpc>
              </a:pPr>
              <a:r>
                <a:rPr lang="en-US" altLang="zh-CN" sz="20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×</a:t>
              </a:r>
            </a:p>
          </p:txBody>
        </p:sp>
        <p:sp>
          <p:nvSpPr>
            <p:cNvPr id="86095" name="Text Box 81"/>
            <p:cNvSpPr txBox="1">
              <a:spLocks noChangeArrowheads="1"/>
            </p:cNvSpPr>
            <p:nvPr/>
          </p:nvSpPr>
          <p:spPr bwMode="auto">
            <a:xfrm>
              <a:off x="2413" y="2672"/>
              <a:ext cx="125" cy="15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just" eaLnBrk="0" hangingPunct="0">
                <a:lnSpc>
                  <a:spcPct val="80000"/>
                </a:lnSpc>
              </a:pPr>
              <a:r>
                <a:rPr lang="en-US" altLang="zh-CN" sz="20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×</a:t>
              </a:r>
            </a:p>
          </p:txBody>
        </p:sp>
        <p:sp>
          <p:nvSpPr>
            <p:cNvPr id="86096" name="Text Box 82"/>
            <p:cNvSpPr txBox="1">
              <a:spLocks noChangeArrowheads="1"/>
            </p:cNvSpPr>
            <p:nvPr/>
          </p:nvSpPr>
          <p:spPr bwMode="auto">
            <a:xfrm>
              <a:off x="2582" y="2672"/>
              <a:ext cx="125" cy="15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just" eaLnBrk="0" hangingPunct="0">
                <a:lnSpc>
                  <a:spcPct val="80000"/>
                </a:lnSpc>
              </a:pPr>
              <a:r>
                <a:rPr lang="en-US" altLang="zh-CN" sz="20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×</a:t>
              </a:r>
            </a:p>
          </p:txBody>
        </p:sp>
        <p:sp>
          <p:nvSpPr>
            <p:cNvPr id="86097" name="Text Box 83"/>
            <p:cNvSpPr txBox="1">
              <a:spLocks noChangeArrowheads="1"/>
            </p:cNvSpPr>
            <p:nvPr/>
          </p:nvSpPr>
          <p:spPr bwMode="auto">
            <a:xfrm>
              <a:off x="2751" y="2667"/>
              <a:ext cx="125" cy="15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just" eaLnBrk="0" hangingPunct="0">
                <a:lnSpc>
                  <a:spcPct val="80000"/>
                </a:lnSpc>
              </a:pPr>
              <a:r>
                <a:rPr lang="en-US" altLang="zh-CN" sz="20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Q</a:t>
              </a:r>
            </a:p>
          </p:txBody>
        </p:sp>
        <p:sp>
          <p:nvSpPr>
            <p:cNvPr id="86098" name="Text Box 84"/>
            <p:cNvSpPr txBox="1">
              <a:spLocks noChangeArrowheads="1"/>
            </p:cNvSpPr>
            <p:nvPr/>
          </p:nvSpPr>
          <p:spPr bwMode="auto">
            <a:xfrm>
              <a:off x="3250" y="2490"/>
              <a:ext cx="666" cy="705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just" eaLnBrk="0" hangingPunct="0"/>
              <a:endParaRPr lang="zh-CN" altLang="zh-CN" sz="2000" b="1">
                <a:solidFill>
                  <a:schemeClr val="tx1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86099" name="Line 85"/>
            <p:cNvSpPr>
              <a:spLocks noChangeShapeType="1"/>
            </p:cNvSpPr>
            <p:nvPr/>
          </p:nvSpPr>
          <p:spPr bwMode="auto">
            <a:xfrm>
              <a:off x="3250" y="2840"/>
              <a:ext cx="661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100" name="Line 86"/>
            <p:cNvSpPr>
              <a:spLocks noChangeShapeType="1"/>
            </p:cNvSpPr>
            <p:nvPr/>
          </p:nvSpPr>
          <p:spPr bwMode="auto">
            <a:xfrm>
              <a:off x="3581" y="2493"/>
              <a:ext cx="0" cy="69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101" name="Line 87"/>
            <p:cNvSpPr>
              <a:spLocks noChangeShapeType="1"/>
            </p:cNvSpPr>
            <p:nvPr/>
          </p:nvSpPr>
          <p:spPr bwMode="auto">
            <a:xfrm>
              <a:off x="3412" y="2493"/>
              <a:ext cx="0" cy="69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102" name="Line 88"/>
            <p:cNvSpPr>
              <a:spLocks noChangeShapeType="1"/>
            </p:cNvSpPr>
            <p:nvPr/>
          </p:nvSpPr>
          <p:spPr bwMode="auto">
            <a:xfrm>
              <a:off x="3742" y="2493"/>
              <a:ext cx="0" cy="69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103" name="Line 89"/>
            <p:cNvSpPr>
              <a:spLocks noChangeShapeType="1"/>
            </p:cNvSpPr>
            <p:nvPr/>
          </p:nvSpPr>
          <p:spPr bwMode="auto">
            <a:xfrm>
              <a:off x="3250" y="2670"/>
              <a:ext cx="661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104" name="Line 90"/>
            <p:cNvSpPr>
              <a:spLocks noChangeShapeType="1"/>
            </p:cNvSpPr>
            <p:nvPr/>
          </p:nvSpPr>
          <p:spPr bwMode="auto">
            <a:xfrm>
              <a:off x="3250" y="3019"/>
              <a:ext cx="661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105" name="Text Box 91"/>
            <p:cNvSpPr txBox="1">
              <a:spLocks noChangeArrowheads="1"/>
            </p:cNvSpPr>
            <p:nvPr/>
          </p:nvSpPr>
          <p:spPr bwMode="auto">
            <a:xfrm>
              <a:off x="3434" y="2497"/>
              <a:ext cx="125" cy="15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just" eaLnBrk="0" hangingPunct="0">
                <a:lnSpc>
                  <a:spcPct val="80000"/>
                </a:lnSpc>
              </a:pPr>
              <a:r>
                <a:rPr lang="en-US" altLang="zh-CN" sz="20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Q</a:t>
              </a:r>
            </a:p>
          </p:txBody>
        </p:sp>
        <p:sp>
          <p:nvSpPr>
            <p:cNvPr id="86106" name="Text Box 92"/>
            <p:cNvSpPr txBox="1">
              <a:spLocks noChangeArrowheads="1"/>
            </p:cNvSpPr>
            <p:nvPr/>
          </p:nvSpPr>
          <p:spPr bwMode="auto">
            <a:xfrm>
              <a:off x="3764" y="2677"/>
              <a:ext cx="125" cy="15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just" eaLnBrk="0" hangingPunct="0">
                <a:lnSpc>
                  <a:spcPct val="80000"/>
                </a:lnSpc>
              </a:pPr>
              <a:r>
                <a:rPr lang="en-US" altLang="zh-CN" sz="20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Q</a:t>
              </a:r>
            </a:p>
          </p:txBody>
        </p:sp>
        <p:sp>
          <p:nvSpPr>
            <p:cNvPr id="86107" name="Text Box 93"/>
            <p:cNvSpPr txBox="1">
              <a:spLocks noChangeArrowheads="1"/>
            </p:cNvSpPr>
            <p:nvPr/>
          </p:nvSpPr>
          <p:spPr bwMode="auto">
            <a:xfrm>
              <a:off x="3272" y="2856"/>
              <a:ext cx="125" cy="15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just" eaLnBrk="0" hangingPunct="0">
                <a:lnSpc>
                  <a:spcPct val="80000"/>
                </a:lnSpc>
              </a:pPr>
              <a:r>
                <a:rPr lang="en-US" altLang="zh-CN" sz="20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Q</a:t>
              </a:r>
            </a:p>
          </p:txBody>
        </p:sp>
        <p:sp>
          <p:nvSpPr>
            <p:cNvPr id="86108" name="Text Box 94"/>
            <p:cNvSpPr txBox="1">
              <a:spLocks noChangeArrowheads="1"/>
            </p:cNvSpPr>
            <p:nvPr/>
          </p:nvSpPr>
          <p:spPr bwMode="auto">
            <a:xfrm>
              <a:off x="4249" y="2497"/>
              <a:ext cx="665" cy="705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just" eaLnBrk="0" hangingPunct="0"/>
              <a:endParaRPr lang="zh-CN" altLang="zh-CN" sz="2000" b="1">
                <a:solidFill>
                  <a:schemeClr val="tx1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86109" name="Line 95"/>
            <p:cNvSpPr>
              <a:spLocks noChangeShapeType="1"/>
            </p:cNvSpPr>
            <p:nvPr/>
          </p:nvSpPr>
          <p:spPr bwMode="auto">
            <a:xfrm>
              <a:off x="4249" y="2847"/>
              <a:ext cx="66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110" name="Line 96"/>
            <p:cNvSpPr>
              <a:spLocks noChangeShapeType="1"/>
            </p:cNvSpPr>
            <p:nvPr/>
          </p:nvSpPr>
          <p:spPr bwMode="auto">
            <a:xfrm>
              <a:off x="4579" y="2500"/>
              <a:ext cx="0" cy="69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111" name="Line 97"/>
            <p:cNvSpPr>
              <a:spLocks noChangeShapeType="1"/>
            </p:cNvSpPr>
            <p:nvPr/>
          </p:nvSpPr>
          <p:spPr bwMode="auto">
            <a:xfrm>
              <a:off x="4410" y="2500"/>
              <a:ext cx="0" cy="69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112" name="Line 98"/>
            <p:cNvSpPr>
              <a:spLocks noChangeShapeType="1"/>
            </p:cNvSpPr>
            <p:nvPr/>
          </p:nvSpPr>
          <p:spPr bwMode="auto">
            <a:xfrm>
              <a:off x="4740" y="2500"/>
              <a:ext cx="0" cy="69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113" name="Line 99"/>
            <p:cNvSpPr>
              <a:spLocks noChangeShapeType="1"/>
            </p:cNvSpPr>
            <p:nvPr/>
          </p:nvSpPr>
          <p:spPr bwMode="auto">
            <a:xfrm>
              <a:off x="4249" y="2677"/>
              <a:ext cx="66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114" name="Line 100"/>
            <p:cNvSpPr>
              <a:spLocks noChangeShapeType="1"/>
            </p:cNvSpPr>
            <p:nvPr/>
          </p:nvSpPr>
          <p:spPr bwMode="auto">
            <a:xfrm>
              <a:off x="4249" y="3026"/>
              <a:ext cx="66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115" name="Text Box 101"/>
            <p:cNvSpPr txBox="1">
              <a:spLocks noChangeArrowheads="1"/>
            </p:cNvSpPr>
            <p:nvPr/>
          </p:nvSpPr>
          <p:spPr bwMode="auto">
            <a:xfrm>
              <a:off x="4432" y="2504"/>
              <a:ext cx="125" cy="15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just" eaLnBrk="0" hangingPunct="0">
                <a:lnSpc>
                  <a:spcPct val="80000"/>
                </a:lnSpc>
              </a:pPr>
              <a:r>
                <a:rPr lang="en-US" altLang="zh-CN" sz="20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Q</a:t>
              </a:r>
            </a:p>
          </p:txBody>
        </p:sp>
        <p:sp>
          <p:nvSpPr>
            <p:cNvPr id="86116" name="Text Box 102"/>
            <p:cNvSpPr txBox="1">
              <a:spLocks noChangeArrowheads="1"/>
            </p:cNvSpPr>
            <p:nvPr/>
          </p:nvSpPr>
          <p:spPr bwMode="auto">
            <a:xfrm>
              <a:off x="4762" y="2684"/>
              <a:ext cx="125" cy="15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just" eaLnBrk="0" hangingPunct="0">
                <a:lnSpc>
                  <a:spcPct val="80000"/>
                </a:lnSpc>
              </a:pPr>
              <a:r>
                <a:rPr lang="en-US" altLang="zh-CN" sz="20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Q</a:t>
              </a:r>
            </a:p>
          </p:txBody>
        </p:sp>
        <p:sp>
          <p:nvSpPr>
            <p:cNvPr id="86117" name="Text Box 103"/>
            <p:cNvSpPr txBox="1">
              <a:spLocks noChangeArrowheads="1"/>
            </p:cNvSpPr>
            <p:nvPr/>
          </p:nvSpPr>
          <p:spPr bwMode="auto">
            <a:xfrm>
              <a:off x="4271" y="2863"/>
              <a:ext cx="124" cy="15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just" eaLnBrk="0" hangingPunct="0">
                <a:lnSpc>
                  <a:spcPct val="80000"/>
                </a:lnSpc>
              </a:pPr>
              <a:r>
                <a:rPr lang="en-US" altLang="zh-CN" sz="20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Q</a:t>
              </a:r>
            </a:p>
          </p:txBody>
        </p:sp>
        <p:sp>
          <p:nvSpPr>
            <p:cNvPr id="86118" name="Text Box 104"/>
            <p:cNvSpPr txBox="1">
              <a:spLocks noChangeArrowheads="1"/>
            </p:cNvSpPr>
            <p:nvPr/>
          </p:nvSpPr>
          <p:spPr bwMode="auto">
            <a:xfrm>
              <a:off x="4263" y="3036"/>
              <a:ext cx="125" cy="15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just" eaLnBrk="0" hangingPunct="0">
                <a:lnSpc>
                  <a:spcPct val="80000"/>
                </a:lnSpc>
              </a:pPr>
              <a:r>
                <a:rPr lang="en-US" altLang="zh-CN" sz="20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×</a:t>
              </a:r>
            </a:p>
          </p:txBody>
        </p:sp>
        <p:sp>
          <p:nvSpPr>
            <p:cNvPr id="86119" name="Text Box 105"/>
            <p:cNvSpPr txBox="1">
              <a:spLocks noChangeArrowheads="1"/>
            </p:cNvSpPr>
            <p:nvPr/>
          </p:nvSpPr>
          <p:spPr bwMode="auto">
            <a:xfrm>
              <a:off x="4432" y="3036"/>
              <a:ext cx="125" cy="15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just" eaLnBrk="0" hangingPunct="0">
                <a:lnSpc>
                  <a:spcPct val="80000"/>
                </a:lnSpc>
              </a:pPr>
              <a:r>
                <a:rPr lang="en-US" altLang="zh-CN" sz="20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×</a:t>
              </a:r>
            </a:p>
          </p:txBody>
        </p:sp>
        <p:sp>
          <p:nvSpPr>
            <p:cNvPr id="86120" name="Text Box 106"/>
            <p:cNvSpPr txBox="1">
              <a:spLocks noChangeArrowheads="1"/>
            </p:cNvSpPr>
            <p:nvPr/>
          </p:nvSpPr>
          <p:spPr bwMode="auto">
            <a:xfrm>
              <a:off x="4608" y="3036"/>
              <a:ext cx="125" cy="15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just" eaLnBrk="0" hangingPunct="0">
                <a:lnSpc>
                  <a:spcPct val="80000"/>
                </a:lnSpc>
              </a:pPr>
              <a:r>
                <a:rPr lang="en-US" altLang="zh-CN" sz="20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Q</a:t>
              </a:r>
            </a:p>
          </p:txBody>
        </p:sp>
        <p:sp>
          <p:nvSpPr>
            <p:cNvPr id="86121" name="Text Box 107"/>
            <p:cNvSpPr txBox="1">
              <a:spLocks noChangeArrowheads="1"/>
            </p:cNvSpPr>
            <p:nvPr/>
          </p:nvSpPr>
          <p:spPr bwMode="auto">
            <a:xfrm>
              <a:off x="476" y="2205"/>
              <a:ext cx="4286" cy="1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just" eaLnBrk="0" hangingPunct="0">
                <a:lnSpc>
                  <a:spcPct val="80000"/>
                </a:lnSpc>
              </a:pPr>
              <a:r>
                <a:rPr lang="en-US" altLang="zh-CN" sz="20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(a)                         (b)                        (c)                        (d)                        (e)</a:t>
              </a:r>
            </a:p>
          </p:txBody>
        </p:sp>
        <p:sp>
          <p:nvSpPr>
            <p:cNvPr id="86122" name="Text Box 108"/>
            <p:cNvSpPr txBox="1">
              <a:spLocks noChangeArrowheads="1"/>
            </p:cNvSpPr>
            <p:nvPr/>
          </p:nvSpPr>
          <p:spPr bwMode="auto">
            <a:xfrm>
              <a:off x="461" y="3314"/>
              <a:ext cx="4345" cy="1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just" eaLnBrk="0" hangingPunct="0">
                <a:lnSpc>
                  <a:spcPct val="80000"/>
                </a:lnSpc>
              </a:pPr>
              <a:r>
                <a:rPr lang="en-US" altLang="zh-CN" sz="20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(f)                          (g)                        (h)                         (i)                         (j)</a:t>
              </a:r>
            </a:p>
          </p:txBody>
        </p:sp>
        <p:sp>
          <p:nvSpPr>
            <p:cNvPr id="86123" name="Text Box 109"/>
            <p:cNvSpPr txBox="1">
              <a:spLocks noChangeArrowheads="1"/>
            </p:cNvSpPr>
            <p:nvPr/>
          </p:nvSpPr>
          <p:spPr bwMode="auto">
            <a:xfrm>
              <a:off x="4241" y="1434"/>
              <a:ext cx="666" cy="705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just" eaLnBrk="0" hangingPunct="0"/>
              <a:endParaRPr lang="zh-CN" altLang="zh-CN" sz="2000" b="1">
                <a:solidFill>
                  <a:schemeClr val="tx1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86124" name="Line 110"/>
            <p:cNvSpPr>
              <a:spLocks noChangeShapeType="1"/>
            </p:cNvSpPr>
            <p:nvPr/>
          </p:nvSpPr>
          <p:spPr bwMode="auto">
            <a:xfrm>
              <a:off x="4241" y="1784"/>
              <a:ext cx="661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125" name="Line 111"/>
            <p:cNvSpPr>
              <a:spLocks noChangeShapeType="1"/>
            </p:cNvSpPr>
            <p:nvPr/>
          </p:nvSpPr>
          <p:spPr bwMode="auto">
            <a:xfrm>
              <a:off x="4572" y="1436"/>
              <a:ext cx="0" cy="69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126" name="Line 112"/>
            <p:cNvSpPr>
              <a:spLocks noChangeShapeType="1"/>
            </p:cNvSpPr>
            <p:nvPr/>
          </p:nvSpPr>
          <p:spPr bwMode="auto">
            <a:xfrm>
              <a:off x="4403" y="1436"/>
              <a:ext cx="0" cy="69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127" name="Line 113"/>
            <p:cNvSpPr>
              <a:spLocks noChangeShapeType="1"/>
            </p:cNvSpPr>
            <p:nvPr/>
          </p:nvSpPr>
          <p:spPr bwMode="auto">
            <a:xfrm>
              <a:off x="4733" y="1436"/>
              <a:ext cx="0" cy="69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128" name="Line 114"/>
            <p:cNvSpPr>
              <a:spLocks noChangeShapeType="1"/>
            </p:cNvSpPr>
            <p:nvPr/>
          </p:nvSpPr>
          <p:spPr bwMode="auto">
            <a:xfrm>
              <a:off x="4241" y="1613"/>
              <a:ext cx="661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129" name="Line 115"/>
            <p:cNvSpPr>
              <a:spLocks noChangeShapeType="1"/>
            </p:cNvSpPr>
            <p:nvPr/>
          </p:nvSpPr>
          <p:spPr bwMode="auto">
            <a:xfrm>
              <a:off x="4241" y="1963"/>
              <a:ext cx="661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130" name="Text Box 116"/>
            <p:cNvSpPr txBox="1">
              <a:spLocks noChangeArrowheads="1"/>
            </p:cNvSpPr>
            <p:nvPr/>
          </p:nvSpPr>
          <p:spPr bwMode="auto">
            <a:xfrm>
              <a:off x="4263" y="1441"/>
              <a:ext cx="125" cy="15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just" eaLnBrk="0" hangingPunct="0">
                <a:lnSpc>
                  <a:spcPct val="80000"/>
                </a:lnSpc>
              </a:pPr>
              <a:r>
                <a:rPr lang="en-US" altLang="zh-CN" sz="20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Q</a:t>
              </a:r>
            </a:p>
          </p:txBody>
        </p:sp>
        <p:sp>
          <p:nvSpPr>
            <p:cNvPr id="86131" name="Text Box 117"/>
            <p:cNvSpPr txBox="1">
              <a:spLocks noChangeArrowheads="1"/>
            </p:cNvSpPr>
            <p:nvPr/>
          </p:nvSpPr>
          <p:spPr bwMode="auto">
            <a:xfrm>
              <a:off x="4755" y="1620"/>
              <a:ext cx="125" cy="15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just" eaLnBrk="0" hangingPunct="0">
                <a:lnSpc>
                  <a:spcPct val="80000"/>
                </a:lnSpc>
              </a:pPr>
              <a:r>
                <a:rPr lang="en-US" altLang="zh-CN" sz="20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Q</a:t>
              </a:r>
            </a:p>
          </p:txBody>
        </p:sp>
        <p:sp>
          <p:nvSpPr>
            <p:cNvPr id="86132" name="Text Box 118"/>
            <p:cNvSpPr txBox="1">
              <a:spLocks noChangeArrowheads="1"/>
            </p:cNvSpPr>
            <p:nvPr/>
          </p:nvSpPr>
          <p:spPr bwMode="auto">
            <a:xfrm>
              <a:off x="4256" y="1781"/>
              <a:ext cx="125" cy="15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just" eaLnBrk="0" hangingPunct="0">
                <a:lnSpc>
                  <a:spcPct val="80000"/>
                </a:lnSpc>
              </a:pPr>
              <a:r>
                <a:rPr lang="en-US" altLang="zh-CN" sz="20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×</a:t>
              </a:r>
            </a:p>
          </p:txBody>
        </p:sp>
        <p:sp>
          <p:nvSpPr>
            <p:cNvPr id="86133" name="Text Box 119"/>
            <p:cNvSpPr txBox="1">
              <a:spLocks noChangeArrowheads="1"/>
            </p:cNvSpPr>
            <p:nvPr/>
          </p:nvSpPr>
          <p:spPr bwMode="auto">
            <a:xfrm>
              <a:off x="4425" y="1792"/>
              <a:ext cx="125" cy="15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just" eaLnBrk="0" hangingPunct="0">
                <a:lnSpc>
                  <a:spcPct val="80000"/>
                </a:lnSpc>
              </a:pPr>
              <a:r>
                <a:rPr lang="en-US" altLang="zh-CN" sz="20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Q</a:t>
              </a:r>
            </a:p>
          </p:txBody>
        </p:sp>
      </p:grpSp>
      <p:sp>
        <p:nvSpPr>
          <p:cNvPr id="86018" name="Text Box 120"/>
          <p:cNvSpPr txBox="1">
            <a:spLocks noChangeArrowheads="1"/>
          </p:cNvSpPr>
          <p:nvPr/>
        </p:nvSpPr>
        <p:spPr bwMode="auto">
          <a:xfrm>
            <a:off x="270232" y="1388286"/>
            <a:ext cx="597535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000" b="1" dirty="0">
                <a:solidFill>
                  <a:srgbClr val="FF0000"/>
                </a:solidFill>
                <a:latin typeface="+mn-ea"/>
              </a:rPr>
              <a:t>回溯法求解</a:t>
            </a:r>
            <a:r>
              <a:rPr lang="en-US" altLang="zh-CN" sz="2000" b="1" dirty="0">
                <a:solidFill>
                  <a:srgbClr val="FF0000"/>
                </a:solidFill>
                <a:latin typeface="+mn-ea"/>
              </a:rPr>
              <a:t>4</a:t>
            </a:r>
            <a:r>
              <a:rPr lang="zh-CN" altLang="en-US" sz="2000" b="1" dirty="0">
                <a:solidFill>
                  <a:srgbClr val="FF0000"/>
                </a:solidFill>
                <a:latin typeface="+mn-ea"/>
              </a:rPr>
              <a:t>皇后问题的搜索过程</a:t>
            </a:r>
          </a:p>
        </p:txBody>
      </p:sp>
      <p:sp>
        <p:nvSpPr>
          <p:cNvPr id="119" name="文本占位符 118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 err="1" smtClean="0">
                <a:sym typeface="+mn-ea"/>
              </a:rPr>
              <a:t>求解n皇后问题</a:t>
            </a:r>
            <a:endParaRPr lang="en-US" altLang="zh-CN" dirty="0" smtClean="0">
              <a:sym typeface="+mn-ea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6" name="Text Box 2"/>
          <p:cNvSpPr txBox="1">
            <a:spLocks noChangeArrowheads="1"/>
          </p:cNvSpPr>
          <p:nvPr/>
        </p:nvSpPr>
        <p:spPr bwMode="auto">
          <a:xfrm>
            <a:off x="244702" y="1544157"/>
            <a:ext cx="8569325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000" b="1" dirty="0">
                <a:solidFill>
                  <a:srgbClr val="0000FF"/>
                </a:solidFill>
                <a:latin typeface="+mn-ea"/>
                <a:cs typeface="楷体"/>
              </a:rPr>
              <a:t>　　如图所示是四皇后问题的搜索空间，图中每个状态由当前放置的皇后的行列号构成。它给出了四皇后问题的全部搜索过程，只有</a:t>
            </a:r>
            <a:r>
              <a:rPr lang="en-US" altLang="zh-CN" sz="2000" b="1" dirty="0">
                <a:solidFill>
                  <a:srgbClr val="0000FF"/>
                </a:solidFill>
                <a:latin typeface="+mn-ea"/>
                <a:cs typeface="楷体"/>
              </a:rPr>
              <a:t>17</a:t>
            </a:r>
            <a:r>
              <a:rPr lang="zh-CN" altLang="en-US" sz="2000" b="1" dirty="0">
                <a:solidFill>
                  <a:srgbClr val="0000FF"/>
                </a:solidFill>
                <a:latin typeface="+mn-ea"/>
                <a:cs typeface="楷体"/>
              </a:rPr>
              <a:t>个结点，其中标有</a:t>
            </a:r>
            <a:r>
              <a:rPr lang="zh-CN" altLang="en-US" sz="2000" b="1" dirty="0">
                <a:solidFill>
                  <a:srgbClr val="0000FF"/>
                </a:solidFill>
                <a:latin typeface="+mn-ea"/>
                <a:cs typeface="楷体"/>
                <a:sym typeface="Wingdings" pitchFamily="2" charset="2"/>
              </a:rPr>
              <a:t></a:t>
            </a:r>
            <a:r>
              <a:rPr lang="zh-CN" altLang="en-US" sz="2000" b="1" dirty="0">
                <a:solidFill>
                  <a:srgbClr val="0000FF"/>
                </a:solidFill>
                <a:latin typeface="+mn-ea"/>
                <a:cs typeface="楷体"/>
              </a:rPr>
              <a:t>号的结点无法继续扩展。</a:t>
            </a:r>
          </a:p>
        </p:txBody>
      </p:sp>
      <p:sp>
        <p:nvSpPr>
          <p:cNvPr id="3157" name="Rectangle 4"/>
          <p:cNvSpPr>
            <a:spLocks noChangeArrowheads="1"/>
          </p:cNvSpPr>
          <p:nvPr/>
        </p:nvSpPr>
        <p:spPr bwMode="auto">
          <a:xfrm>
            <a:off x="0" y="2319338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endParaRPr lang="zh-CN" altLang="en-US"/>
          </a:p>
        </p:txBody>
      </p:sp>
      <p:graphicFrame>
        <p:nvGraphicFramePr>
          <p:cNvPr id="3155" name="Object 83"/>
          <p:cNvGraphicFramePr>
            <a:graphicFrameLocks noChangeAspect="1"/>
          </p:cNvGraphicFramePr>
          <p:nvPr/>
        </p:nvGraphicFramePr>
        <p:xfrm>
          <a:off x="827088" y="2492375"/>
          <a:ext cx="8208962" cy="4105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4" name="图片" r:id="rId4" imgW="5928624" imgH="2473298" progId="">
                  <p:embed/>
                </p:oleObj>
              </mc:Choice>
              <mc:Fallback>
                <p:oleObj name="图片" r:id="rId4" imgW="5928624" imgH="2473298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2492375"/>
                        <a:ext cx="8208962" cy="41052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231970" y="1189815"/>
            <a:ext cx="7302499" cy="400110"/>
          </a:xfrm>
          <a:prstGeom prst="rect">
            <a:avLst/>
          </a:prstGeom>
          <a:extLst/>
        </p:spPr>
        <p:txBody>
          <a:bodyPr wrap="square">
            <a:sp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l">
              <a:defRPr/>
            </a:pPr>
            <a:r>
              <a:rPr kumimoji="1" lang="zh-CN" altLang="en-US" sz="2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ea"/>
                <a:ea typeface="+mn-ea"/>
                <a:cs typeface="+mn-cs"/>
              </a:rPr>
              <a:t>四皇后问题的解空间树（解空间树）</a:t>
            </a:r>
            <a:endParaRPr kumimoji="1" lang="zh-CN" altLang="en-US" sz="2000" b="1" dirty="0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+mn-ea"/>
              <a:ea typeface="+mn-ea"/>
              <a:cs typeface="+mn-cs"/>
            </a:endParaRPr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 err="1" smtClean="0">
                <a:sym typeface="+mn-ea"/>
              </a:rPr>
              <a:t>求解n皇后问题</a:t>
            </a:r>
            <a:endParaRPr lang="en-US" altLang="zh-CN" dirty="0" smtClean="0">
              <a:sym typeface="+mn-ea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66530" y="1725698"/>
            <a:ext cx="8435195" cy="476485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lIns="144000" tIns="144000" bIns="144000" rtlCol="0">
            <a:spAutoFit/>
          </a:bodyPr>
          <a:lstStyle/>
          <a:p>
            <a:pPr>
              <a:lnSpc>
                <a:spcPts val="2700"/>
              </a:lnSpc>
            </a:pPr>
            <a:r>
              <a:rPr lang="en-US" altLang="zh-CN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#define MAXN 20</a:t>
            </a:r>
          </a:p>
          <a:p>
            <a:pPr>
              <a:lnSpc>
                <a:spcPts val="2700"/>
              </a:lnSpc>
            </a:pPr>
            <a:r>
              <a:rPr lang="en-US" altLang="zh-CN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int x[MAXN];          //</a:t>
            </a:r>
            <a:r>
              <a:rPr lang="zh-CN" altLang="en-US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存放各皇后所在的列号</a:t>
            </a:r>
            <a:endParaRPr lang="en-US" altLang="zh-CN" b="1" dirty="0" smtClean="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  <a:cs typeface="Consolas" panose="020B0609020204030204" pitchFamily="49" charset="0"/>
            </a:endParaRPr>
          </a:p>
          <a:p>
            <a:pPr>
              <a:lnSpc>
                <a:spcPts val="2700"/>
              </a:lnSpc>
            </a:pPr>
            <a:r>
              <a:rPr lang="en-US" altLang="zh-CN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int count=0;          </a:t>
            </a:r>
            <a:r>
              <a:rPr lang="zh-CN" altLang="en-US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 </a:t>
            </a:r>
            <a:r>
              <a:rPr lang="en-US" altLang="zh-CN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//</a:t>
            </a:r>
            <a:r>
              <a:rPr lang="zh-CN" altLang="en-US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累计解的个数</a:t>
            </a:r>
            <a:endParaRPr lang="en-US" altLang="zh-CN" b="1" dirty="0" smtClean="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  <a:cs typeface="Consolas" panose="020B0609020204030204" pitchFamily="49" charset="0"/>
            </a:endParaRPr>
          </a:p>
          <a:p>
            <a:pPr>
              <a:lnSpc>
                <a:spcPts val="2700"/>
              </a:lnSpc>
            </a:pPr>
            <a:r>
              <a:rPr lang="en-US" altLang="zh-CN" sz="1800" b="1" dirty="0" smtClean="0">
                <a:solidFill>
                  <a:srgbClr val="FF000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void dispasolution(int n)</a:t>
            </a:r>
          </a:p>
          <a:p>
            <a:pPr>
              <a:lnSpc>
                <a:spcPts val="2700"/>
              </a:lnSpc>
            </a:pPr>
            <a:r>
              <a:rPr lang="en-US" altLang="zh-CN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{  printf(“</a:t>
            </a:r>
            <a:r>
              <a:rPr lang="zh-CN" altLang="en-US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第</a:t>
            </a:r>
            <a:r>
              <a:rPr lang="en-US" altLang="zh-CN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%d</a:t>
            </a:r>
            <a:r>
              <a:rPr lang="zh-CN" altLang="en-US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个解：</a:t>
            </a:r>
            <a:r>
              <a:rPr lang="en-US" altLang="zh-CN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”</a:t>
            </a:r>
            <a:r>
              <a:rPr lang="zh-CN" altLang="en-US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，</a:t>
            </a:r>
            <a:r>
              <a:rPr lang="en-US" altLang="zh-CN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++count);</a:t>
            </a:r>
          </a:p>
          <a:p>
            <a:pPr>
              <a:lnSpc>
                <a:spcPts val="2700"/>
              </a:lnSpc>
            </a:pPr>
            <a:r>
              <a:rPr lang="en-US" altLang="zh-CN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   for(int i=1;i&lt;=n;i++)</a:t>
            </a:r>
          </a:p>
          <a:p>
            <a:pPr>
              <a:lnSpc>
                <a:spcPts val="2700"/>
              </a:lnSpc>
            </a:pPr>
            <a:r>
              <a:rPr lang="en-US" altLang="zh-CN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 	printf(“(%d,%d)”</a:t>
            </a:r>
            <a:r>
              <a:rPr lang="zh-CN" altLang="en-US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，</a:t>
            </a:r>
            <a:r>
              <a:rPr lang="en-US" altLang="zh-CN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i,x[i]);</a:t>
            </a:r>
          </a:p>
          <a:p>
            <a:pPr>
              <a:lnSpc>
                <a:spcPts val="2700"/>
              </a:lnSpc>
            </a:pPr>
            <a:r>
              <a:rPr lang="en-US" altLang="zh-CN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   printf(“\n”);</a:t>
            </a:r>
          </a:p>
          <a:p>
            <a:pPr>
              <a:lnSpc>
                <a:spcPts val="2700"/>
              </a:lnSpc>
            </a:pPr>
            <a:r>
              <a:rPr lang="en-US" altLang="zh-CN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}</a:t>
            </a:r>
          </a:p>
          <a:p>
            <a:pPr>
              <a:lnSpc>
                <a:spcPts val="2700"/>
              </a:lnSpc>
            </a:pPr>
            <a:r>
              <a:rPr lang="en-US" altLang="zh-CN" sz="1800" b="1" dirty="0" smtClean="0">
                <a:solidFill>
                  <a:srgbClr val="FF000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int main()</a:t>
            </a:r>
          </a:p>
          <a:p>
            <a:pPr>
              <a:lnSpc>
                <a:spcPts val="2700"/>
              </a:lnSpc>
            </a:pPr>
            <a:r>
              <a:rPr lang="en-US" altLang="zh-CN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{  int n;</a:t>
            </a:r>
            <a:r>
              <a:rPr lang="en-US" altLang="zh-CN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   scanf(“%d”,&amp;n);</a:t>
            </a:r>
          </a:p>
          <a:p>
            <a:pPr>
              <a:lnSpc>
                <a:spcPts val="2700"/>
              </a:lnSpc>
            </a:pPr>
            <a:r>
              <a:rPr lang="en-US" altLang="zh-CN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   Queens(n);</a:t>
            </a:r>
          </a:p>
          <a:p>
            <a:pPr>
              <a:lnSpc>
                <a:spcPts val="2700"/>
              </a:lnSpc>
            </a:pPr>
            <a:r>
              <a:rPr lang="en-US" altLang="zh-CN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}</a:t>
            </a:r>
            <a:endParaRPr lang="zh-CN" altLang="en-US" sz="1800" b="1" dirty="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  <a:cs typeface="Consolas" panose="020B0609020204030204" pitchFamily="49" charset="0"/>
            </a:endParaRPr>
          </a:p>
        </p:txBody>
      </p:sp>
      <p:sp>
        <p:nvSpPr>
          <p:cNvPr id="4" name="文本占位符 5"/>
          <p:cNvSpPr>
            <a:spLocks noGrp="1"/>
          </p:cNvSpPr>
          <p:nvPr>
            <p:ph type="body" sz="quarter" idx="13"/>
          </p:nvPr>
        </p:nvSpPr>
        <p:spPr>
          <a:xfrm>
            <a:off x="-498107" y="261275"/>
            <a:ext cx="7262260" cy="864000"/>
          </a:xfrm>
        </p:spPr>
        <p:txBody>
          <a:bodyPr/>
          <a:lstStyle/>
          <a:p>
            <a:r>
              <a:rPr lang="en-US" altLang="zh-CN" sz="3600" dirty="0" err="1" smtClean="0">
                <a:sym typeface="+mn-ea"/>
              </a:rPr>
              <a:t>求解n皇后问题</a:t>
            </a:r>
            <a:endParaRPr lang="en-US" altLang="zh-CN" sz="3600" dirty="0" smtClean="0">
              <a:sym typeface="+mn-ea"/>
            </a:endParaRPr>
          </a:p>
        </p:txBody>
      </p:sp>
      <p:sp>
        <p:nvSpPr>
          <p:cNvPr id="5" name="文本框 10"/>
          <p:cNvSpPr txBox="1"/>
          <p:nvPr/>
        </p:nvSpPr>
        <p:spPr>
          <a:xfrm>
            <a:off x="0" y="1256508"/>
            <a:ext cx="2514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zh-CN" altLang="en-US" sz="2400" b="1" dirty="0" smtClean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三、算法设计</a:t>
            </a:r>
            <a:endParaRPr lang="zh-CN" altLang="en-US" sz="2400" b="1" dirty="0">
              <a:solidFill>
                <a:srgbClr val="FF0000"/>
              </a:solidFill>
              <a:latin typeface="Consolas" pitchFamily="49" charset="0"/>
              <a:cs typeface="Consolas" pitchFamily="49" charset="0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0034" y="285728"/>
            <a:ext cx="428628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2200" b="1" dirty="0" smtClean="0">
                <a:solidFill>
                  <a:srgbClr val="0000FF"/>
                </a:solidFill>
                <a:latin typeface="+mn-ea"/>
                <a:cs typeface="Times New Roman" panose="02020603050405020304" pitchFamily="18" charset="0"/>
              </a:rPr>
              <a:t>非递归回溯算法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2876" y="928670"/>
            <a:ext cx="8929718" cy="562649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lIns="180000" tIns="180000" bIns="180000" rtlCol="0">
            <a:spAutoFit/>
          </a:bodyPr>
          <a:lstStyle/>
          <a:p>
            <a:r>
              <a:rPr lang="en-US" altLang="zh-CN" sz="1800" b="1" dirty="0" smtClean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void Queens(int n)	//</a:t>
            </a:r>
            <a:r>
              <a:rPr lang="zh-CN" altLang="zh-CN" sz="1800" b="1" dirty="0" smtClean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求解</a:t>
            </a:r>
            <a:r>
              <a:rPr lang="en-US" altLang="zh-CN" sz="1800" b="1" dirty="0" smtClean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n</a:t>
            </a:r>
            <a:r>
              <a:rPr lang="zh-CN" altLang="zh-CN" sz="1800" b="1" dirty="0" smtClean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皇后问题</a:t>
            </a:r>
          </a:p>
          <a:p>
            <a:r>
              <a:rPr lang="en-US" altLang="zh-CN" sz="18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{  int i=1;		</a:t>
            </a:r>
            <a:r>
              <a:rPr lang="en-US" altLang="zh-CN" sz="1800" b="1" dirty="0" smtClean="0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//i</a:t>
            </a:r>
            <a:r>
              <a:rPr lang="zh-CN" altLang="zh-CN" sz="1800" b="1" dirty="0" smtClean="0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表示当前行</a:t>
            </a:r>
            <a:r>
              <a:rPr lang="en-US" altLang="zh-CN" sz="1800" b="1" dirty="0" smtClean="0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,</a:t>
            </a:r>
            <a:r>
              <a:rPr lang="zh-CN" altLang="zh-CN" sz="1800" b="1" dirty="0" smtClean="0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也表示放置第</a:t>
            </a:r>
            <a:r>
              <a:rPr lang="en-US" altLang="zh-CN" sz="1800" b="1" dirty="0" smtClean="0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i</a:t>
            </a:r>
            <a:r>
              <a:rPr lang="zh-CN" altLang="zh-CN" sz="1800" b="1" dirty="0" smtClean="0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个皇后</a:t>
            </a:r>
          </a:p>
          <a:p>
            <a:r>
              <a:rPr lang="en-US" altLang="zh-CN" sz="18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   x[i]=0;		</a:t>
            </a:r>
            <a:r>
              <a:rPr lang="en-US" altLang="zh-CN" sz="1800" b="1" dirty="0" smtClean="0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//x[i]</a:t>
            </a:r>
            <a:r>
              <a:rPr lang="zh-CN" altLang="zh-CN" sz="1800" b="1" dirty="0" smtClean="0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是当前列</a:t>
            </a:r>
            <a:r>
              <a:rPr lang="en-US" altLang="zh-CN" sz="1800" b="1" dirty="0" smtClean="0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,</a:t>
            </a:r>
            <a:r>
              <a:rPr lang="zh-CN" altLang="zh-CN" sz="1800" b="1" dirty="0" smtClean="0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每个新考虑的皇后初始位置置为</a:t>
            </a:r>
            <a:r>
              <a:rPr lang="en-US" altLang="zh-CN" sz="1800" b="1" dirty="0" smtClean="0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0</a:t>
            </a:r>
            <a:r>
              <a:rPr lang="zh-CN" altLang="zh-CN" sz="1800" b="1" dirty="0" smtClean="0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列</a:t>
            </a:r>
          </a:p>
          <a:p>
            <a:r>
              <a:rPr lang="en-US" altLang="zh-CN" sz="18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   while (i&gt;=1)	</a:t>
            </a:r>
            <a:r>
              <a:rPr lang="en-US" altLang="zh-CN" sz="1800" b="1" dirty="0" smtClean="0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//</a:t>
            </a:r>
            <a:r>
              <a:rPr lang="zh-CN" altLang="zh-CN" sz="1800" b="1" dirty="0" smtClean="0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尚未回溯到头，循环</a:t>
            </a:r>
          </a:p>
          <a:p>
            <a:r>
              <a:rPr lang="en-US" altLang="zh-CN" sz="18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   {  x[i]++;		</a:t>
            </a:r>
            <a:r>
              <a:rPr lang="en-US" altLang="zh-CN" sz="1800" b="1" dirty="0" smtClean="0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//</a:t>
            </a:r>
            <a:r>
              <a:rPr lang="zh-CN" altLang="zh-CN" sz="1800" b="1" dirty="0" smtClean="0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原位置后移动一列</a:t>
            </a:r>
          </a:p>
          <a:p>
            <a:r>
              <a:rPr lang="en-US" altLang="zh-CN" sz="18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      while (x[i]&lt;=n &amp;&amp; !place(i))  </a:t>
            </a:r>
            <a:r>
              <a:rPr lang="en-US" altLang="zh-CN" sz="1800" b="1" dirty="0" smtClean="0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//</a:t>
            </a:r>
            <a:r>
              <a:rPr lang="zh-CN" altLang="zh-CN" sz="1800" b="1" dirty="0" smtClean="0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试探一个位置</a:t>
            </a:r>
            <a:r>
              <a:rPr lang="en-US" altLang="zh-CN" sz="1800" b="1" dirty="0" smtClean="0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(i,x[i])</a:t>
            </a:r>
            <a:endParaRPr lang="zh-CN" altLang="zh-CN" sz="1800" b="1" dirty="0" smtClean="0">
              <a:solidFill>
                <a:srgbClr val="00B0F0"/>
              </a:solidFill>
              <a:latin typeface="Consolas" pitchFamily="49" charset="0"/>
              <a:cs typeface="Consolas" pitchFamily="49" charset="0"/>
            </a:endParaRPr>
          </a:p>
          <a:p>
            <a:r>
              <a:rPr lang="en-US" altLang="zh-CN" sz="18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        x[i]++;</a:t>
            </a:r>
            <a:endParaRPr lang="zh-CN" altLang="zh-CN" sz="1800" b="1" dirty="0" smtClean="0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  <a:p>
            <a:pPr>
              <a:lnSpc>
                <a:spcPct val="200000"/>
              </a:lnSpc>
            </a:pPr>
            <a:r>
              <a:rPr lang="en-US" altLang="zh-CN" sz="18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      if (x[i]&lt;=n)	</a:t>
            </a:r>
            <a:r>
              <a:rPr lang="en-US" altLang="zh-CN" sz="1800" b="1" dirty="0" smtClean="0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//</a:t>
            </a:r>
            <a:r>
              <a:rPr lang="zh-CN" altLang="zh-CN" sz="1800" b="1" dirty="0" smtClean="0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为第</a:t>
            </a:r>
            <a:r>
              <a:rPr lang="en-US" altLang="zh-CN" sz="1800" b="1" dirty="0" smtClean="0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i</a:t>
            </a:r>
            <a:r>
              <a:rPr lang="zh-CN" altLang="zh-CN" sz="1800" b="1" dirty="0" smtClean="0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个皇后找到了一个合适位置</a:t>
            </a:r>
            <a:r>
              <a:rPr lang="en-US" altLang="zh-CN" sz="1800" b="1" dirty="0" smtClean="0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(i,x[i])</a:t>
            </a:r>
            <a:endParaRPr lang="zh-CN" altLang="zh-CN" sz="1800" b="1" dirty="0" smtClean="0">
              <a:solidFill>
                <a:srgbClr val="00B0F0"/>
              </a:solidFill>
              <a:latin typeface="Consolas" pitchFamily="49" charset="0"/>
              <a:cs typeface="Consolas" pitchFamily="49" charset="0"/>
            </a:endParaRPr>
          </a:p>
          <a:p>
            <a:r>
              <a:rPr lang="en-US" altLang="zh-CN" sz="18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      {  if (i==n)	</a:t>
            </a:r>
            <a:r>
              <a:rPr lang="en-US" altLang="zh-CN" sz="1800" b="1" dirty="0" smtClean="0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//</a:t>
            </a:r>
            <a:r>
              <a:rPr lang="zh-CN" altLang="zh-CN" sz="1800" b="1" dirty="0" smtClean="0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若放置了所有皇后</a:t>
            </a:r>
            <a:r>
              <a:rPr lang="en-US" altLang="zh-CN" sz="1800" b="1" dirty="0" smtClean="0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,</a:t>
            </a:r>
            <a:r>
              <a:rPr lang="zh-CN" altLang="zh-CN" sz="1800" b="1" dirty="0" smtClean="0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输出一个解</a:t>
            </a:r>
          </a:p>
          <a:p>
            <a:r>
              <a:rPr lang="en-US" altLang="zh-CN" sz="18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           dispasolution(n);</a:t>
            </a:r>
            <a:endParaRPr lang="zh-CN" altLang="zh-CN" sz="1800" b="1" dirty="0" smtClean="0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  <a:p>
            <a:r>
              <a:rPr lang="en-US" altLang="zh-CN" sz="18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         else		</a:t>
            </a:r>
            <a:r>
              <a:rPr lang="en-US" altLang="zh-CN" sz="1800" b="1" dirty="0" smtClean="0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//</a:t>
            </a:r>
            <a:r>
              <a:rPr lang="zh-CN" altLang="zh-CN" sz="1800" b="1" dirty="0" smtClean="0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皇后没有放置完</a:t>
            </a:r>
          </a:p>
          <a:p>
            <a:r>
              <a:rPr lang="en-US" altLang="zh-CN" sz="18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         {  i++;	</a:t>
            </a:r>
            <a:r>
              <a:rPr lang="en-US" altLang="zh-CN" sz="1800" b="1" dirty="0" smtClean="0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//</a:t>
            </a:r>
            <a:r>
              <a:rPr lang="zh-CN" altLang="zh-CN" sz="1800" b="1" dirty="0" smtClean="0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转向下一行</a:t>
            </a:r>
            <a:r>
              <a:rPr lang="en-US" altLang="zh-CN" sz="1800" b="1" dirty="0" smtClean="0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,</a:t>
            </a:r>
            <a:r>
              <a:rPr lang="zh-CN" altLang="zh-CN" sz="1800" b="1" dirty="0" smtClean="0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即开始下一个新皇后的放置</a:t>
            </a:r>
          </a:p>
          <a:p>
            <a:r>
              <a:rPr lang="en-US" altLang="zh-CN" sz="18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            x[i]=0;	</a:t>
            </a:r>
            <a:r>
              <a:rPr lang="en-US" altLang="zh-CN" sz="1800" b="1" dirty="0" smtClean="0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//</a:t>
            </a:r>
            <a:r>
              <a:rPr lang="zh-CN" altLang="zh-CN" sz="1800" b="1" dirty="0" smtClean="0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每个新考虑的皇后初始位置置为</a:t>
            </a:r>
            <a:r>
              <a:rPr lang="en-US" altLang="zh-CN" sz="1800" b="1" dirty="0" smtClean="0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0</a:t>
            </a:r>
            <a:r>
              <a:rPr lang="zh-CN" altLang="zh-CN" sz="1800" b="1" dirty="0" smtClean="0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列</a:t>
            </a:r>
          </a:p>
          <a:p>
            <a:r>
              <a:rPr lang="en-US" altLang="zh-CN" sz="18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         }</a:t>
            </a:r>
            <a:endParaRPr lang="zh-CN" altLang="zh-CN" sz="1800" b="1" dirty="0" smtClean="0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  <a:p>
            <a:r>
              <a:rPr lang="en-US" altLang="zh-CN" sz="18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      }</a:t>
            </a:r>
            <a:endParaRPr lang="zh-CN" altLang="zh-CN" sz="1800" b="1" dirty="0" smtClean="0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  <a:p>
            <a:r>
              <a:rPr lang="en-US" altLang="zh-CN" sz="18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      else i--; 	</a:t>
            </a:r>
            <a:r>
              <a:rPr lang="en-US" altLang="zh-CN" sz="1800" b="1" dirty="0" smtClean="0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//</a:t>
            </a:r>
            <a:r>
              <a:rPr lang="zh-CN" altLang="zh-CN" sz="1800" b="1" dirty="0" smtClean="0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若第</a:t>
            </a:r>
            <a:r>
              <a:rPr lang="en-US" altLang="zh-CN" sz="1800" b="1" dirty="0" smtClean="0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i</a:t>
            </a:r>
            <a:r>
              <a:rPr lang="zh-CN" altLang="zh-CN" sz="1800" b="1" dirty="0" smtClean="0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个皇后找不到合适的位置</a:t>
            </a:r>
            <a:r>
              <a:rPr lang="en-US" altLang="zh-CN" sz="1800" b="1" dirty="0" smtClean="0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,</a:t>
            </a:r>
            <a:r>
              <a:rPr lang="zh-CN" altLang="zh-CN" sz="1800" b="1" dirty="0" smtClean="0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则回溯到上一个皇后</a:t>
            </a:r>
          </a:p>
          <a:p>
            <a:r>
              <a:rPr lang="en-US" altLang="zh-CN" sz="18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   }</a:t>
            </a:r>
            <a:endParaRPr lang="zh-CN" altLang="zh-CN" sz="1800" b="1" dirty="0" smtClean="0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  <a:p>
            <a:r>
              <a:rPr lang="en-US" altLang="zh-CN" sz="18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}</a:t>
            </a:r>
            <a:endParaRPr lang="zh-CN" altLang="zh-CN" sz="1800" b="1" dirty="0" smtClean="0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907" name="Rectangle 3"/>
          <p:cNvSpPr>
            <a:spLocks noChangeArrowheads="1"/>
          </p:cNvSpPr>
          <p:nvPr/>
        </p:nvSpPr>
        <p:spPr bwMode="auto">
          <a:xfrm>
            <a:off x="591231" y="1359631"/>
            <a:ext cx="7772400" cy="40011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anchor="ctr">
            <a:spAutoFit/>
          </a:bodyPr>
          <a:lstStyle/>
          <a:p>
            <a:pPr eaLnBrk="0" hangingPunct="0">
              <a:spcAft>
                <a:spcPts val="775"/>
              </a:spcAft>
              <a:defRPr/>
            </a:pPr>
            <a:r>
              <a:rPr lang="en-US" altLang="zh-CN" sz="2000" b="1" dirty="0">
                <a:solidFill>
                  <a:srgbClr val="0000FF"/>
                </a:solidFill>
                <a:latin typeface="+mn-ea"/>
                <a:ea typeface="+mn-ea"/>
                <a:cs typeface="+mn-cs"/>
              </a:rPr>
              <a:t>N</a:t>
            </a:r>
            <a:r>
              <a:rPr lang="zh-CN" altLang="en-US" sz="2000" b="1" dirty="0">
                <a:solidFill>
                  <a:srgbClr val="0000FF"/>
                </a:solidFill>
                <a:latin typeface="+mn-ea"/>
                <a:ea typeface="+mn-ea"/>
                <a:cs typeface="+mn-cs"/>
              </a:rPr>
              <a:t>皇后问题递归算法</a:t>
            </a:r>
          </a:p>
        </p:txBody>
      </p:sp>
      <p:sp>
        <p:nvSpPr>
          <p:cNvPr id="71684" name="Text Box 4"/>
          <p:cNvSpPr txBox="1">
            <a:spLocks noChangeArrowheads="1"/>
          </p:cNvSpPr>
          <p:nvPr/>
        </p:nvSpPr>
        <p:spPr bwMode="auto">
          <a:xfrm>
            <a:off x="611803" y="2053506"/>
            <a:ext cx="8149642" cy="4093428"/>
          </a:xfrm>
          <a:prstGeom prst="rect">
            <a:avLst/>
          </a:prstGeom>
          <a:ln>
            <a:headEnd/>
            <a:tailEnd/>
          </a:ln>
          <a:extLst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r>
              <a:rPr kumimoji="1" lang="en-US" altLang="zh-CN" sz="2000" b="1" dirty="0" smtClean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void </a:t>
            </a:r>
            <a:r>
              <a:rPr kumimoji="1" lang="en-US" altLang="zh-CN" sz="2000" b="1" dirty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Backtrack(int </a:t>
            </a:r>
            <a:r>
              <a:rPr kumimoji="1" lang="en-US" altLang="zh-CN" sz="2000" b="1" dirty="0" smtClean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i)</a:t>
            </a:r>
            <a:endParaRPr kumimoji="1" lang="en-US" altLang="zh-CN" sz="2000" b="1" dirty="0">
              <a:solidFill>
                <a:srgbClr val="0000FF"/>
              </a:solidFill>
              <a:latin typeface="Consolas" pitchFamily="49" charset="0"/>
              <a:ea typeface="+mn-ea"/>
              <a:cs typeface="Consolas" pitchFamily="49" charset="0"/>
            </a:endParaRPr>
          </a:p>
          <a:p>
            <a:pPr eaLnBrk="1" hangingPunct="1">
              <a:defRPr/>
            </a:pPr>
            <a:r>
              <a:rPr kumimoji="1" lang="en-US" altLang="zh-CN" sz="2000" b="1" dirty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{  </a:t>
            </a:r>
            <a:endParaRPr kumimoji="1" lang="en-US" altLang="zh-CN" sz="2000" b="1" dirty="0" smtClean="0">
              <a:solidFill>
                <a:srgbClr val="0000FF"/>
              </a:solidFill>
              <a:latin typeface="Consolas" pitchFamily="49" charset="0"/>
              <a:ea typeface="+mn-ea"/>
              <a:cs typeface="Consolas" pitchFamily="49" charset="0"/>
            </a:endParaRPr>
          </a:p>
          <a:p>
            <a:pPr eaLnBrk="1" hangingPunct="1">
              <a:defRPr/>
            </a:pPr>
            <a:r>
              <a:rPr kumimoji="1" lang="en-US" altLang="zh-CN" sz="2000" b="1" dirty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 </a:t>
            </a:r>
            <a:r>
              <a:rPr kumimoji="1" lang="en-US" altLang="zh-CN" sz="2000" b="1" dirty="0" smtClean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    </a:t>
            </a:r>
            <a:r>
              <a:rPr kumimoji="1" lang="en-US" altLang="zh-CN" sz="2000" b="1" dirty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if </a:t>
            </a:r>
            <a:r>
              <a:rPr kumimoji="1" lang="en-US" altLang="zh-CN" sz="2000" b="1" dirty="0" smtClean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(i&gt;n</a:t>
            </a:r>
            <a:r>
              <a:rPr kumimoji="1" lang="en-US" altLang="zh-CN" sz="2000" b="1" dirty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) </a:t>
            </a:r>
            <a:r>
              <a:rPr kumimoji="1" lang="en-US" altLang="zh-CN" sz="2000" b="1" dirty="0" smtClean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      //n</a:t>
            </a:r>
            <a:r>
              <a:rPr lang="zh-CN" altLang="en-US" sz="2000" b="1" dirty="0" smtClean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个</a:t>
            </a:r>
            <a:r>
              <a:rPr lang="zh-CN" altLang="en-US" sz="2000" b="1" dirty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皇后都放置好</a:t>
            </a:r>
            <a:r>
              <a:rPr lang="en-US" altLang="zh-CN" sz="2000" b="1" dirty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,</a:t>
            </a:r>
            <a:r>
              <a:rPr lang="zh-CN" altLang="en-US" sz="2000" b="1" dirty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输出</a:t>
            </a:r>
            <a:endParaRPr kumimoji="1" lang="en-US" altLang="zh-CN" sz="2000" b="1" dirty="0">
              <a:solidFill>
                <a:srgbClr val="0000FF"/>
              </a:solidFill>
              <a:latin typeface="Consolas" pitchFamily="49" charset="0"/>
              <a:ea typeface="+mn-ea"/>
              <a:cs typeface="Consolas" pitchFamily="49" charset="0"/>
            </a:endParaRPr>
          </a:p>
          <a:p>
            <a:pPr eaLnBrk="1" hangingPunct="1">
              <a:defRPr/>
            </a:pPr>
            <a:r>
              <a:rPr kumimoji="1" lang="en-US" altLang="zh-CN" sz="2000" b="1" dirty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     </a:t>
            </a:r>
            <a:r>
              <a:rPr kumimoji="1" lang="en-US" altLang="zh-CN" sz="2000" b="1" dirty="0" smtClean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   dispasolution();</a:t>
            </a:r>
          </a:p>
          <a:p>
            <a:pPr eaLnBrk="1" hangingPunct="1">
              <a:defRPr/>
            </a:pPr>
            <a:r>
              <a:rPr kumimoji="1" lang="en-US" altLang="zh-CN" sz="2000" b="1" dirty="0" smtClean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     else</a:t>
            </a:r>
            <a:endParaRPr kumimoji="1" lang="en-US" altLang="zh-CN" sz="2000" b="1" dirty="0">
              <a:solidFill>
                <a:srgbClr val="0000FF"/>
              </a:solidFill>
              <a:latin typeface="Consolas" pitchFamily="49" charset="0"/>
              <a:ea typeface="+mn-ea"/>
              <a:cs typeface="Consolas" pitchFamily="49" charset="0"/>
            </a:endParaRPr>
          </a:p>
          <a:p>
            <a:pPr eaLnBrk="1" hangingPunct="1">
              <a:defRPr/>
            </a:pPr>
            <a:r>
              <a:rPr kumimoji="1" lang="en-US" altLang="zh-CN" sz="2000" b="1" dirty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     </a:t>
            </a:r>
            <a:r>
              <a:rPr kumimoji="1" lang="en-US" altLang="zh-CN" sz="2000" b="1" dirty="0" smtClean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{   for </a:t>
            </a:r>
            <a:r>
              <a:rPr kumimoji="1" lang="en-US" altLang="zh-CN" sz="2000" b="1" dirty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(int </a:t>
            </a:r>
            <a:r>
              <a:rPr kumimoji="1" lang="en-US" altLang="zh-CN" sz="2000" b="1" dirty="0" smtClean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j=1;j&lt;=n;j++) </a:t>
            </a:r>
            <a:r>
              <a:rPr lang="en-US" altLang="zh-CN" sz="2000" b="1" dirty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//</a:t>
            </a:r>
            <a:r>
              <a:rPr lang="zh-CN" altLang="en-US" sz="2000" b="1" dirty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每层均有</a:t>
            </a:r>
            <a:r>
              <a:rPr lang="en-US" altLang="zh-CN" sz="2000" b="1" dirty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n</a:t>
            </a:r>
            <a:r>
              <a:rPr lang="zh-CN" altLang="en-US" sz="2000" b="1" dirty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种放法</a:t>
            </a:r>
            <a:endParaRPr lang="en-US" altLang="zh-CN" sz="2000" b="1" dirty="0">
              <a:solidFill>
                <a:srgbClr val="0000FF"/>
              </a:solidFill>
              <a:latin typeface="Consolas" pitchFamily="49" charset="0"/>
              <a:ea typeface="+mn-ea"/>
              <a:cs typeface="Consolas" pitchFamily="49" charset="0"/>
            </a:endParaRPr>
          </a:p>
          <a:p>
            <a:pPr eaLnBrk="1" hangingPunct="1">
              <a:defRPr/>
            </a:pPr>
            <a:r>
              <a:rPr kumimoji="1" lang="en-US" altLang="zh-CN" sz="2000" b="1" dirty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     </a:t>
            </a:r>
            <a:r>
              <a:rPr kumimoji="1" lang="en-US" altLang="zh-CN" sz="2000" b="1" dirty="0" smtClean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    {  </a:t>
            </a:r>
          </a:p>
          <a:p>
            <a:pPr eaLnBrk="1" hangingPunct="1">
              <a:defRPr/>
            </a:pPr>
            <a:r>
              <a:rPr kumimoji="1" lang="en-US" altLang="zh-CN" sz="2000" b="1" dirty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 </a:t>
            </a:r>
            <a:r>
              <a:rPr kumimoji="1" lang="en-US" altLang="zh-CN" sz="2000" b="1" dirty="0" smtClean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             x[i]=j</a:t>
            </a:r>
            <a:r>
              <a:rPr lang="en-US" altLang="zh-CN" sz="2000" b="1" dirty="0" smtClean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; //</a:t>
            </a:r>
            <a:r>
              <a:rPr lang="zh-CN" altLang="en-US" sz="2000" b="1" dirty="0" smtClean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在第</a:t>
            </a:r>
            <a:r>
              <a:rPr lang="en-US" altLang="zh-CN" sz="2000" b="1" dirty="0" smtClean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j</a:t>
            </a:r>
            <a:r>
              <a:rPr lang="zh-CN" altLang="en-US" sz="2000" b="1" dirty="0" smtClean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列放</a:t>
            </a:r>
            <a:r>
              <a:rPr lang="zh-CN" altLang="en-US" sz="2000" b="1" dirty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置</a:t>
            </a:r>
            <a:r>
              <a:rPr lang="zh-CN" altLang="en-US" sz="2000" b="1" dirty="0" smtClean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皇后</a:t>
            </a:r>
            <a:r>
              <a:rPr lang="en-US" altLang="zh-CN" sz="2000" b="1" dirty="0" smtClean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i</a:t>
            </a:r>
            <a:r>
              <a:rPr lang="zh-CN" altLang="en-US" sz="2000" b="1" dirty="0" smtClean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即</a:t>
            </a:r>
            <a:r>
              <a:rPr kumimoji="1" lang="en-US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x[i]</a:t>
            </a:r>
            <a:endParaRPr lang="en-US" altLang="zh-CN" sz="2000" b="1" dirty="0" smtClean="0">
              <a:solidFill>
                <a:srgbClr val="0000FF"/>
              </a:solidFill>
              <a:latin typeface="Consolas" pitchFamily="49" charset="0"/>
              <a:ea typeface="+mn-ea"/>
              <a:cs typeface="Consolas" pitchFamily="49" charset="0"/>
            </a:endParaRPr>
          </a:p>
          <a:p>
            <a:pPr eaLnBrk="1" hangingPunct="1">
              <a:defRPr/>
            </a:pPr>
            <a:r>
              <a:rPr kumimoji="1" lang="en-US" altLang="zh-CN" sz="2000" b="1" dirty="0" smtClean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              </a:t>
            </a:r>
            <a:r>
              <a:rPr kumimoji="1" lang="en-US" altLang="zh-CN" sz="2000" b="1" dirty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if </a:t>
            </a:r>
            <a:r>
              <a:rPr kumimoji="1" lang="en-US" altLang="zh-CN" sz="2000" b="1" dirty="0" smtClean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(place(i)==1)  </a:t>
            </a:r>
            <a:r>
              <a:rPr lang="en-US" altLang="zh-CN" sz="2000" b="1" dirty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//</a:t>
            </a:r>
            <a:r>
              <a:rPr lang="zh-CN" altLang="en-US" sz="2000" b="1" dirty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不</a:t>
            </a:r>
            <a:r>
              <a:rPr lang="zh-CN" altLang="en-US" sz="2000" b="1" dirty="0" smtClean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冲突</a:t>
            </a:r>
            <a:endParaRPr lang="zh-CN" altLang="en-US" sz="2000" b="1" dirty="0">
              <a:solidFill>
                <a:srgbClr val="0000FF"/>
              </a:solidFill>
              <a:latin typeface="Consolas" pitchFamily="49" charset="0"/>
              <a:ea typeface="+mn-ea"/>
              <a:cs typeface="Consolas" pitchFamily="49" charset="0"/>
            </a:endParaRPr>
          </a:p>
          <a:p>
            <a:pPr eaLnBrk="1" hangingPunct="1">
              <a:defRPr/>
            </a:pPr>
            <a:r>
              <a:rPr kumimoji="1" lang="en-US" altLang="zh-CN" sz="2000" b="1" dirty="0" smtClean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                 Backtrack(i+1</a:t>
            </a:r>
            <a:r>
              <a:rPr kumimoji="1" lang="en-US" altLang="zh-CN" sz="2000" b="1" dirty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);</a:t>
            </a:r>
            <a:r>
              <a:rPr lang="en-US" altLang="zh-CN" sz="2000" b="1" dirty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//</a:t>
            </a:r>
            <a:r>
              <a:rPr lang="zh-CN" altLang="en-US" sz="2000" b="1" dirty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继续递归放置下一个皇后</a:t>
            </a:r>
            <a:endParaRPr lang="en-US" altLang="zh-CN" sz="2000" b="1" dirty="0">
              <a:solidFill>
                <a:srgbClr val="0000FF"/>
              </a:solidFill>
              <a:latin typeface="Consolas" pitchFamily="49" charset="0"/>
              <a:ea typeface="+mn-ea"/>
              <a:cs typeface="Consolas" pitchFamily="49" charset="0"/>
            </a:endParaRPr>
          </a:p>
          <a:p>
            <a:pPr eaLnBrk="1" hangingPunct="1">
              <a:defRPr/>
            </a:pPr>
            <a:r>
              <a:rPr kumimoji="1" lang="en-US" altLang="zh-CN" sz="2000" b="1" dirty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         </a:t>
            </a:r>
            <a:r>
              <a:rPr kumimoji="1" lang="en-US" altLang="zh-CN" sz="2000" b="1" dirty="0" smtClean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}</a:t>
            </a:r>
          </a:p>
          <a:p>
            <a:pPr eaLnBrk="1" hangingPunct="1">
              <a:defRPr/>
            </a:pPr>
            <a:r>
              <a:rPr kumimoji="1" lang="en-US" altLang="zh-CN" sz="2000" b="1" dirty="0" smtClean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     }</a:t>
            </a:r>
            <a:endParaRPr kumimoji="1" lang="en-US" altLang="zh-CN" sz="2000" b="1" dirty="0">
              <a:solidFill>
                <a:srgbClr val="0000FF"/>
              </a:solidFill>
              <a:latin typeface="Consolas" pitchFamily="49" charset="0"/>
              <a:ea typeface="+mn-ea"/>
              <a:cs typeface="Consolas" pitchFamily="49" charset="0"/>
            </a:endParaRPr>
          </a:p>
          <a:p>
            <a:pPr eaLnBrk="1" hangingPunct="1">
              <a:defRPr/>
            </a:pPr>
            <a:r>
              <a:rPr kumimoji="1" lang="en-US" altLang="zh-CN" sz="2000" b="1" dirty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}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 err="1" smtClean="0">
                <a:sym typeface="+mn-ea"/>
              </a:rPr>
              <a:t>求解n皇后问题</a:t>
            </a:r>
            <a:endParaRPr lang="en-US" altLang="zh-CN" dirty="0" smtClean="0">
              <a:sym typeface="+mn-ea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Text Box 2"/>
          <p:cNvSpPr txBox="1">
            <a:spLocks noChangeArrowheads="1"/>
          </p:cNvSpPr>
          <p:nvPr/>
        </p:nvSpPr>
        <p:spPr bwMode="auto">
          <a:xfrm>
            <a:off x="406529" y="1332431"/>
            <a:ext cx="7631113" cy="400110"/>
          </a:xfrm>
          <a:prstGeom prst="rect">
            <a:avLst/>
          </a:prstGeom>
          <a:noFill/>
          <a:ln>
            <a:noFill/>
          </a:ln>
          <a:extLst/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zh-CN" sz="2000" b="1" i="1" dirty="0" smtClean="0">
                <a:solidFill>
                  <a:srgbClr val="C00000"/>
                </a:solidFill>
                <a:latin typeface="Consolas" pitchFamily="49" charset="0"/>
                <a:ea typeface="+mn-ea"/>
                <a:cs typeface="Consolas" pitchFamily="49" charset="0"/>
              </a:rPr>
              <a:t>n</a:t>
            </a:r>
            <a:r>
              <a:rPr lang="zh-CN" altLang="en-US" sz="2000" b="1" dirty="0">
                <a:solidFill>
                  <a:srgbClr val="C00000"/>
                </a:solidFill>
                <a:latin typeface="Consolas" pitchFamily="49" charset="0"/>
                <a:ea typeface="+mn-ea"/>
                <a:cs typeface="Consolas" pitchFamily="49" charset="0"/>
              </a:rPr>
              <a:t>皇后求解</a:t>
            </a:r>
            <a:r>
              <a:rPr lang="zh-CN" altLang="en-US" sz="2000" b="1" dirty="0" smtClean="0">
                <a:solidFill>
                  <a:srgbClr val="C00000"/>
                </a:solidFill>
                <a:latin typeface="Consolas" pitchFamily="49" charset="0"/>
                <a:ea typeface="+mn-ea"/>
                <a:cs typeface="Consolas" pitchFamily="49" charset="0"/>
              </a:rPr>
              <a:t>的回溯算法小结：</a:t>
            </a:r>
            <a:endParaRPr lang="zh-CN" altLang="en-US" sz="2000" b="1" dirty="0">
              <a:solidFill>
                <a:srgbClr val="C00000"/>
              </a:solidFill>
              <a:latin typeface="Consolas" pitchFamily="49" charset="0"/>
              <a:ea typeface="+mn-ea"/>
              <a:cs typeface="Consolas" pitchFamily="49" charset="0"/>
            </a:endParaRPr>
          </a:p>
        </p:txBody>
      </p:sp>
      <p:sp>
        <p:nvSpPr>
          <p:cNvPr id="137219" name="Text Box 3"/>
          <p:cNvSpPr txBox="1">
            <a:spLocks noChangeArrowheads="1"/>
          </p:cNvSpPr>
          <p:nvPr/>
        </p:nvSpPr>
        <p:spPr bwMode="auto">
          <a:xfrm>
            <a:off x="395288" y="1943701"/>
            <a:ext cx="8424862" cy="2893100"/>
          </a:xfrm>
          <a:prstGeom prst="rect">
            <a:avLst/>
          </a:prstGeom>
          <a:noFill/>
          <a:ln>
            <a:noFill/>
          </a:ln>
          <a:extLst/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buFontTx/>
              <a:buAutoNum type="circleNumDbPlain"/>
              <a:defRPr/>
            </a:pPr>
            <a:r>
              <a:rPr lang="zh-CN" altLang="en-US" sz="2000" b="1" dirty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用</a:t>
            </a:r>
            <a:r>
              <a:rPr lang="zh-CN" altLang="en-US" sz="2000" b="1" dirty="0" smtClean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数组</a:t>
            </a:r>
            <a:r>
              <a:rPr lang="en-US" altLang="zh-CN" sz="2000" b="1" i="1" dirty="0" smtClean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x</a:t>
            </a:r>
            <a:r>
              <a:rPr lang="en-US" altLang="zh-CN" sz="2000" b="1" dirty="0" smtClean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[]</a:t>
            </a:r>
            <a:r>
              <a:rPr lang="zh-CN" altLang="en-US" sz="2000" b="1" dirty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存放皇后的位置</a:t>
            </a:r>
            <a:r>
              <a:rPr lang="zh-CN" altLang="en-US" sz="2000" b="1" dirty="0" smtClean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，</a:t>
            </a:r>
            <a:r>
              <a:rPr lang="en-US" altLang="zh-CN" sz="2000" b="1" i="1" dirty="0" smtClean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x</a:t>
            </a:r>
            <a:r>
              <a:rPr lang="en-US" altLang="zh-CN" sz="2000" b="1" dirty="0" smtClean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[</a:t>
            </a:r>
            <a:r>
              <a:rPr lang="en-US" altLang="zh-CN" sz="2000" b="1" i="1" dirty="0" smtClean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i</a:t>
            </a:r>
            <a:r>
              <a:rPr lang="en-US" altLang="zh-CN" sz="2000" b="1" dirty="0" smtClean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]</a:t>
            </a:r>
            <a:r>
              <a:rPr lang="zh-CN" altLang="en-US" sz="2000" b="1" dirty="0" smtClean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表示第</a:t>
            </a:r>
            <a:r>
              <a:rPr lang="en-US" altLang="zh-CN" sz="2000" b="1" i="1" dirty="0" smtClean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i</a:t>
            </a:r>
            <a:r>
              <a:rPr lang="zh-CN" altLang="en-US" sz="2000" b="1" dirty="0" smtClean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个</a:t>
            </a:r>
            <a:r>
              <a:rPr lang="zh-CN" altLang="en-US" sz="2000" b="1" dirty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皇后放置的位置，</a:t>
            </a:r>
            <a:r>
              <a:rPr lang="en-US" altLang="zh-CN" sz="2000" b="1" i="1" dirty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n</a:t>
            </a:r>
            <a:r>
              <a:rPr lang="zh-CN" altLang="en-US" sz="2000" b="1" dirty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皇后问题的一个解</a:t>
            </a:r>
            <a:r>
              <a:rPr lang="zh-CN" altLang="en-US" sz="2000" b="1" dirty="0" smtClean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是</a:t>
            </a:r>
            <a:r>
              <a:rPr lang="en-US" altLang="zh-CN" sz="2000" b="1" dirty="0" smtClean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x[1]</a:t>
            </a:r>
            <a:r>
              <a:rPr lang="zh-CN" altLang="en-US" sz="2000" b="1" dirty="0" smtClean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，</a:t>
            </a:r>
            <a:r>
              <a:rPr lang="en-US" altLang="zh-CN" sz="2000" b="1" dirty="0" smtClean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x[2]</a:t>
            </a:r>
            <a:r>
              <a:rPr lang="zh-CN" altLang="en-US" sz="2000" b="1" dirty="0" smtClean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，</a:t>
            </a:r>
            <a:r>
              <a:rPr lang="en-US" altLang="zh-CN" sz="2000" b="1" dirty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…</a:t>
            </a:r>
            <a:r>
              <a:rPr lang="zh-CN" altLang="en-US" sz="2000" b="1" dirty="0" smtClean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，</a:t>
            </a:r>
            <a:r>
              <a:rPr lang="en-US" altLang="zh-CN" sz="2000" b="1" dirty="0" smtClean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x[</a:t>
            </a:r>
            <a:r>
              <a:rPr lang="en-US" altLang="zh-CN" sz="2000" b="1" i="1" dirty="0" smtClean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n</a:t>
            </a:r>
            <a:r>
              <a:rPr lang="en-US" altLang="zh-CN" sz="2000" b="1" dirty="0" smtClean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]</a:t>
            </a:r>
            <a:r>
              <a:rPr lang="zh-CN" altLang="en-US" sz="2000" b="1" dirty="0" smtClean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，数组</a:t>
            </a:r>
            <a:r>
              <a:rPr lang="en-US" altLang="zh-CN" sz="2000" b="1" i="1" dirty="0" smtClean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x</a:t>
            </a:r>
            <a:r>
              <a:rPr lang="zh-CN" altLang="en-US" sz="2000" b="1" dirty="0" smtClean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的下标从</a:t>
            </a:r>
            <a:r>
              <a:rPr lang="en-US" altLang="zh-CN" sz="2000" b="1" dirty="0" smtClean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1</a:t>
            </a:r>
            <a:r>
              <a:rPr lang="zh-CN" altLang="en-US" sz="2000" b="1" dirty="0" smtClean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开始。</a:t>
            </a:r>
            <a:endParaRPr lang="zh-CN" altLang="en-US" sz="2000" b="1" dirty="0">
              <a:solidFill>
                <a:srgbClr val="0000FF"/>
              </a:solidFill>
              <a:latin typeface="Consolas" pitchFamily="49" charset="0"/>
              <a:ea typeface="+mn-ea"/>
              <a:cs typeface="Consolas" pitchFamily="49" charset="0"/>
            </a:endParaRPr>
          </a:p>
          <a:p>
            <a:pPr eaLnBrk="1" hangingPunct="1">
              <a:lnSpc>
                <a:spcPct val="130000"/>
              </a:lnSpc>
              <a:buFontTx/>
              <a:buAutoNum type="circleNumDbPlain"/>
              <a:defRPr/>
            </a:pPr>
            <a:r>
              <a:rPr lang="zh-CN" altLang="en-US" sz="2000" b="1" dirty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先放置第</a:t>
            </a:r>
            <a:r>
              <a:rPr lang="en-US" altLang="zh-CN" sz="2000" b="1" dirty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1</a:t>
            </a:r>
            <a:r>
              <a:rPr lang="zh-CN" altLang="en-US" sz="2000" b="1" dirty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个皇后，然后依</a:t>
            </a:r>
            <a:r>
              <a:rPr lang="en-US" altLang="zh-CN" sz="2000" b="1" dirty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2</a:t>
            </a:r>
            <a:r>
              <a:rPr lang="zh-CN" altLang="en-US" sz="2000" b="1" dirty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、</a:t>
            </a:r>
            <a:r>
              <a:rPr lang="en-US" altLang="zh-CN" sz="2000" b="1" dirty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3</a:t>
            </a:r>
            <a:r>
              <a:rPr lang="zh-CN" altLang="en-US" sz="2000" b="1" dirty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、</a:t>
            </a:r>
            <a:r>
              <a:rPr lang="en-US" altLang="zh-CN" sz="2000" b="1" dirty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…</a:t>
            </a:r>
            <a:r>
              <a:rPr lang="zh-CN" altLang="en-US" sz="2000" b="1" dirty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、</a:t>
            </a:r>
            <a:r>
              <a:rPr lang="en-US" altLang="zh-CN" sz="2000" b="1" i="1" dirty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n</a:t>
            </a:r>
            <a:r>
              <a:rPr lang="zh-CN" altLang="en-US" sz="2000" b="1" dirty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的次序放置其他皇后，当第</a:t>
            </a:r>
            <a:r>
              <a:rPr lang="en-US" altLang="zh-CN" sz="2000" b="1" i="1" dirty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n</a:t>
            </a:r>
            <a:r>
              <a:rPr lang="zh-CN" altLang="en-US" sz="2000" b="1" dirty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个皇后放置好后产生一</a:t>
            </a:r>
            <a:r>
              <a:rPr lang="zh-CN" altLang="en-US" sz="2000" b="1" dirty="0" smtClean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个答案解</a:t>
            </a:r>
            <a:r>
              <a:rPr lang="zh-CN" altLang="en-US" sz="2000" b="1" dirty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。为了找所有解</a:t>
            </a:r>
            <a:r>
              <a:rPr lang="zh-CN" altLang="en-US" sz="2000" b="1" dirty="0" smtClean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，还需要继续</a:t>
            </a:r>
            <a:r>
              <a:rPr lang="zh-CN" altLang="en-US" sz="2000" b="1" dirty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试探第</a:t>
            </a:r>
            <a:r>
              <a:rPr lang="en-US" altLang="zh-CN" sz="2000" b="1" i="1" dirty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n</a:t>
            </a:r>
            <a:r>
              <a:rPr lang="zh-CN" altLang="en-US" sz="2000" b="1" dirty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个皇后的下一个位置。</a:t>
            </a:r>
          </a:p>
          <a:p>
            <a:pPr eaLnBrk="1" hangingPunct="1">
              <a:lnSpc>
                <a:spcPct val="130000"/>
              </a:lnSpc>
              <a:buFontTx/>
              <a:buAutoNum type="circleNumDbPlain"/>
              <a:defRPr/>
            </a:pPr>
            <a:r>
              <a:rPr lang="zh-CN" altLang="en-US" sz="2000" b="1" dirty="0" smtClean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第</a:t>
            </a:r>
            <a:r>
              <a:rPr lang="en-US" altLang="zh-CN" sz="2000" b="1" i="1" dirty="0" smtClean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i</a:t>
            </a:r>
            <a:r>
              <a:rPr lang="zh-CN" altLang="en-US" sz="2000" b="1" dirty="0" smtClean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（</a:t>
            </a:r>
            <a:r>
              <a:rPr lang="en-US" altLang="zh-CN" sz="2000" b="1" i="1" dirty="0" smtClean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i</a:t>
            </a:r>
            <a:r>
              <a:rPr lang="en-US" altLang="zh-CN" sz="2000" b="1" dirty="0" smtClean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&lt;</a:t>
            </a:r>
            <a:r>
              <a:rPr lang="en-US" altLang="zh-CN" sz="2000" b="1" i="1" dirty="0" smtClean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n</a:t>
            </a:r>
            <a:r>
              <a:rPr lang="zh-CN" altLang="en-US" sz="2000" b="1" dirty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）个皇后放置后，接着放置</a:t>
            </a:r>
            <a:r>
              <a:rPr lang="zh-CN" altLang="en-US" sz="2000" b="1" dirty="0" smtClean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第</a:t>
            </a:r>
            <a:r>
              <a:rPr lang="en-US" altLang="zh-CN" sz="2000" b="1" i="1" dirty="0" smtClean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i</a:t>
            </a:r>
            <a:r>
              <a:rPr lang="en-US" altLang="zh-CN" sz="2000" b="1" dirty="0" smtClean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+1</a:t>
            </a:r>
            <a:r>
              <a:rPr lang="zh-CN" altLang="en-US" sz="2000" b="1" dirty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个皇后，在试探</a:t>
            </a:r>
            <a:r>
              <a:rPr lang="zh-CN" altLang="en-US" sz="2000" b="1" dirty="0" smtClean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第</a:t>
            </a:r>
            <a:r>
              <a:rPr lang="en-US" altLang="zh-CN" sz="2000" b="1" i="1" dirty="0" smtClean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i</a:t>
            </a:r>
            <a:r>
              <a:rPr lang="en-US" altLang="zh-CN" sz="2000" b="1" dirty="0" smtClean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+1</a:t>
            </a:r>
            <a:r>
              <a:rPr lang="zh-CN" altLang="en-US" sz="2000" b="1" dirty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个皇后的位置时，都是从第</a:t>
            </a:r>
            <a:r>
              <a:rPr lang="en-US" altLang="zh-CN" sz="2000" b="1" dirty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1</a:t>
            </a:r>
            <a:r>
              <a:rPr lang="zh-CN" altLang="en-US" sz="2000" b="1" dirty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列开始的。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 err="1" smtClean="0">
                <a:sym typeface="+mn-ea"/>
              </a:rPr>
              <a:t>求解n皇后问题</a:t>
            </a:r>
            <a:endParaRPr lang="en-US" altLang="zh-CN" dirty="0" smtClean="0">
              <a:sym typeface="+mn-ea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Text Box 2"/>
          <p:cNvSpPr txBox="1">
            <a:spLocks noChangeArrowheads="1"/>
          </p:cNvSpPr>
          <p:nvPr/>
        </p:nvSpPr>
        <p:spPr bwMode="auto">
          <a:xfrm>
            <a:off x="323850" y="1341438"/>
            <a:ext cx="8353425" cy="2862322"/>
          </a:xfrm>
          <a:prstGeom prst="rect">
            <a:avLst/>
          </a:prstGeom>
          <a:noFill/>
          <a:ln>
            <a:noFill/>
          </a:ln>
          <a:extLst/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buFontTx/>
              <a:buAutoNum type="circleNumDbPlain" startAt="4"/>
              <a:defRPr/>
            </a:pPr>
            <a:r>
              <a:rPr lang="zh-CN" altLang="en-US" sz="2000" b="1" dirty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当</a:t>
            </a:r>
            <a:r>
              <a:rPr lang="zh-CN" altLang="en-US" sz="2000" b="1" dirty="0" smtClean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第</a:t>
            </a:r>
            <a:r>
              <a:rPr lang="en-US" altLang="zh-CN" sz="2000" b="1" i="1" dirty="0" smtClean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i</a:t>
            </a:r>
            <a:r>
              <a:rPr lang="zh-CN" altLang="en-US" sz="2000" b="1" dirty="0" smtClean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个</a:t>
            </a:r>
            <a:r>
              <a:rPr lang="zh-CN" altLang="en-US" sz="2000" b="1" dirty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皇后试探了所有列都不能放置时，则回溯到</a:t>
            </a:r>
            <a:r>
              <a:rPr lang="zh-CN" altLang="en-US" sz="2000" b="1" dirty="0" smtClean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第</a:t>
            </a:r>
            <a:r>
              <a:rPr lang="en-US" altLang="zh-CN" sz="2000" b="1" i="1" dirty="0" smtClean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i</a:t>
            </a:r>
            <a:r>
              <a:rPr lang="en-US" altLang="zh-CN" sz="2000" b="1" dirty="0" smtClean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-1</a:t>
            </a:r>
            <a:r>
              <a:rPr lang="zh-CN" altLang="en-US" sz="2000" b="1" dirty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个皇后，此时与</a:t>
            </a:r>
            <a:r>
              <a:rPr lang="zh-CN" altLang="en-US" sz="2000" b="1" dirty="0" smtClean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第</a:t>
            </a:r>
            <a:r>
              <a:rPr lang="en-US" altLang="zh-CN" sz="2000" b="1" i="1" dirty="0" smtClean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i</a:t>
            </a:r>
            <a:r>
              <a:rPr lang="en-US" altLang="zh-CN" sz="2000" b="1" dirty="0" smtClean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-1</a:t>
            </a:r>
            <a:r>
              <a:rPr lang="zh-CN" altLang="en-US" sz="2000" b="1" dirty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个皇后的</a:t>
            </a:r>
            <a:r>
              <a:rPr lang="zh-CN" altLang="en-US" sz="2000" b="1" dirty="0" smtClean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位置</a:t>
            </a:r>
            <a:r>
              <a:rPr lang="en-US" altLang="zh-CN" sz="2000" b="1" dirty="0" smtClean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x[</a:t>
            </a:r>
            <a:r>
              <a:rPr lang="en-US" altLang="zh-CN" sz="2000" b="1" i="1" dirty="0" smtClean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i</a:t>
            </a:r>
            <a:r>
              <a:rPr lang="en-US" altLang="zh-CN" sz="2000" b="1" dirty="0" smtClean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-1]</a:t>
            </a:r>
            <a:r>
              <a:rPr lang="zh-CN" altLang="en-US" sz="2000" b="1" dirty="0" smtClean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有关</a:t>
            </a:r>
            <a:r>
              <a:rPr lang="zh-CN" altLang="en-US" sz="2000" b="1" dirty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，如果</a:t>
            </a:r>
            <a:r>
              <a:rPr lang="zh-CN" altLang="en-US" sz="2000" b="1" dirty="0" smtClean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第</a:t>
            </a:r>
            <a:r>
              <a:rPr lang="en-US" altLang="zh-CN" sz="2000" b="1" i="1" dirty="0" smtClean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i</a:t>
            </a:r>
            <a:r>
              <a:rPr lang="en-US" altLang="zh-CN" sz="2000" b="1" dirty="0" smtClean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-1</a:t>
            </a:r>
            <a:r>
              <a:rPr lang="zh-CN" altLang="en-US" sz="2000" b="1" dirty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个皇后的列号小于</a:t>
            </a:r>
            <a:r>
              <a:rPr lang="en-US" altLang="zh-CN" sz="2000" b="1" i="1" dirty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n</a:t>
            </a:r>
            <a:r>
              <a:rPr lang="zh-CN" altLang="en-US" sz="2000" b="1" dirty="0" smtClean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即</a:t>
            </a:r>
            <a:r>
              <a:rPr lang="en-US" altLang="zh-CN" sz="2000" b="1" i="1" dirty="0" smtClean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x</a:t>
            </a:r>
            <a:r>
              <a:rPr lang="en-US" altLang="zh-CN" sz="2000" b="1" dirty="0" smtClean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[</a:t>
            </a:r>
            <a:r>
              <a:rPr lang="en-US" altLang="zh-CN" sz="2000" b="1" i="1" dirty="0" smtClean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i</a:t>
            </a:r>
            <a:r>
              <a:rPr lang="en-US" altLang="zh-CN" sz="2000" b="1" dirty="0" smtClean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-1</a:t>
            </a:r>
            <a:r>
              <a:rPr lang="en-US" altLang="zh-CN" sz="2000" b="1" dirty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]&lt;</a:t>
            </a:r>
            <a:r>
              <a:rPr lang="en-US" altLang="zh-CN" sz="2000" b="1" i="1" dirty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n</a:t>
            </a:r>
            <a:r>
              <a:rPr lang="zh-CN" altLang="en-US" sz="2000" b="1" dirty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，则将其移到下一列，继续试探；否则再回溯到</a:t>
            </a:r>
            <a:r>
              <a:rPr lang="zh-CN" altLang="en-US" sz="2000" b="1" dirty="0" smtClean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第</a:t>
            </a:r>
            <a:r>
              <a:rPr lang="en-US" altLang="zh-CN" sz="2000" b="1" i="1" dirty="0" smtClean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i</a:t>
            </a:r>
            <a:r>
              <a:rPr lang="en-US" altLang="zh-CN" sz="2000" b="1" dirty="0" smtClean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-2</a:t>
            </a:r>
            <a:r>
              <a:rPr lang="zh-CN" altLang="en-US" sz="2000" b="1" dirty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个皇后，依此类推</a:t>
            </a:r>
            <a:r>
              <a:rPr lang="zh-CN" altLang="en-US" sz="2000" b="1" dirty="0" smtClean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。</a:t>
            </a:r>
            <a:endParaRPr lang="en-US" altLang="zh-CN" sz="2000" b="1" dirty="0" smtClean="0">
              <a:solidFill>
                <a:srgbClr val="0000FF"/>
              </a:solidFill>
              <a:latin typeface="Consolas" pitchFamily="49" charset="0"/>
              <a:ea typeface="+mn-ea"/>
              <a:cs typeface="Consolas" pitchFamily="49" charset="0"/>
            </a:endParaRPr>
          </a:p>
          <a:p>
            <a:pPr eaLnBrk="1" hangingPunct="1">
              <a:lnSpc>
                <a:spcPct val="150000"/>
              </a:lnSpc>
              <a:buFontTx/>
              <a:buAutoNum type="circleNumDbPlain" startAt="4"/>
              <a:defRPr/>
            </a:pPr>
            <a:r>
              <a:rPr lang="zh-CN" altLang="en-US" sz="2000" b="1" dirty="0" smtClean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若</a:t>
            </a:r>
            <a:r>
              <a:rPr lang="zh-CN" altLang="en-US" sz="2000" b="1" dirty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第</a:t>
            </a:r>
            <a:r>
              <a:rPr lang="en-US" altLang="zh-CN" sz="2000" b="1" dirty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1</a:t>
            </a:r>
            <a:r>
              <a:rPr lang="zh-CN" altLang="en-US" sz="2000" b="1" dirty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个皇后的所有位置回溯完毕，则算法结束。</a:t>
            </a:r>
          </a:p>
          <a:p>
            <a:pPr eaLnBrk="1" hangingPunct="1">
              <a:lnSpc>
                <a:spcPct val="150000"/>
              </a:lnSpc>
              <a:buFontTx/>
              <a:buAutoNum type="circleNumDbPlain" startAt="4"/>
              <a:defRPr/>
            </a:pPr>
            <a:r>
              <a:rPr lang="zh-CN" altLang="en-US" sz="2000" b="1" dirty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放置</a:t>
            </a:r>
            <a:r>
              <a:rPr lang="zh-CN" altLang="en-US" sz="2000" b="1" dirty="0" smtClean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第</a:t>
            </a:r>
            <a:r>
              <a:rPr lang="en-US" altLang="zh-CN" sz="2000" b="1" i="1" dirty="0" smtClean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i</a:t>
            </a:r>
            <a:r>
              <a:rPr lang="zh-CN" altLang="en-US" sz="2000" b="1" dirty="0" smtClean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个</a:t>
            </a:r>
            <a:r>
              <a:rPr lang="zh-CN" altLang="en-US" sz="2000" b="1" dirty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皇后应与前面已经放置</a:t>
            </a:r>
            <a:r>
              <a:rPr lang="zh-CN" altLang="en-US" sz="2000" b="1" dirty="0" smtClean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的</a:t>
            </a:r>
            <a:r>
              <a:rPr lang="en-US" altLang="zh-CN" sz="2000" b="1" i="1" dirty="0" smtClean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i</a:t>
            </a:r>
            <a:r>
              <a:rPr lang="en-US" altLang="zh-CN" sz="2000" b="1" dirty="0" smtClean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-1</a:t>
            </a:r>
            <a:r>
              <a:rPr lang="zh-CN" altLang="en-US" sz="2000" b="1" dirty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个皇后不发生</a:t>
            </a:r>
            <a:r>
              <a:rPr lang="zh-CN" altLang="en-US" sz="2000" b="1" dirty="0" smtClean="0">
                <a:solidFill>
                  <a:srgbClr val="0000FF"/>
                </a:solidFill>
                <a:latin typeface="Consolas" pitchFamily="49" charset="0"/>
                <a:ea typeface="+mn-ea"/>
                <a:cs typeface="Consolas" pitchFamily="49" charset="0"/>
              </a:rPr>
              <a:t>冲突。</a:t>
            </a:r>
            <a:endParaRPr lang="zh-CN" altLang="en-US" sz="2000" b="1" dirty="0">
              <a:solidFill>
                <a:srgbClr val="0000FF"/>
              </a:solidFill>
              <a:latin typeface="Consolas" pitchFamily="49" charset="0"/>
              <a:ea typeface="+mn-ea"/>
              <a:cs typeface="Consolas" pitchFamily="49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 err="1" smtClean="0">
                <a:sym typeface="+mn-ea"/>
              </a:rPr>
              <a:t>求解n皇后问题</a:t>
            </a:r>
            <a:endParaRPr lang="en-US" altLang="zh-CN" dirty="0" smtClean="0">
              <a:sym typeface="+mn-ea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 err="1" smtClean="0">
                <a:sym typeface="+mn-ea"/>
              </a:rPr>
              <a:t>求解n皇后问题</a:t>
            </a:r>
            <a:endParaRPr lang="en-US" altLang="zh-CN" dirty="0" smtClean="0">
              <a:sym typeface="+mn-ea"/>
            </a:endParaRPr>
          </a:p>
        </p:txBody>
      </p:sp>
      <p:sp>
        <p:nvSpPr>
          <p:cNvPr id="34918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29208" y="1583062"/>
            <a:ext cx="2286000" cy="516326"/>
          </a:xfrm>
        </p:spPr>
        <p:txBody>
          <a:bodyPr rtlCol="0">
            <a:noAutofit/>
          </a:bodyPr>
          <a:lstStyle/>
          <a:p>
            <a:pPr marL="342900" indent="-342900" eaLnBrk="0" fontAlgn="base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defRPr/>
            </a:pPr>
            <a:r>
              <a:rPr lang="zh-CN" altLang="en-US" sz="2400" dirty="0" smtClean="0">
                <a:solidFill>
                  <a:srgbClr val="FF0000"/>
                </a:solidFill>
                <a:latin typeface="+mn-ea"/>
                <a:ea typeface="+mn-ea"/>
                <a:cs typeface="+mn-cs"/>
              </a:rPr>
              <a:t>四、算法分析</a:t>
            </a:r>
            <a:endParaRPr lang="zh-CN" altLang="en-US" sz="2400" dirty="0">
              <a:solidFill>
                <a:srgbClr val="FF0000"/>
              </a:solidFill>
              <a:latin typeface="+mn-ea"/>
              <a:ea typeface="+mn-ea"/>
              <a:cs typeface="+mn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33860" y="2402036"/>
            <a:ext cx="757242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   </a:t>
            </a:r>
            <a:r>
              <a:rPr lang="zh-CN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该算法中每个皇后都要试探</a:t>
            </a:r>
            <a:r>
              <a:rPr lang="en-US" altLang="zh-CN" sz="2000" b="1" i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n</a:t>
            </a:r>
            <a:r>
              <a:rPr lang="zh-CN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列，共</a:t>
            </a:r>
            <a:r>
              <a:rPr lang="en-US" altLang="zh-CN" sz="2000" b="1" i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n</a:t>
            </a:r>
            <a:r>
              <a:rPr lang="zh-CN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个皇后，其解空间是一棵</a:t>
            </a:r>
            <a:r>
              <a:rPr lang="zh-CN" altLang="zh-CN" sz="2000" b="1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子集树</a:t>
            </a:r>
            <a:r>
              <a:rPr lang="zh-CN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，不同于前面一般的二叉树子集树，这里每个结点可能有</a:t>
            </a:r>
            <a:r>
              <a:rPr lang="en-US" altLang="zh-CN" sz="2000" b="1" i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n</a:t>
            </a:r>
            <a:r>
              <a:rPr lang="zh-CN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棵子树</a:t>
            </a:r>
            <a:r>
              <a:rPr lang="zh-CN" altLang="en-US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，</a:t>
            </a:r>
            <a:r>
              <a:rPr lang="zh-CN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对应的算法时间复杂度为</a:t>
            </a:r>
            <a:r>
              <a:rPr lang="en-US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O(</a:t>
            </a:r>
            <a:r>
              <a:rPr lang="en-US" altLang="zh-CN" sz="2000" b="1" i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n</a:t>
            </a:r>
            <a:r>
              <a:rPr lang="en-US" altLang="zh-CN" sz="2000" b="1" i="1" baseline="30000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n</a:t>
            </a:r>
            <a:r>
              <a:rPr lang="en-US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)</a:t>
            </a:r>
            <a:r>
              <a:rPr lang="zh-CN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。</a:t>
            </a:r>
            <a:endParaRPr lang="en-US" altLang="zh-CN" sz="2000" b="1" dirty="0" smtClean="0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   </a:t>
            </a:r>
            <a:r>
              <a:rPr lang="zh-CN" altLang="en-US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利用显式约束排除两个皇后在同一行或同一列的方法，可能解是（</a:t>
            </a:r>
            <a:r>
              <a:rPr lang="en-US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1,2</a:t>
            </a:r>
            <a:r>
              <a:rPr lang="zh-CN" altLang="en-US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，</a:t>
            </a:r>
            <a:r>
              <a:rPr lang="en-US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……</a:t>
            </a:r>
            <a:r>
              <a:rPr lang="zh-CN" altLang="en-US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，</a:t>
            </a:r>
            <a:r>
              <a:rPr lang="en-US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n</a:t>
            </a:r>
            <a:r>
              <a:rPr lang="zh-CN" altLang="en-US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）的一个排列，因此对应的解空间树中有</a:t>
            </a:r>
            <a:r>
              <a:rPr lang="en-US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n</a:t>
            </a:r>
            <a:r>
              <a:rPr lang="zh-CN" altLang="en-US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！个叶子节点，所以算法的时间复杂度可以降为</a:t>
            </a:r>
            <a:r>
              <a:rPr lang="en-US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O(n</a:t>
            </a:r>
            <a:r>
              <a:rPr lang="zh-CN" altLang="en-US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！</a:t>
            </a:r>
            <a:r>
              <a:rPr lang="en-US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) </a:t>
            </a:r>
            <a:r>
              <a:rPr lang="zh-CN" altLang="en-US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。</a:t>
            </a:r>
            <a:endParaRPr lang="zh-CN" altLang="zh-CN" sz="2000" b="1" dirty="0" smtClean="0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3"/>
          <p:cNvSpPr txBox="1">
            <a:spLocks noChangeArrowheads="1"/>
          </p:cNvSpPr>
          <p:nvPr/>
        </p:nvSpPr>
        <p:spPr bwMode="auto">
          <a:xfrm>
            <a:off x="558934" y="2206094"/>
            <a:ext cx="8137525" cy="255454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l">
              <a:lnSpc>
                <a:spcPct val="150000"/>
              </a:lnSpc>
              <a:spcBef>
                <a:spcPct val="50000"/>
              </a:spcBef>
            </a:pPr>
            <a:r>
              <a:rPr lang="zh-CN" altLang="en-US" sz="2000" b="1" dirty="0">
                <a:latin typeface="Consolas" pitchFamily="49" charset="0"/>
                <a:cs typeface="Consolas" pitchFamily="49" charset="0"/>
              </a:rPr>
              <a:t>　　</a:t>
            </a:r>
            <a:r>
              <a:rPr lang="zh-CN" altLang="pt-BR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有</a:t>
            </a:r>
            <a:r>
              <a:rPr lang="pt-BR" altLang="zh-CN" sz="2000" b="1" i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n</a:t>
            </a:r>
            <a:r>
              <a:rPr lang="zh-CN" altLang="pt-BR" sz="20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个重量分别为</a:t>
            </a:r>
            <a:r>
              <a:rPr lang="pt-BR" altLang="zh-CN" sz="20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{</a:t>
            </a:r>
            <a:r>
              <a:rPr lang="pt-BR" altLang="zh-CN" sz="2000" b="1" i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w</a:t>
            </a:r>
            <a:r>
              <a:rPr lang="pt-BR" altLang="zh-CN" sz="2000" b="1" baseline="-25000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1</a:t>
            </a:r>
            <a:r>
              <a:rPr lang="zh-CN" altLang="pt-BR" sz="20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，</a:t>
            </a:r>
            <a:r>
              <a:rPr lang="pt-BR" altLang="zh-CN" sz="2000" b="1" i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w</a:t>
            </a:r>
            <a:r>
              <a:rPr lang="pt-BR" altLang="zh-CN" sz="2000" b="1" baseline="-25000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2</a:t>
            </a:r>
            <a:r>
              <a:rPr lang="zh-CN" altLang="pt-BR" sz="20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，</a:t>
            </a:r>
            <a:r>
              <a:rPr lang="pt-BR" altLang="zh-CN" sz="20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…</a:t>
            </a:r>
            <a:r>
              <a:rPr lang="zh-CN" altLang="pt-BR" sz="20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，</a:t>
            </a:r>
            <a:r>
              <a:rPr lang="pt-BR" altLang="zh-CN" sz="2000" b="1" i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w</a:t>
            </a:r>
            <a:r>
              <a:rPr lang="pt-BR" altLang="zh-CN" sz="2000" b="1" i="1" baseline="-25000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n</a:t>
            </a:r>
            <a:r>
              <a:rPr lang="pt-BR" altLang="zh-CN" sz="20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}</a:t>
            </a:r>
            <a:r>
              <a:rPr lang="zh-CN" altLang="pt-BR" sz="20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的物品，它们的价值分别为</a:t>
            </a:r>
            <a:r>
              <a:rPr lang="pt-BR" altLang="zh-CN" sz="20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{</a:t>
            </a:r>
            <a:r>
              <a:rPr lang="pt-BR" altLang="zh-CN" sz="2000" b="1" i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v</a:t>
            </a:r>
            <a:r>
              <a:rPr lang="pt-BR" altLang="zh-CN" sz="2000" b="1" baseline="-25000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1</a:t>
            </a:r>
            <a:r>
              <a:rPr lang="zh-CN" altLang="pt-BR" sz="20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，</a:t>
            </a:r>
            <a:r>
              <a:rPr lang="pt-BR" altLang="zh-CN" sz="2000" b="1" i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v</a:t>
            </a:r>
            <a:r>
              <a:rPr lang="pt-BR" altLang="zh-CN" sz="2000" b="1" baseline="-25000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2</a:t>
            </a:r>
            <a:r>
              <a:rPr lang="zh-CN" altLang="pt-BR" sz="20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，</a:t>
            </a:r>
            <a:r>
              <a:rPr lang="pt-BR" altLang="zh-CN" sz="20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…</a:t>
            </a:r>
            <a:r>
              <a:rPr lang="zh-CN" altLang="pt-BR" sz="20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，</a:t>
            </a:r>
            <a:r>
              <a:rPr lang="pt-BR" altLang="zh-CN" sz="2000" b="1" i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v</a:t>
            </a:r>
            <a:r>
              <a:rPr lang="pt-BR" altLang="zh-CN" sz="2000" b="1" i="1" baseline="-25000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n</a:t>
            </a:r>
            <a:r>
              <a:rPr lang="pt-BR" altLang="zh-CN" sz="20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}</a:t>
            </a:r>
            <a:r>
              <a:rPr lang="zh-CN" altLang="pt-BR" sz="20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，给定一个容量为</a:t>
            </a:r>
            <a:r>
              <a:rPr lang="pt-BR" altLang="zh-CN" sz="2000" b="1" i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W</a:t>
            </a:r>
            <a:r>
              <a:rPr lang="zh-CN" altLang="pt-BR" sz="20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的背包</a:t>
            </a:r>
            <a:r>
              <a:rPr lang="zh-CN" altLang="pt-BR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。</a:t>
            </a:r>
            <a:endParaRPr lang="en-US" altLang="zh-CN" sz="2000" b="1" dirty="0" smtClean="0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  <a:p>
            <a:pPr algn="l">
              <a:lnSpc>
                <a:spcPct val="150000"/>
              </a:lnSpc>
              <a:spcBef>
                <a:spcPct val="50000"/>
              </a:spcBef>
            </a:pPr>
            <a:r>
              <a:rPr lang="en-US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    </a:t>
            </a:r>
            <a:r>
              <a:rPr lang="zh-CN" altLang="pt-BR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设计</a:t>
            </a:r>
            <a:r>
              <a:rPr lang="zh-CN" altLang="pt-BR" sz="20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从这些物品中选取一部分物品放入该背包的方案，每个物品要么选中要么不选中，要求选中的物品不仅能够放到背包中，而</a:t>
            </a:r>
            <a:r>
              <a:rPr lang="zh-CN" altLang="pt-BR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且</a:t>
            </a:r>
            <a:r>
              <a:rPr lang="zh-CN" altLang="en-US" sz="2000" b="1" dirty="0" smtClean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重量和恰好为</a:t>
            </a:r>
            <a:r>
              <a:rPr lang="en-US" altLang="zh-CN" sz="2000" b="1" i="1" dirty="0" smtClean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W</a:t>
            </a:r>
            <a:r>
              <a:rPr lang="zh-CN" altLang="pt-BR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具</a:t>
            </a:r>
            <a:r>
              <a:rPr lang="zh-CN" altLang="pt-BR" sz="20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有最大的价值</a:t>
            </a:r>
            <a:r>
              <a:rPr lang="zh-CN" altLang="pt-BR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。</a:t>
            </a:r>
            <a:endParaRPr lang="zh-CN" altLang="pt-BR" sz="2000" b="1" dirty="0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lvl="0"/>
            <a:r>
              <a:rPr lang="en-US" altLang="zh-CN" sz="3600" dirty="0" smtClean="0">
                <a:sym typeface="+mn-ea"/>
              </a:rPr>
              <a:t>求解0/1背包问题</a:t>
            </a:r>
          </a:p>
        </p:txBody>
      </p:sp>
      <p:sp>
        <p:nvSpPr>
          <p:cNvPr id="4" name="文本框 10"/>
          <p:cNvSpPr txBox="1"/>
          <p:nvPr/>
        </p:nvSpPr>
        <p:spPr>
          <a:xfrm>
            <a:off x="438539" y="1424459"/>
            <a:ext cx="2514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zh-CN" altLang="en-US" sz="2400" b="1" dirty="0" smtClean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一、</a:t>
            </a:r>
            <a:r>
              <a:rPr lang="zh-CN" altLang="en-US" sz="2400" b="1" dirty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问</a:t>
            </a:r>
            <a:r>
              <a:rPr lang="zh-CN" altLang="en-US" sz="2400" b="1" dirty="0" smtClean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题描述</a:t>
            </a:r>
            <a:endParaRPr lang="zh-CN" altLang="en-US" sz="2400" b="1" dirty="0">
              <a:solidFill>
                <a:srgbClr val="FF0000"/>
              </a:solidFill>
              <a:latin typeface="Consolas" pitchFamily="49" charset="0"/>
              <a:cs typeface="Consolas" pitchFamily="49" charset="0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ext Box 2"/>
          <p:cNvSpPr txBox="1">
            <a:spLocks noChangeArrowheads="1"/>
          </p:cNvSpPr>
          <p:nvPr/>
        </p:nvSpPr>
        <p:spPr bwMode="auto">
          <a:xfrm>
            <a:off x="372612" y="2166144"/>
            <a:ext cx="8429684" cy="193899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     </a:t>
            </a:r>
            <a:r>
              <a:rPr lang="zh-CN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用</a:t>
            </a:r>
            <a:r>
              <a:rPr lang="en-US" altLang="zh-CN" sz="2000" b="1" i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x</a:t>
            </a:r>
            <a:r>
              <a:rPr lang="en-US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[1..</a:t>
            </a:r>
            <a:r>
              <a:rPr lang="en-US" altLang="zh-CN" sz="2000" b="1" i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n</a:t>
            </a:r>
            <a:r>
              <a:rPr lang="en-US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]</a:t>
            </a:r>
            <a:r>
              <a:rPr lang="zh-CN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数组存放最优解，其中每个元素取</a:t>
            </a:r>
            <a:r>
              <a:rPr lang="en-US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1</a:t>
            </a:r>
            <a:r>
              <a:rPr lang="zh-CN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或</a:t>
            </a:r>
            <a:r>
              <a:rPr lang="en-US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0</a:t>
            </a:r>
            <a:r>
              <a:rPr lang="zh-CN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，</a:t>
            </a:r>
            <a:r>
              <a:rPr lang="en-US" altLang="zh-CN" sz="2000" b="1" i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x</a:t>
            </a:r>
            <a:r>
              <a:rPr lang="en-US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[</a:t>
            </a:r>
            <a:r>
              <a:rPr lang="en-US" altLang="zh-CN" sz="2000" b="1" i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i</a:t>
            </a:r>
            <a:r>
              <a:rPr lang="en-US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]=1</a:t>
            </a:r>
            <a:r>
              <a:rPr lang="zh-CN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表示第</a:t>
            </a:r>
            <a:r>
              <a:rPr lang="en-US" altLang="zh-CN" sz="2000" b="1" i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i</a:t>
            </a:r>
            <a:r>
              <a:rPr lang="zh-CN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个物品放入背包中，</a:t>
            </a:r>
            <a:r>
              <a:rPr lang="en-US" altLang="zh-CN" sz="2000" b="1" i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x</a:t>
            </a:r>
            <a:r>
              <a:rPr lang="en-US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[</a:t>
            </a:r>
            <a:r>
              <a:rPr lang="en-US" altLang="zh-CN" sz="2000" b="1" i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i</a:t>
            </a:r>
            <a:r>
              <a:rPr lang="en-US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]=0</a:t>
            </a:r>
            <a:r>
              <a:rPr lang="zh-CN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表示第</a:t>
            </a:r>
            <a:r>
              <a:rPr lang="en-US" altLang="zh-CN" sz="2000" b="1" i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i</a:t>
            </a:r>
            <a:r>
              <a:rPr lang="zh-CN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个物品不放入背包中。</a:t>
            </a:r>
            <a:endParaRPr lang="en-US" altLang="zh-CN" sz="2000" b="1" dirty="0" smtClean="0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     </a:t>
            </a:r>
            <a:r>
              <a:rPr lang="zh-CN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为了更清楚地描述算法，将这些给定的算法输入设计成全局变量。</a:t>
            </a:r>
          </a:p>
          <a:p>
            <a:pPr>
              <a:lnSpc>
                <a:spcPct val="150000"/>
              </a:lnSpc>
            </a:pPr>
            <a:r>
              <a:rPr lang="en-US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     </a:t>
            </a:r>
            <a:r>
              <a:rPr lang="zh-CN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这是一个求</a:t>
            </a:r>
            <a:r>
              <a:rPr lang="zh-CN" altLang="zh-CN" sz="2000" b="1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最优解</a:t>
            </a:r>
            <a:r>
              <a:rPr lang="zh-CN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问题。</a:t>
            </a:r>
            <a:endParaRPr lang="zh-CN" altLang="zh-CN" sz="2000" b="1" dirty="0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4" name="文本占位符 5"/>
          <p:cNvSpPr>
            <a:spLocks noGrp="1"/>
          </p:cNvSpPr>
          <p:nvPr>
            <p:ph type="body" sz="quarter" idx="13"/>
          </p:nvPr>
        </p:nvSpPr>
        <p:spPr>
          <a:xfrm>
            <a:off x="-498107" y="261275"/>
            <a:ext cx="7262260" cy="864000"/>
          </a:xfrm>
        </p:spPr>
        <p:txBody>
          <a:bodyPr/>
          <a:lstStyle/>
          <a:p>
            <a:pPr lvl="0"/>
            <a:r>
              <a:rPr lang="en-US" altLang="zh-CN" sz="3600" dirty="0" smtClean="0">
                <a:sym typeface="+mn-ea"/>
              </a:rPr>
              <a:t>求解0/1背包问题</a:t>
            </a:r>
          </a:p>
        </p:txBody>
      </p:sp>
      <p:sp>
        <p:nvSpPr>
          <p:cNvPr id="5" name="文本框 10"/>
          <p:cNvSpPr txBox="1"/>
          <p:nvPr/>
        </p:nvSpPr>
        <p:spPr>
          <a:xfrm>
            <a:off x="438539" y="1424459"/>
            <a:ext cx="2514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zh-CN" altLang="en-US" sz="2400" b="1" dirty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二、问题分析</a:t>
            </a: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ext Box 2"/>
          <p:cNvSpPr txBox="1">
            <a:spLocks noChangeArrowheads="1"/>
          </p:cNvSpPr>
          <p:nvPr/>
        </p:nvSpPr>
        <p:spPr bwMode="auto">
          <a:xfrm>
            <a:off x="285720" y="1098630"/>
            <a:ext cx="8351838" cy="1323439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lnSpc>
                <a:spcPts val="3200"/>
              </a:lnSpc>
            </a:pPr>
            <a:r>
              <a:rPr lang="en-US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    </a:t>
            </a:r>
            <a:r>
              <a:rPr lang="zh-CN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对第</a:t>
            </a:r>
            <a:r>
              <a:rPr lang="en-US" altLang="zh-CN" sz="2000" b="1" i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i</a:t>
            </a:r>
            <a:r>
              <a:rPr lang="zh-CN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层上的某个</a:t>
            </a:r>
            <a:r>
              <a:rPr lang="zh-CN" altLang="en-US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分枝</a:t>
            </a:r>
            <a:r>
              <a:rPr lang="zh-CN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结点，对应的状态为</a:t>
            </a:r>
            <a:r>
              <a:rPr lang="en-US" altLang="zh-CN" sz="2000" b="1" dirty="0" smtClean="0">
                <a:solidFill>
                  <a:srgbClr val="FF000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Knapsack</a:t>
            </a:r>
            <a:r>
              <a:rPr lang="en-US" altLang="zh-CN" sz="2000" b="1" dirty="0" smtClean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(</a:t>
            </a:r>
            <a:r>
              <a:rPr lang="en-US" altLang="zh-CN" sz="2000" b="1" i="1" dirty="0" smtClean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i</a:t>
            </a:r>
            <a:r>
              <a:rPr lang="zh-CN" altLang="zh-CN" sz="2000" b="1" dirty="0" smtClean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，</a:t>
            </a:r>
            <a:r>
              <a:rPr lang="en-US" altLang="zh-CN" sz="2000" b="1" dirty="0" smtClean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tw</a:t>
            </a:r>
            <a:r>
              <a:rPr lang="zh-CN" altLang="zh-CN" sz="2000" b="1" dirty="0" smtClean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，</a:t>
            </a:r>
            <a:r>
              <a:rPr lang="en-US" altLang="zh-CN" sz="2000" b="1" dirty="0" smtClean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tv</a:t>
            </a:r>
            <a:r>
              <a:rPr lang="zh-CN" altLang="zh-CN" sz="2000" b="1" dirty="0" smtClean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，</a:t>
            </a:r>
            <a:r>
              <a:rPr lang="en-US" altLang="zh-CN" sz="2000" b="1" dirty="0" smtClean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op)</a:t>
            </a:r>
            <a:r>
              <a:rPr lang="zh-CN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，其中</a:t>
            </a:r>
            <a:r>
              <a:rPr lang="en-US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tw</a:t>
            </a:r>
            <a:r>
              <a:rPr lang="zh-CN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表示装入背包中的物品总重量，</a:t>
            </a:r>
            <a:r>
              <a:rPr lang="en-US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tv</a:t>
            </a:r>
            <a:r>
              <a:rPr lang="zh-CN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表示背包中物品总价值，</a:t>
            </a:r>
            <a:r>
              <a:rPr lang="en-US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op</a:t>
            </a:r>
            <a:r>
              <a:rPr lang="zh-CN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记录一个解向量。该状态的两种</a:t>
            </a:r>
            <a:r>
              <a:rPr lang="zh-CN" altLang="zh-CN" sz="2000" b="1" dirty="0" smtClean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扩展</a:t>
            </a:r>
            <a:r>
              <a:rPr lang="zh-CN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如下：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8596" y="4841100"/>
            <a:ext cx="835824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200"/>
              </a:lnSpc>
            </a:pPr>
            <a:r>
              <a:rPr lang="en-US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    </a:t>
            </a:r>
            <a:r>
              <a:rPr lang="zh-CN" altLang="zh-CN" sz="2000" b="1" dirty="0" smtClean="0">
                <a:solidFill>
                  <a:srgbClr val="9900FF"/>
                </a:solidFill>
                <a:latin typeface="Consolas" pitchFamily="49" charset="0"/>
                <a:cs typeface="Consolas" pitchFamily="49" charset="0"/>
              </a:rPr>
              <a:t>叶子结点</a:t>
            </a:r>
            <a:r>
              <a:rPr lang="zh-CN" altLang="zh-CN" sz="2000" b="1" dirty="0" smtClean="0">
                <a:solidFill>
                  <a:srgbClr val="006600"/>
                </a:solidFill>
                <a:latin typeface="Consolas" pitchFamily="49" charset="0"/>
                <a:cs typeface="Consolas" pitchFamily="49" charset="0"/>
              </a:rPr>
              <a:t>表示已经对</a:t>
            </a:r>
            <a:r>
              <a:rPr lang="en-US" altLang="zh-CN" sz="2000" b="1" i="1" dirty="0" smtClean="0">
                <a:solidFill>
                  <a:srgbClr val="006600"/>
                </a:solidFill>
                <a:latin typeface="Consolas" pitchFamily="49" charset="0"/>
                <a:cs typeface="Consolas" pitchFamily="49" charset="0"/>
              </a:rPr>
              <a:t>n</a:t>
            </a:r>
            <a:r>
              <a:rPr lang="zh-CN" altLang="zh-CN" sz="2000" b="1" dirty="0" smtClean="0">
                <a:solidFill>
                  <a:srgbClr val="006600"/>
                </a:solidFill>
                <a:latin typeface="Consolas" pitchFamily="49" charset="0"/>
                <a:cs typeface="Consolas" pitchFamily="49" charset="0"/>
              </a:rPr>
              <a:t>个物品做了决策，对应一个解。对所有叶子结点进行比较求出满足</a:t>
            </a:r>
            <a:r>
              <a:rPr lang="en-US" altLang="zh-CN" sz="2000" b="1" dirty="0" smtClean="0">
                <a:solidFill>
                  <a:srgbClr val="006600"/>
                </a:solidFill>
                <a:latin typeface="Consolas" pitchFamily="49" charset="0"/>
                <a:cs typeface="Consolas" pitchFamily="49" charset="0"/>
              </a:rPr>
              <a:t>tw=</a:t>
            </a:r>
            <a:r>
              <a:rPr lang="en-US" altLang="zh-CN" sz="2000" b="1" i="1" dirty="0" smtClean="0">
                <a:solidFill>
                  <a:srgbClr val="006600"/>
                </a:solidFill>
                <a:latin typeface="Consolas" pitchFamily="49" charset="0"/>
                <a:cs typeface="Consolas" pitchFamily="49" charset="0"/>
              </a:rPr>
              <a:t>W</a:t>
            </a:r>
            <a:r>
              <a:rPr lang="zh-CN" altLang="zh-CN" sz="2000" b="1" dirty="0" smtClean="0">
                <a:solidFill>
                  <a:srgbClr val="006600"/>
                </a:solidFill>
                <a:latin typeface="Consolas" pitchFamily="49" charset="0"/>
                <a:cs typeface="Consolas" pitchFamily="49" charset="0"/>
              </a:rPr>
              <a:t>的最大</a:t>
            </a:r>
            <a:r>
              <a:rPr lang="en-US" altLang="zh-CN" sz="2000" b="1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tv</a:t>
            </a:r>
            <a:r>
              <a:rPr lang="en-US" altLang="zh-CN" sz="2000" b="1" dirty="0" smtClean="0">
                <a:solidFill>
                  <a:srgbClr val="006600"/>
                </a:solidFill>
                <a:latin typeface="Consolas" pitchFamily="49" charset="0"/>
                <a:cs typeface="Consolas" pitchFamily="49" charset="0"/>
              </a:rPr>
              <a:t>(</a:t>
            </a:r>
            <a:r>
              <a:rPr lang="zh-CN" altLang="zh-CN" sz="2000" b="1" dirty="0" smtClean="0">
                <a:solidFill>
                  <a:srgbClr val="006600"/>
                </a:solidFill>
                <a:latin typeface="Consolas" pitchFamily="49" charset="0"/>
                <a:cs typeface="Consolas" pitchFamily="49" charset="0"/>
              </a:rPr>
              <a:t>用</a:t>
            </a:r>
            <a:r>
              <a:rPr lang="en-US" altLang="zh-CN" sz="2000" b="1" dirty="0" smtClean="0">
                <a:solidFill>
                  <a:srgbClr val="006600"/>
                </a:solidFill>
                <a:latin typeface="Consolas" pitchFamily="49" charset="0"/>
                <a:cs typeface="Consolas" pitchFamily="49" charset="0"/>
              </a:rPr>
              <a:t>maxv</a:t>
            </a:r>
            <a:r>
              <a:rPr lang="zh-CN" altLang="zh-CN" sz="2000" b="1" dirty="0" smtClean="0">
                <a:solidFill>
                  <a:srgbClr val="006600"/>
                </a:solidFill>
                <a:latin typeface="Consolas" pitchFamily="49" charset="0"/>
                <a:cs typeface="Consolas" pitchFamily="49" charset="0"/>
              </a:rPr>
              <a:t>表示</a:t>
            </a:r>
            <a:r>
              <a:rPr lang="en-US" altLang="zh-CN" sz="2000" b="1" dirty="0" smtClean="0">
                <a:solidFill>
                  <a:srgbClr val="006600"/>
                </a:solidFill>
                <a:latin typeface="Consolas" pitchFamily="49" charset="0"/>
                <a:cs typeface="Consolas" pitchFamily="49" charset="0"/>
              </a:rPr>
              <a:t>)</a:t>
            </a:r>
            <a:r>
              <a:rPr lang="zh-CN" altLang="zh-CN" sz="2000" b="1" dirty="0" smtClean="0">
                <a:solidFill>
                  <a:srgbClr val="006600"/>
                </a:solidFill>
                <a:latin typeface="Consolas" pitchFamily="49" charset="0"/>
                <a:cs typeface="Consolas" pitchFamily="49" charset="0"/>
              </a:rPr>
              <a:t>，对应的最优解</a:t>
            </a:r>
            <a:r>
              <a:rPr lang="en-US" altLang="zh-CN" sz="2000" b="1" dirty="0" smtClean="0">
                <a:solidFill>
                  <a:srgbClr val="006600"/>
                </a:solidFill>
                <a:latin typeface="Consolas" pitchFamily="49" charset="0"/>
                <a:cs typeface="Consolas" pitchFamily="49" charset="0"/>
              </a:rPr>
              <a:t>op</a:t>
            </a:r>
            <a:r>
              <a:rPr lang="zh-CN" altLang="zh-CN" sz="2000" b="1" dirty="0" smtClean="0">
                <a:solidFill>
                  <a:srgbClr val="006600"/>
                </a:solidFill>
                <a:latin typeface="Consolas" pitchFamily="49" charset="0"/>
                <a:cs typeface="Consolas" pitchFamily="49" charset="0"/>
              </a:rPr>
              <a:t>存放到</a:t>
            </a:r>
            <a:r>
              <a:rPr lang="en-US" altLang="zh-CN" sz="2000" b="1" i="1" dirty="0" smtClean="0">
                <a:solidFill>
                  <a:srgbClr val="006600"/>
                </a:solidFill>
                <a:latin typeface="Consolas" pitchFamily="49" charset="0"/>
                <a:cs typeface="Consolas" pitchFamily="49" charset="0"/>
              </a:rPr>
              <a:t>x</a:t>
            </a:r>
            <a:r>
              <a:rPr lang="zh-CN" altLang="zh-CN" sz="2000" b="1" dirty="0" smtClean="0">
                <a:solidFill>
                  <a:srgbClr val="006600"/>
                </a:solidFill>
                <a:latin typeface="Consolas" pitchFamily="49" charset="0"/>
                <a:cs typeface="Consolas" pitchFamily="49" charset="0"/>
              </a:rPr>
              <a:t>中。</a:t>
            </a:r>
            <a:endParaRPr lang="zh-CN" altLang="en-US" sz="2000" b="1" dirty="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85720" y="2555084"/>
            <a:ext cx="8572560" cy="1942547"/>
          </a:xfrm>
          <a:prstGeom prst="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144000" tIns="144000" rIns="144000" bIns="14400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800" b="1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    </a:t>
            </a:r>
            <a:r>
              <a:rPr lang="zh-CN" altLang="zh-CN" sz="1800" b="1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（</a:t>
            </a:r>
            <a:r>
              <a:rPr lang="en-US" altLang="zh-CN" sz="1800" b="1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1</a:t>
            </a:r>
            <a:r>
              <a:rPr lang="zh-CN" altLang="zh-CN" sz="1800" b="1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）选择第</a:t>
            </a:r>
            <a:r>
              <a:rPr lang="en-US" altLang="zh-CN" sz="1800" b="1" i="1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i</a:t>
            </a:r>
            <a:r>
              <a:rPr lang="zh-CN" altLang="zh-CN" sz="1800" b="1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个物品放入背包：</a:t>
            </a:r>
            <a:r>
              <a:rPr lang="en-US" altLang="zh-CN" sz="18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op[</a:t>
            </a:r>
            <a:r>
              <a:rPr lang="en-US" altLang="zh-CN" sz="1800" b="1" i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i</a:t>
            </a:r>
            <a:r>
              <a:rPr lang="en-US" altLang="zh-CN" sz="18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]=1</a:t>
            </a:r>
            <a:r>
              <a:rPr lang="zh-CN" altLang="zh-CN" sz="18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，</a:t>
            </a:r>
            <a:r>
              <a:rPr lang="en-US" altLang="zh-CN" sz="18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tw=tw+</a:t>
            </a:r>
            <a:r>
              <a:rPr lang="en-US" altLang="zh-CN" sz="1800" b="1" i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w</a:t>
            </a:r>
            <a:r>
              <a:rPr lang="en-US" altLang="zh-CN" sz="18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[</a:t>
            </a:r>
            <a:r>
              <a:rPr lang="en-US" altLang="zh-CN" sz="1800" b="1" i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i</a:t>
            </a:r>
            <a:r>
              <a:rPr lang="en-US" altLang="zh-CN" sz="18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]</a:t>
            </a:r>
            <a:r>
              <a:rPr lang="zh-CN" altLang="zh-CN" sz="18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，</a:t>
            </a:r>
            <a:r>
              <a:rPr lang="en-US" altLang="zh-CN" sz="18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tv=tv+</a:t>
            </a:r>
            <a:r>
              <a:rPr lang="en-US" altLang="zh-CN" sz="1800" b="1" i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v</a:t>
            </a:r>
            <a:r>
              <a:rPr lang="en-US" altLang="zh-CN" sz="18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[</a:t>
            </a:r>
            <a:r>
              <a:rPr lang="en-US" altLang="zh-CN" sz="1800" b="1" i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i</a:t>
            </a:r>
            <a:r>
              <a:rPr lang="en-US" altLang="zh-CN" sz="18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]</a:t>
            </a:r>
            <a:r>
              <a:rPr lang="zh-CN" altLang="zh-CN" sz="18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，转向下一个状态</a:t>
            </a:r>
            <a:r>
              <a:rPr lang="en-US" altLang="zh-CN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Knapsack </a:t>
            </a:r>
            <a:r>
              <a:rPr lang="en-US" altLang="zh-CN" sz="18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(</a:t>
            </a:r>
            <a:r>
              <a:rPr lang="en-US" altLang="zh-CN" sz="1800" b="1" i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i</a:t>
            </a:r>
            <a:r>
              <a:rPr lang="en-US" altLang="zh-CN" sz="18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+1</a:t>
            </a:r>
            <a:r>
              <a:rPr lang="zh-CN" altLang="zh-CN" sz="18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，</a:t>
            </a:r>
            <a:r>
              <a:rPr lang="en-US" altLang="zh-CN" sz="18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tw</a:t>
            </a:r>
            <a:r>
              <a:rPr lang="zh-CN" altLang="zh-CN" sz="18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，</a:t>
            </a:r>
            <a:r>
              <a:rPr lang="en-US" altLang="zh-CN" sz="18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tv</a:t>
            </a:r>
            <a:r>
              <a:rPr lang="zh-CN" altLang="zh-CN" sz="18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，</a:t>
            </a:r>
            <a:r>
              <a:rPr lang="en-US" altLang="zh-CN" sz="18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op)</a:t>
            </a:r>
            <a:r>
              <a:rPr lang="zh-CN" altLang="zh-CN" sz="18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。该决策对应左</a:t>
            </a:r>
            <a:r>
              <a:rPr lang="zh-CN" altLang="en-US" sz="18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分枝</a:t>
            </a:r>
            <a:r>
              <a:rPr lang="zh-CN" altLang="zh-CN" sz="18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。</a:t>
            </a:r>
          </a:p>
          <a:p>
            <a:pPr>
              <a:lnSpc>
                <a:spcPts val="3200"/>
              </a:lnSpc>
            </a:pPr>
            <a:r>
              <a:rPr lang="en-US" altLang="zh-CN" sz="1800" b="1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    </a:t>
            </a:r>
            <a:r>
              <a:rPr lang="zh-CN" altLang="zh-CN" sz="1800" b="1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（</a:t>
            </a:r>
            <a:r>
              <a:rPr lang="en-US" altLang="zh-CN" sz="1800" b="1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2</a:t>
            </a:r>
            <a:r>
              <a:rPr lang="zh-CN" altLang="zh-CN" sz="1800" b="1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）不选择第</a:t>
            </a:r>
            <a:r>
              <a:rPr lang="en-US" altLang="zh-CN" sz="1800" b="1" i="1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i</a:t>
            </a:r>
            <a:r>
              <a:rPr lang="zh-CN" altLang="zh-CN" sz="1800" b="1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个物品放入背包：</a:t>
            </a:r>
            <a:r>
              <a:rPr lang="en-US" altLang="zh-CN" sz="18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op[</a:t>
            </a:r>
            <a:r>
              <a:rPr lang="en-US" altLang="zh-CN" sz="1800" b="1" i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i</a:t>
            </a:r>
            <a:r>
              <a:rPr lang="en-US" altLang="zh-CN" sz="18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]=0</a:t>
            </a:r>
            <a:r>
              <a:rPr lang="zh-CN" altLang="zh-CN" sz="18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，</a:t>
            </a:r>
            <a:r>
              <a:rPr lang="en-US" altLang="zh-CN" sz="18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tw</a:t>
            </a:r>
            <a:r>
              <a:rPr lang="zh-CN" altLang="zh-CN" sz="18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不变，</a:t>
            </a:r>
            <a:r>
              <a:rPr lang="en-US" altLang="zh-CN" sz="18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tv</a:t>
            </a:r>
            <a:r>
              <a:rPr lang="zh-CN" altLang="zh-CN" sz="18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不变，转向下一个状态</a:t>
            </a:r>
            <a:r>
              <a:rPr lang="en-US" altLang="zh-CN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Knapsack </a:t>
            </a:r>
            <a:r>
              <a:rPr lang="en-US" altLang="zh-CN" sz="18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(</a:t>
            </a:r>
            <a:r>
              <a:rPr lang="en-US" altLang="zh-CN" sz="1800" b="1" i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i</a:t>
            </a:r>
            <a:r>
              <a:rPr lang="en-US" altLang="zh-CN" sz="18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+1</a:t>
            </a:r>
            <a:r>
              <a:rPr lang="zh-CN" altLang="zh-CN" sz="18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，</a:t>
            </a:r>
            <a:r>
              <a:rPr lang="en-US" altLang="zh-CN" sz="18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tw</a:t>
            </a:r>
            <a:r>
              <a:rPr lang="zh-CN" altLang="zh-CN" sz="18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，</a:t>
            </a:r>
            <a:r>
              <a:rPr lang="en-US" altLang="zh-CN" sz="18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tv</a:t>
            </a:r>
            <a:r>
              <a:rPr lang="zh-CN" altLang="zh-CN" sz="18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，</a:t>
            </a:r>
            <a:r>
              <a:rPr lang="en-US" altLang="zh-CN" sz="18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op)</a:t>
            </a:r>
            <a:r>
              <a:rPr lang="zh-CN" altLang="zh-CN" sz="18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。该决策对应右</a:t>
            </a:r>
            <a:r>
              <a:rPr lang="zh-CN" altLang="en-US" sz="18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分枝</a:t>
            </a:r>
            <a:r>
              <a:rPr lang="zh-CN" altLang="zh-CN" sz="18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。</a:t>
            </a:r>
            <a:endParaRPr lang="zh-CN" altLang="en-US" sz="1800" b="1" dirty="0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2616" name="Group 104"/>
          <p:cNvGraphicFramePr>
            <a:graphicFrameLocks noGrp="1"/>
          </p:cNvGraphicFramePr>
          <p:nvPr/>
        </p:nvGraphicFramePr>
        <p:xfrm>
          <a:off x="1071538" y="2226936"/>
          <a:ext cx="5500725" cy="2209688"/>
        </p:xfrm>
        <a:graphic>
          <a:graphicData uri="http://schemas.openxmlformats.org/drawingml/2006/table">
            <a:tbl>
              <a:tblPr>
                <a:tableStyleId>{69CF1AB2-1976-4502-BF36-3FF5EA218861}</a:tableStyleId>
              </a:tblPr>
              <a:tblGrid>
                <a:gridCol w="1833575"/>
                <a:gridCol w="1833575"/>
                <a:gridCol w="1833575"/>
              </a:tblGrid>
              <a:tr h="42862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26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pt-BR" sz="2000" b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  <a:ea typeface="楷体" panose="02010609060101010101" pitchFamily="49" charset="-122"/>
                          <a:cs typeface="Consolas" panose="020B0609020204030204" pitchFamily="49" charset="0"/>
                        </a:rPr>
                        <a:t>物品编号</a:t>
                      </a:r>
                      <a:endParaRPr kumimoji="0" lang="zh-CN" altLang="pt-BR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90000" marR="9000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26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pt-BR" sz="2000" b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  <a:ea typeface="楷体" panose="02010609060101010101" pitchFamily="49" charset="-122"/>
                          <a:cs typeface="Consolas" panose="020B0609020204030204" pitchFamily="49" charset="0"/>
                        </a:rPr>
                        <a:t>重量</a:t>
                      </a:r>
                      <a:endParaRPr kumimoji="0" lang="zh-CN" altLang="pt-BR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90000" marR="9000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26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pt-BR" sz="2000" b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  <a:ea typeface="楷体" panose="02010609060101010101" pitchFamily="49" charset="-122"/>
                          <a:cs typeface="Consolas" panose="020B0609020204030204" pitchFamily="49" charset="0"/>
                        </a:rPr>
                        <a:t>价值</a:t>
                      </a:r>
                      <a:endParaRPr kumimoji="0" lang="zh-CN" altLang="pt-BR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90000" marR="90000" marT="0" marB="0" horzOverflow="overflow"/>
                </a:tc>
              </a:tr>
              <a:tr h="4638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26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pt-BR" altLang="zh-CN" sz="2000" b="1" u="none" strike="noStrike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ea typeface="楷体" panose="02010609060101010101" pitchFamily="49" charset="-122"/>
                          <a:cs typeface="Consolas" panose="020B0609020204030204" pitchFamily="49" charset="0"/>
                        </a:rPr>
                        <a:t>1</a:t>
                      </a:r>
                      <a:endParaRPr kumimoji="0" lang="pt-BR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90000" marR="9000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26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pt-BR" altLang="zh-CN" sz="2000" b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ea typeface="楷体" panose="02010609060101010101" pitchFamily="49" charset="-122"/>
                          <a:cs typeface="Consolas" panose="020B0609020204030204" pitchFamily="49" charset="0"/>
                        </a:rPr>
                        <a:t>5</a:t>
                      </a:r>
                      <a:endParaRPr kumimoji="0" lang="pt-BR" altLang="zh-CN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90000" marR="9000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26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pt-BR" altLang="zh-CN" sz="2000" b="1" u="none" strike="noStrike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ea typeface="楷体" panose="02010609060101010101" pitchFamily="49" charset="-122"/>
                          <a:cs typeface="Consolas" panose="020B0609020204030204" pitchFamily="49" charset="0"/>
                        </a:rPr>
                        <a:t>4</a:t>
                      </a:r>
                      <a:endParaRPr kumimoji="0" lang="pt-BR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90000" marR="90000" marT="0" marB="0" horzOverflow="overflow"/>
                </a:tc>
              </a:tr>
              <a:tr h="4276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26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pt-BR" altLang="zh-CN" sz="2000" b="1" u="none" strike="noStrike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ea typeface="楷体" panose="02010609060101010101" pitchFamily="49" charset="-122"/>
                          <a:cs typeface="Consolas" panose="020B0609020204030204" pitchFamily="49" charset="0"/>
                        </a:rPr>
                        <a:t>2</a:t>
                      </a:r>
                      <a:endParaRPr kumimoji="0" lang="pt-BR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90000" marR="9000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26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pt-BR" altLang="zh-CN" sz="2000" b="1" u="none" strike="noStrike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ea typeface="楷体" panose="02010609060101010101" pitchFamily="49" charset="-122"/>
                          <a:cs typeface="Consolas" panose="020B0609020204030204" pitchFamily="49" charset="0"/>
                        </a:rPr>
                        <a:t>3</a:t>
                      </a:r>
                      <a:endParaRPr kumimoji="0" lang="pt-BR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90000" marR="9000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26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pt-BR" altLang="zh-CN" sz="2000" b="1" u="none" strike="noStrike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ea typeface="楷体" panose="02010609060101010101" pitchFamily="49" charset="-122"/>
                          <a:cs typeface="Consolas" panose="020B0609020204030204" pitchFamily="49" charset="0"/>
                        </a:rPr>
                        <a:t>4</a:t>
                      </a:r>
                      <a:endParaRPr kumimoji="0" lang="pt-BR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90000" marR="90000" marT="0" marB="0" horzOverflow="overflow"/>
                </a:tc>
              </a:tr>
              <a:tr h="4628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26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pt-BR" altLang="zh-CN" sz="2000" b="1" u="none" strike="noStrike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ea typeface="楷体" panose="02010609060101010101" pitchFamily="49" charset="-122"/>
                          <a:cs typeface="Consolas" panose="020B0609020204030204" pitchFamily="49" charset="0"/>
                        </a:rPr>
                        <a:t>3</a:t>
                      </a:r>
                      <a:endParaRPr kumimoji="0" lang="pt-BR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90000" marR="9000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26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pt-BR" altLang="zh-CN" sz="2000" b="1" u="none" strike="noStrike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ea typeface="楷体" panose="02010609060101010101" pitchFamily="49" charset="-122"/>
                          <a:cs typeface="Consolas" panose="020B0609020204030204" pitchFamily="49" charset="0"/>
                        </a:rPr>
                        <a:t>2</a:t>
                      </a:r>
                      <a:endParaRPr kumimoji="0" lang="pt-BR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90000" marR="9000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26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pt-BR" altLang="zh-CN" sz="2000" b="1" u="none" strike="noStrike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ea typeface="楷体" panose="02010609060101010101" pitchFamily="49" charset="-122"/>
                          <a:cs typeface="Consolas" panose="020B0609020204030204" pitchFamily="49" charset="0"/>
                        </a:rPr>
                        <a:t>3</a:t>
                      </a:r>
                      <a:endParaRPr kumimoji="0" lang="pt-BR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90000" marR="90000" marT="0" marB="0" horzOverflow="overflow"/>
                </a:tc>
              </a:tr>
              <a:tr h="42667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26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pt-BR" altLang="zh-CN" sz="2000" b="1" u="none" strike="noStrike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ea typeface="楷体" panose="02010609060101010101" pitchFamily="49" charset="-122"/>
                          <a:cs typeface="Consolas" panose="020B0609020204030204" pitchFamily="49" charset="0"/>
                        </a:rPr>
                        <a:t>4</a:t>
                      </a:r>
                      <a:endParaRPr kumimoji="0" lang="pt-BR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90000" marR="9000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26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pt-BR" altLang="zh-CN" sz="2000" b="1" u="none" strike="noStrike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ea typeface="楷体" panose="02010609060101010101" pitchFamily="49" charset="-122"/>
                          <a:cs typeface="Consolas" panose="020B0609020204030204" pitchFamily="49" charset="0"/>
                        </a:rPr>
                        <a:t>1</a:t>
                      </a:r>
                      <a:endParaRPr kumimoji="0" lang="pt-BR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90000" marR="9000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26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pt-BR" altLang="zh-CN" sz="2000" b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ea typeface="楷体" panose="02010609060101010101" pitchFamily="49" charset="-122"/>
                          <a:cs typeface="Consolas" panose="020B0609020204030204" pitchFamily="49" charset="0"/>
                        </a:rPr>
                        <a:t>1</a:t>
                      </a:r>
                      <a:endParaRPr kumimoji="0" lang="pt-BR" altLang="zh-CN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onsolas" panose="020B0609020204030204" pitchFamily="49" charset="0"/>
                        <a:ea typeface="楷体" panose="02010609060101010101" pitchFamily="49" charset="-122"/>
                        <a:cs typeface="Consolas" panose="020B0609020204030204" pitchFamily="49" charset="0"/>
                      </a:endParaRPr>
                    </a:p>
                  </a:txBody>
                  <a:tcPr marL="90000" marR="90000" marT="0" marB="0" horzOverflow="overflow"/>
                </a:tc>
              </a:tr>
            </a:tbl>
          </a:graphicData>
        </a:graphic>
      </p:graphicFrame>
      <p:sp>
        <p:nvSpPr>
          <p:cNvPr id="4125" name="Text Box 103"/>
          <p:cNvSpPr txBox="1">
            <a:spLocks noChangeArrowheads="1"/>
          </p:cNvSpPr>
          <p:nvPr/>
        </p:nvSpPr>
        <p:spPr bwMode="auto">
          <a:xfrm>
            <a:off x="358775" y="1583994"/>
            <a:ext cx="3498845" cy="4001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0/1</a:t>
            </a:r>
            <a:r>
              <a:rPr lang="zh-CN" altLang="en-US" sz="2000" b="1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背包问</a:t>
            </a:r>
            <a:r>
              <a:rPr lang="zh-CN" altLang="en-US" sz="20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题（</a:t>
            </a:r>
            <a:r>
              <a:rPr lang="en-US" altLang="zh-CN" sz="2000" b="1" i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W</a:t>
            </a:r>
            <a:r>
              <a:rPr lang="en-US" altLang="zh-CN" sz="20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=6</a:t>
            </a:r>
            <a:r>
              <a:rPr lang="zh-CN" altLang="en-US" sz="20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）：</a:t>
            </a:r>
            <a:endParaRPr lang="zh-CN" altLang="en-US" sz="2000" b="1" dirty="0">
              <a:solidFill>
                <a:srgbClr val="0000FF"/>
              </a:solidFill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7" name="文本占位符 5"/>
          <p:cNvSpPr>
            <a:spLocks noGrp="1"/>
          </p:cNvSpPr>
          <p:nvPr>
            <p:ph type="body" sz="quarter" idx="13"/>
          </p:nvPr>
        </p:nvSpPr>
        <p:spPr>
          <a:xfrm>
            <a:off x="-498107" y="261275"/>
            <a:ext cx="7262260" cy="864000"/>
          </a:xfrm>
        </p:spPr>
        <p:txBody>
          <a:bodyPr/>
          <a:lstStyle/>
          <a:p>
            <a:pPr lvl="0"/>
            <a:r>
              <a:rPr lang="en-US" altLang="zh-CN" sz="3600" dirty="0" smtClean="0">
                <a:sym typeface="+mn-ea"/>
              </a:rPr>
              <a:t>求解0/1背包问题</a:t>
            </a: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/>
          <p:cNvSpPr/>
          <p:nvPr/>
        </p:nvSpPr>
        <p:spPr>
          <a:xfrm>
            <a:off x="71406" y="5336552"/>
            <a:ext cx="580496" cy="396000"/>
          </a:xfrm>
          <a:prstGeom prst="ellipse">
            <a:avLst/>
          </a:prstGeom>
          <a:solidFill>
            <a:srgbClr val="0066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400" b="1" spc="-150" smtClean="0">
                <a:latin typeface="Consolas" panose="020B0609020204030204" pitchFamily="49" charset="0"/>
                <a:cs typeface="Consolas" panose="020B0609020204030204" pitchFamily="49" charset="0"/>
              </a:rPr>
              <a:t>11,12</a:t>
            </a:r>
            <a:endParaRPr lang="zh-CN" altLang="en-US" sz="1400" b="1" spc="-15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" name="椭圆 2"/>
          <p:cNvSpPr/>
          <p:nvPr/>
        </p:nvSpPr>
        <p:spPr>
          <a:xfrm>
            <a:off x="604810" y="5336552"/>
            <a:ext cx="571504" cy="396000"/>
          </a:xfrm>
          <a:prstGeom prst="ellipse">
            <a:avLst/>
          </a:prstGeom>
          <a:solidFill>
            <a:srgbClr val="0066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400" b="1" spc="-150" smtClean="0">
                <a:latin typeface="Consolas" panose="020B0609020204030204" pitchFamily="49" charset="0"/>
                <a:cs typeface="Consolas" panose="020B0609020204030204" pitchFamily="49" charset="0"/>
              </a:rPr>
              <a:t>10,11</a:t>
            </a:r>
            <a:endParaRPr lang="zh-CN" altLang="en-US" sz="1400" b="1" spc="-15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椭圆 3"/>
          <p:cNvSpPr/>
          <p:nvPr/>
        </p:nvSpPr>
        <p:spPr>
          <a:xfrm>
            <a:off x="285720" y="4407858"/>
            <a:ext cx="714380" cy="468000"/>
          </a:xfrm>
          <a:prstGeom prst="ellipse">
            <a:avLst/>
          </a:prstGeom>
          <a:solidFill>
            <a:srgbClr val="0066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400" b="1" smtClean="0">
                <a:latin typeface="Consolas" panose="020B0609020204030204" pitchFamily="49" charset="0"/>
                <a:cs typeface="Consolas" panose="020B0609020204030204" pitchFamily="49" charset="0"/>
              </a:rPr>
              <a:t>10,11</a:t>
            </a:r>
            <a:endParaRPr lang="zh-CN" altLang="en-US" sz="1400" b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cxnSp>
        <p:nvCxnSpPr>
          <p:cNvPr id="6" name="直接连接符 5"/>
          <p:cNvCxnSpPr>
            <a:stCxn id="4" idx="4"/>
            <a:endCxn id="2" idx="0"/>
          </p:cNvCxnSpPr>
          <p:nvPr/>
        </p:nvCxnSpPr>
        <p:spPr>
          <a:xfrm rot="5400000">
            <a:off x="271935" y="4965577"/>
            <a:ext cx="460694" cy="281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直接连接符 7"/>
          <p:cNvCxnSpPr>
            <a:stCxn id="4" idx="4"/>
            <a:endCxn id="3" idx="0"/>
          </p:cNvCxnSpPr>
          <p:nvPr/>
        </p:nvCxnSpPr>
        <p:spPr>
          <a:xfrm rot="16200000" flipH="1">
            <a:off x="536389" y="4982379"/>
            <a:ext cx="460694" cy="24765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52662" y="5015458"/>
            <a:ext cx="142876" cy="21431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1400" b="1" smtClean="0"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endParaRPr lang="zh-CN" altLang="en-US" sz="1400" b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57224" y="5015458"/>
            <a:ext cx="142876" cy="21431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1400" b="1" smtClean="0"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endParaRPr lang="zh-CN" altLang="en-US" sz="1400" b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4" name="椭圆 13"/>
          <p:cNvSpPr/>
          <p:nvPr/>
        </p:nvSpPr>
        <p:spPr>
          <a:xfrm>
            <a:off x="1142976" y="5336552"/>
            <a:ext cx="468000" cy="396000"/>
          </a:xfrm>
          <a:prstGeom prst="ellipse">
            <a:avLst/>
          </a:prstGeom>
          <a:solidFill>
            <a:srgbClr val="0066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400" b="1" smtClean="0">
                <a:latin typeface="Consolas" panose="020B0609020204030204" pitchFamily="49" charset="0"/>
                <a:cs typeface="Consolas" panose="020B0609020204030204" pitchFamily="49" charset="0"/>
              </a:rPr>
              <a:t>9,9</a:t>
            </a:r>
            <a:endParaRPr lang="zh-CN" altLang="en-US" sz="1400" b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5" name="椭圆 14"/>
          <p:cNvSpPr/>
          <p:nvPr/>
        </p:nvSpPr>
        <p:spPr>
          <a:xfrm>
            <a:off x="1643042" y="5336552"/>
            <a:ext cx="468000" cy="396000"/>
          </a:xfrm>
          <a:prstGeom prst="ellipse">
            <a:avLst/>
          </a:prstGeom>
          <a:solidFill>
            <a:srgbClr val="0066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400" b="1" smtClean="0">
                <a:latin typeface="Consolas" panose="020B0609020204030204" pitchFamily="49" charset="0"/>
                <a:cs typeface="Consolas" panose="020B0609020204030204" pitchFamily="49" charset="0"/>
              </a:rPr>
              <a:t>8,8</a:t>
            </a:r>
            <a:endParaRPr lang="zh-CN" altLang="en-US" sz="1400" b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6" name="椭圆 15"/>
          <p:cNvSpPr/>
          <p:nvPr/>
        </p:nvSpPr>
        <p:spPr>
          <a:xfrm>
            <a:off x="1285852" y="4407858"/>
            <a:ext cx="576000" cy="468000"/>
          </a:xfrm>
          <a:prstGeom prst="ellipse">
            <a:avLst/>
          </a:prstGeom>
          <a:solidFill>
            <a:srgbClr val="0066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400" b="1" smtClean="0">
                <a:latin typeface="Consolas" panose="020B0609020204030204" pitchFamily="49" charset="0"/>
                <a:cs typeface="Consolas" panose="020B0609020204030204" pitchFamily="49" charset="0"/>
              </a:rPr>
              <a:t>8,8</a:t>
            </a:r>
            <a:endParaRPr lang="zh-CN" altLang="en-US" sz="1400" b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cxnSp>
        <p:nvCxnSpPr>
          <p:cNvPr id="17" name="直接连接符 16"/>
          <p:cNvCxnSpPr>
            <a:stCxn id="16" idx="4"/>
            <a:endCxn id="14" idx="0"/>
          </p:cNvCxnSpPr>
          <p:nvPr/>
        </p:nvCxnSpPr>
        <p:spPr>
          <a:xfrm rot="5400000">
            <a:off x="1245067" y="5007767"/>
            <a:ext cx="460694" cy="19687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直接连接符 17"/>
          <p:cNvCxnSpPr>
            <a:stCxn id="16" idx="4"/>
            <a:endCxn id="15" idx="0"/>
          </p:cNvCxnSpPr>
          <p:nvPr/>
        </p:nvCxnSpPr>
        <p:spPr>
          <a:xfrm rot="16200000" flipH="1">
            <a:off x="1495100" y="4954610"/>
            <a:ext cx="460694" cy="30319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325690" y="5015458"/>
            <a:ext cx="142876" cy="21431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1400" b="1" smtClean="0"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endParaRPr lang="zh-CN" altLang="en-US" sz="1400" b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833292" y="5015458"/>
            <a:ext cx="142876" cy="21431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1400" b="1" smtClean="0"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endParaRPr lang="zh-CN" altLang="en-US" sz="1400" b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1" name="椭圆 20"/>
          <p:cNvSpPr/>
          <p:nvPr/>
        </p:nvSpPr>
        <p:spPr>
          <a:xfrm>
            <a:off x="857224" y="3225478"/>
            <a:ext cx="576000" cy="468000"/>
          </a:xfrm>
          <a:prstGeom prst="ellipse">
            <a:avLst/>
          </a:prstGeom>
          <a:solidFill>
            <a:srgbClr val="0066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400" b="1" smtClean="0">
                <a:latin typeface="Consolas" panose="020B0609020204030204" pitchFamily="49" charset="0"/>
                <a:cs typeface="Consolas" panose="020B0609020204030204" pitchFamily="49" charset="0"/>
              </a:rPr>
              <a:t>8,8</a:t>
            </a:r>
            <a:endParaRPr lang="zh-CN" altLang="en-US" sz="1400" b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cxnSp>
        <p:nvCxnSpPr>
          <p:cNvPr id="23" name="直接连接符 22"/>
          <p:cNvCxnSpPr>
            <a:stCxn id="21" idx="4"/>
            <a:endCxn id="4" idx="0"/>
          </p:cNvCxnSpPr>
          <p:nvPr/>
        </p:nvCxnSpPr>
        <p:spPr>
          <a:xfrm rot="5400000">
            <a:off x="536877" y="3799511"/>
            <a:ext cx="714380" cy="50231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直接连接符 24"/>
          <p:cNvCxnSpPr>
            <a:stCxn id="21" idx="4"/>
            <a:endCxn id="16" idx="0"/>
          </p:cNvCxnSpPr>
          <p:nvPr/>
        </p:nvCxnSpPr>
        <p:spPr>
          <a:xfrm rot="16200000" flipH="1">
            <a:off x="1002348" y="3836354"/>
            <a:ext cx="714380" cy="42862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6" name="椭圆 25"/>
          <p:cNvSpPr/>
          <p:nvPr/>
        </p:nvSpPr>
        <p:spPr>
          <a:xfrm>
            <a:off x="2167172" y="5336552"/>
            <a:ext cx="468000" cy="396000"/>
          </a:xfrm>
          <a:prstGeom prst="ellipse">
            <a:avLst/>
          </a:prstGeom>
          <a:solidFill>
            <a:srgbClr val="0066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400" b="1" smtClean="0">
                <a:latin typeface="Consolas" panose="020B0609020204030204" pitchFamily="49" charset="0"/>
                <a:cs typeface="Consolas" panose="020B0609020204030204" pitchFamily="49" charset="0"/>
              </a:rPr>
              <a:t>8,8</a:t>
            </a:r>
            <a:endParaRPr lang="zh-CN" altLang="en-US" sz="1400" b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7" name="椭圆 26"/>
          <p:cNvSpPr/>
          <p:nvPr/>
        </p:nvSpPr>
        <p:spPr>
          <a:xfrm>
            <a:off x="2673190" y="5336552"/>
            <a:ext cx="468000" cy="396000"/>
          </a:xfrm>
          <a:prstGeom prst="ellipse">
            <a:avLst/>
          </a:prstGeom>
          <a:solidFill>
            <a:srgbClr val="0066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400" b="1" smtClean="0">
                <a:latin typeface="Consolas" panose="020B0609020204030204" pitchFamily="49" charset="0"/>
                <a:cs typeface="Consolas" panose="020B0609020204030204" pitchFamily="49" charset="0"/>
              </a:rPr>
              <a:t>7,7</a:t>
            </a:r>
            <a:endParaRPr lang="zh-CN" altLang="en-US" sz="1400" b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8" name="椭圆 27"/>
          <p:cNvSpPr/>
          <p:nvPr/>
        </p:nvSpPr>
        <p:spPr>
          <a:xfrm>
            <a:off x="2390478" y="4407858"/>
            <a:ext cx="576000" cy="468000"/>
          </a:xfrm>
          <a:prstGeom prst="ellipse">
            <a:avLst/>
          </a:prstGeom>
          <a:solidFill>
            <a:srgbClr val="0066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400" b="1" smtClean="0">
                <a:latin typeface="Consolas" panose="020B0609020204030204" pitchFamily="49" charset="0"/>
                <a:cs typeface="Consolas" panose="020B0609020204030204" pitchFamily="49" charset="0"/>
              </a:rPr>
              <a:t>7,7</a:t>
            </a:r>
            <a:endParaRPr lang="zh-CN" altLang="en-US" sz="1400" b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cxnSp>
        <p:nvCxnSpPr>
          <p:cNvPr id="29" name="直接连接符 28"/>
          <p:cNvCxnSpPr>
            <a:stCxn id="28" idx="4"/>
            <a:endCxn id="26" idx="0"/>
          </p:cNvCxnSpPr>
          <p:nvPr/>
        </p:nvCxnSpPr>
        <p:spPr>
          <a:xfrm rot="5400000">
            <a:off x="2309478" y="4967552"/>
            <a:ext cx="460694" cy="27730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直接连接符 29"/>
          <p:cNvCxnSpPr>
            <a:stCxn id="28" idx="4"/>
            <a:endCxn id="27" idx="0"/>
          </p:cNvCxnSpPr>
          <p:nvPr/>
        </p:nvCxnSpPr>
        <p:spPr>
          <a:xfrm rot="16200000" flipH="1">
            <a:off x="2562487" y="4991849"/>
            <a:ext cx="460694" cy="22871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2385982" y="5015458"/>
            <a:ext cx="142876" cy="21431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1400" b="1" smtClean="0"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endParaRPr lang="zh-CN" altLang="en-US" sz="1400" b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2841662" y="4991394"/>
            <a:ext cx="142876" cy="21431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1400" b="1" smtClean="0"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endParaRPr lang="zh-CN" altLang="en-US" sz="1400" b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3" name="椭圆 32"/>
          <p:cNvSpPr/>
          <p:nvPr/>
        </p:nvSpPr>
        <p:spPr>
          <a:xfrm>
            <a:off x="3212628" y="5336552"/>
            <a:ext cx="468000" cy="396000"/>
          </a:xfrm>
          <a:prstGeom prst="ellipse">
            <a:avLst/>
          </a:prstGeom>
          <a:solidFill>
            <a:srgbClr val="0066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400" b="1" smtClean="0">
                <a:latin typeface="Consolas" panose="020B0609020204030204" pitchFamily="49" charset="0"/>
                <a:cs typeface="Consolas" panose="020B0609020204030204" pitchFamily="49" charset="0"/>
              </a:rPr>
              <a:t>6,5</a:t>
            </a:r>
            <a:endParaRPr lang="zh-CN" altLang="en-US" sz="1400" b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4" name="椭圆 33"/>
          <p:cNvSpPr/>
          <p:nvPr/>
        </p:nvSpPr>
        <p:spPr>
          <a:xfrm>
            <a:off x="3712694" y="5336552"/>
            <a:ext cx="468000" cy="396000"/>
          </a:xfrm>
          <a:prstGeom prst="ellipse">
            <a:avLst/>
          </a:prstGeom>
          <a:solidFill>
            <a:srgbClr val="0066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400" b="1" smtClean="0">
                <a:latin typeface="Consolas" panose="020B0609020204030204" pitchFamily="49" charset="0"/>
                <a:cs typeface="Consolas" panose="020B0609020204030204" pitchFamily="49" charset="0"/>
              </a:rPr>
              <a:t>5,4</a:t>
            </a:r>
            <a:endParaRPr lang="zh-CN" altLang="en-US" sz="1400" b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5" name="椭圆 34"/>
          <p:cNvSpPr/>
          <p:nvPr/>
        </p:nvSpPr>
        <p:spPr>
          <a:xfrm>
            <a:off x="3386350" y="4407858"/>
            <a:ext cx="576000" cy="468000"/>
          </a:xfrm>
          <a:prstGeom prst="ellipse">
            <a:avLst/>
          </a:prstGeom>
          <a:solidFill>
            <a:srgbClr val="0066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400" b="1" smtClean="0">
                <a:latin typeface="Consolas" panose="020B0609020204030204" pitchFamily="49" charset="0"/>
                <a:cs typeface="Consolas" panose="020B0609020204030204" pitchFamily="49" charset="0"/>
              </a:rPr>
              <a:t>5,4</a:t>
            </a:r>
            <a:endParaRPr lang="zh-CN" altLang="en-US" sz="1400" b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cxnSp>
        <p:nvCxnSpPr>
          <p:cNvPr id="36" name="直接连接符 35"/>
          <p:cNvCxnSpPr>
            <a:stCxn id="35" idx="4"/>
            <a:endCxn id="33" idx="0"/>
          </p:cNvCxnSpPr>
          <p:nvPr/>
        </p:nvCxnSpPr>
        <p:spPr>
          <a:xfrm rot="5400000">
            <a:off x="3330142" y="4992344"/>
            <a:ext cx="460694" cy="22772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" name="直接连接符 36"/>
          <p:cNvCxnSpPr>
            <a:stCxn id="35" idx="4"/>
            <a:endCxn id="34" idx="0"/>
          </p:cNvCxnSpPr>
          <p:nvPr/>
        </p:nvCxnSpPr>
        <p:spPr>
          <a:xfrm rot="16200000" flipH="1">
            <a:off x="3580175" y="4970033"/>
            <a:ext cx="460694" cy="27234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3381566" y="5015458"/>
            <a:ext cx="142876" cy="21431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1400" b="1" smtClean="0"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endParaRPr lang="zh-CN" altLang="en-US" sz="1400" b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3891666" y="5015458"/>
            <a:ext cx="142876" cy="21431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1400" b="1" smtClean="0"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endParaRPr lang="zh-CN" altLang="en-US" sz="1400" b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0" name="椭圆 39"/>
          <p:cNvSpPr/>
          <p:nvPr/>
        </p:nvSpPr>
        <p:spPr>
          <a:xfrm>
            <a:off x="2855438" y="3225478"/>
            <a:ext cx="576000" cy="468000"/>
          </a:xfrm>
          <a:prstGeom prst="ellipse">
            <a:avLst/>
          </a:prstGeom>
          <a:solidFill>
            <a:srgbClr val="0066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400" b="1" smtClean="0">
                <a:latin typeface="Consolas" panose="020B0609020204030204" pitchFamily="49" charset="0"/>
                <a:cs typeface="Consolas" panose="020B0609020204030204" pitchFamily="49" charset="0"/>
              </a:rPr>
              <a:t>5,4</a:t>
            </a:r>
            <a:endParaRPr lang="zh-CN" altLang="en-US" sz="1400" b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cxnSp>
        <p:nvCxnSpPr>
          <p:cNvPr id="41" name="直接连接符 40"/>
          <p:cNvCxnSpPr>
            <a:stCxn id="40" idx="4"/>
            <a:endCxn id="28" idx="0"/>
          </p:cNvCxnSpPr>
          <p:nvPr/>
        </p:nvCxnSpPr>
        <p:spPr>
          <a:xfrm rot="5400000">
            <a:off x="2553768" y="3818188"/>
            <a:ext cx="714380" cy="46496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直接连接符 41"/>
          <p:cNvCxnSpPr>
            <a:stCxn id="40" idx="4"/>
            <a:endCxn id="35" idx="0"/>
          </p:cNvCxnSpPr>
          <p:nvPr/>
        </p:nvCxnSpPr>
        <p:spPr>
          <a:xfrm rot="16200000" flipH="1">
            <a:off x="3051704" y="3785212"/>
            <a:ext cx="714380" cy="53091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5" name="椭圆 44"/>
          <p:cNvSpPr/>
          <p:nvPr/>
        </p:nvSpPr>
        <p:spPr>
          <a:xfrm>
            <a:off x="1928794" y="2336156"/>
            <a:ext cx="576000" cy="468000"/>
          </a:xfrm>
          <a:prstGeom prst="ellipse">
            <a:avLst/>
          </a:prstGeom>
          <a:solidFill>
            <a:srgbClr val="0066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400" b="1" smtClean="0">
                <a:latin typeface="Consolas" panose="020B0609020204030204" pitchFamily="49" charset="0"/>
                <a:cs typeface="Consolas" panose="020B0609020204030204" pitchFamily="49" charset="0"/>
              </a:rPr>
              <a:t>5,4</a:t>
            </a:r>
            <a:endParaRPr lang="zh-CN" altLang="en-US" sz="1400" b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cxnSp>
        <p:nvCxnSpPr>
          <p:cNvPr id="47" name="直接连接符 46"/>
          <p:cNvCxnSpPr>
            <a:stCxn id="45" idx="4"/>
            <a:endCxn id="21" idx="7"/>
          </p:cNvCxnSpPr>
          <p:nvPr/>
        </p:nvCxnSpPr>
        <p:spPr>
          <a:xfrm rot="5400000">
            <a:off x="1537904" y="2615124"/>
            <a:ext cx="489859" cy="86792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9" name="直接连接符 48"/>
          <p:cNvCxnSpPr>
            <a:stCxn id="45" idx="4"/>
            <a:endCxn id="40" idx="1"/>
          </p:cNvCxnSpPr>
          <p:nvPr/>
        </p:nvCxnSpPr>
        <p:spPr>
          <a:xfrm rot="16200000" flipH="1">
            <a:off x="2333363" y="2687586"/>
            <a:ext cx="489859" cy="72299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714348" y="3907792"/>
            <a:ext cx="142876" cy="21431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1400" b="1" smtClean="0"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endParaRPr lang="zh-CN" altLang="en-US" sz="1400" b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1500166" y="3907792"/>
            <a:ext cx="142876" cy="21431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1400" b="1" smtClean="0"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endParaRPr lang="zh-CN" altLang="en-US" sz="1400" b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2781554" y="3907792"/>
            <a:ext cx="142876" cy="21431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1400" b="1" smtClean="0"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endParaRPr lang="zh-CN" altLang="en-US" sz="1400" b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3500430" y="3907792"/>
            <a:ext cx="142876" cy="21431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1400" b="1" smtClean="0"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endParaRPr lang="zh-CN" altLang="en-US" sz="1400" b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1638546" y="2836222"/>
            <a:ext cx="142876" cy="21431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1400" b="1" smtClean="0"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endParaRPr lang="zh-CN" altLang="en-US" sz="1400" b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2643174" y="2836222"/>
            <a:ext cx="142876" cy="21431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1400" b="1" smtClean="0"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endParaRPr lang="zh-CN" altLang="en-US" sz="1400" b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56" name="椭圆 55"/>
          <p:cNvSpPr/>
          <p:nvPr/>
        </p:nvSpPr>
        <p:spPr>
          <a:xfrm>
            <a:off x="4286248" y="5336552"/>
            <a:ext cx="468000" cy="396000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400" b="1" smtClean="0">
                <a:latin typeface="Consolas" panose="020B0609020204030204" pitchFamily="49" charset="0"/>
                <a:cs typeface="Consolas" panose="020B0609020204030204" pitchFamily="49" charset="0"/>
              </a:rPr>
              <a:t>6,8</a:t>
            </a:r>
            <a:endParaRPr lang="zh-CN" altLang="en-US" sz="1400" b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57" name="椭圆 56"/>
          <p:cNvSpPr/>
          <p:nvPr/>
        </p:nvSpPr>
        <p:spPr>
          <a:xfrm>
            <a:off x="4795306" y="5336552"/>
            <a:ext cx="468000" cy="396000"/>
          </a:xfrm>
          <a:prstGeom prst="ellipse">
            <a:avLst/>
          </a:prstGeom>
          <a:solidFill>
            <a:srgbClr val="0066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400" b="1" smtClean="0">
                <a:latin typeface="Consolas" panose="020B0609020204030204" pitchFamily="49" charset="0"/>
                <a:cs typeface="Consolas" panose="020B0609020204030204" pitchFamily="49" charset="0"/>
              </a:rPr>
              <a:t>5,7</a:t>
            </a:r>
            <a:endParaRPr lang="zh-CN" altLang="en-US" sz="1400" b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58" name="椭圆 57"/>
          <p:cNvSpPr/>
          <p:nvPr/>
        </p:nvSpPr>
        <p:spPr>
          <a:xfrm>
            <a:off x="4509554" y="4407858"/>
            <a:ext cx="576000" cy="468000"/>
          </a:xfrm>
          <a:prstGeom prst="ellipse">
            <a:avLst/>
          </a:prstGeom>
          <a:solidFill>
            <a:srgbClr val="0066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400" b="1" smtClean="0">
                <a:latin typeface="Consolas" panose="020B0609020204030204" pitchFamily="49" charset="0"/>
                <a:cs typeface="Consolas" panose="020B0609020204030204" pitchFamily="49" charset="0"/>
              </a:rPr>
              <a:t>5,7</a:t>
            </a:r>
            <a:endParaRPr lang="zh-CN" altLang="en-US" sz="1400" b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cxnSp>
        <p:nvCxnSpPr>
          <p:cNvPr id="59" name="直接连接符 58"/>
          <p:cNvCxnSpPr>
            <a:stCxn id="58" idx="4"/>
            <a:endCxn id="56" idx="0"/>
          </p:cNvCxnSpPr>
          <p:nvPr/>
        </p:nvCxnSpPr>
        <p:spPr>
          <a:xfrm rot="5400000">
            <a:off x="4428554" y="4967552"/>
            <a:ext cx="460694" cy="27730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0" name="直接连接符 59"/>
          <p:cNvCxnSpPr>
            <a:stCxn id="58" idx="4"/>
            <a:endCxn id="57" idx="0"/>
          </p:cNvCxnSpPr>
          <p:nvPr/>
        </p:nvCxnSpPr>
        <p:spPr>
          <a:xfrm rot="16200000" flipH="1">
            <a:off x="4683083" y="4990329"/>
            <a:ext cx="460694" cy="23175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4505058" y="5015458"/>
            <a:ext cx="142876" cy="21431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1400" b="1" smtClean="0"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endParaRPr lang="zh-CN" altLang="en-US" sz="1400" b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5009620" y="5015458"/>
            <a:ext cx="142876" cy="21431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1400" b="1" smtClean="0"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endParaRPr lang="zh-CN" altLang="en-US" sz="1400" b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63" name="椭圆 62"/>
          <p:cNvSpPr/>
          <p:nvPr/>
        </p:nvSpPr>
        <p:spPr>
          <a:xfrm>
            <a:off x="5295372" y="5336552"/>
            <a:ext cx="468000" cy="396000"/>
          </a:xfrm>
          <a:prstGeom prst="ellipse">
            <a:avLst/>
          </a:prstGeom>
          <a:solidFill>
            <a:srgbClr val="0066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400" b="1" smtClean="0">
                <a:latin typeface="Consolas" panose="020B0609020204030204" pitchFamily="49" charset="0"/>
                <a:cs typeface="Consolas" panose="020B0609020204030204" pitchFamily="49" charset="0"/>
              </a:rPr>
              <a:t>4,5</a:t>
            </a:r>
            <a:endParaRPr lang="zh-CN" altLang="en-US" sz="1400" b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64" name="椭圆 63"/>
          <p:cNvSpPr/>
          <p:nvPr/>
        </p:nvSpPr>
        <p:spPr>
          <a:xfrm>
            <a:off x="5795438" y="5336552"/>
            <a:ext cx="468000" cy="396000"/>
          </a:xfrm>
          <a:prstGeom prst="ellipse">
            <a:avLst/>
          </a:prstGeom>
          <a:solidFill>
            <a:srgbClr val="0066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400" b="1" smtClean="0">
                <a:latin typeface="Consolas" panose="020B0609020204030204" pitchFamily="49" charset="0"/>
                <a:cs typeface="Consolas" panose="020B0609020204030204" pitchFamily="49" charset="0"/>
              </a:rPr>
              <a:t>3,4</a:t>
            </a:r>
            <a:endParaRPr lang="zh-CN" altLang="en-US" sz="1400" b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65" name="椭圆 64"/>
          <p:cNvSpPr/>
          <p:nvPr/>
        </p:nvSpPr>
        <p:spPr>
          <a:xfrm>
            <a:off x="5438248" y="4407858"/>
            <a:ext cx="576000" cy="468000"/>
          </a:xfrm>
          <a:prstGeom prst="ellipse">
            <a:avLst/>
          </a:prstGeom>
          <a:solidFill>
            <a:srgbClr val="0066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400" b="1" smtClean="0">
                <a:latin typeface="Consolas" panose="020B0609020204030204" pitchFamily="49" charset="0"/>
                <a:cs typeface="Consolas" panose="020B0609020204030204" pitchFamily="49" charset="0"/>
              </a:rPr>
              <a:t>3,4</a:t>
            </a:r>
            <a:endParaRPr lang="zh-CN" altLang="en-US" sz="1400" b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cxnSp>
        <p:nvCxnSpPr>
          <p:cNvPr id="66" name="直接连接符 65"/>
          <p:cNvCxnSpPr>
            <a:stCxn id="65" idx="4"/>
            <a:endCxn id="63" idx="0"/>
          </p:cNvCxnSpPr>
          <p:nvPr/>
        </p:nvCxnSpPr>
        <p:spPr>
          <a:xfrm rot="5400000">
            <a:off x="5397463" y="5007767"/>
            <a:ext cx="460694" cy="19687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7" name="直接连接符 66"/>
          <p:cNvCxnSpPr>
            <a:stCxn id="65" idx="4"/>
            <a:endCxn id="64" idx="0"/>
          </p:cNvCxnSpPr>
          <p:nvPr/>
        </p:nvCxnSpPr>
        <p:spPr>
          <a:xfrm rot="16200000" flipH="1">
            <a:off x="5647496" y="4954610"/>
            <a:ext cx="460694" cy="30319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8" name="TextBox 67"/>
          <p:cNvSpPr txBox="1"/>
          <p:nvPr/>
        </p:nvSpPr>
        <p:spPr>
          <a:xfrm>
            <a:off x="5478086" y="5015458"/>
            <a:ext cx="142876" cy="21431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1400" b="1" smtClean="0"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endParaRPr lang="zh-CN" altLang="en-US" sz="1400" b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5985688" y="5015458"/>
            <a:ext cx="142876" cy="21431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1400" b="1" smtClean="0"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endParaRPr lang="zh-CN" altLang="en-US" sz="1400" b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70" name="椭圆 69"/>
          <p:cNvSpPr/>
          <p:nvPr/>
        </p:nvSpPr>
        <p:spPr>
          <a:xfrm>
            <a:off x="5009620" y="3225478"/>
            <a:ext cx="576000" cy="468000"/>
          </a:xfrm>
          <a:prstGeom prst="ellipse">
            <a:avLst/>
          </a:prstGeom>
          <a:solidFill>
            <a:srgbClr val="0066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400" b="1" smtClean="0">
                <a:latin typeface="Consolas" panose="020B0609020204030204" pitchFamily="49" charset="0"/>
                <a:cs typeface="Consolas" panose="020B0609020204030204" pitchFamily="49" charset="0"/>
              </a:rPr>
              <a:t>3,4</a:t>
            </a:r>
            <a:endParaRPr lang="zh-CN" altLang="en-US" sz="1400" b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cxnSp>
        <p:nvCxnSpPr>
          <p:cNvPr id="71" name="直接连接符 70"/>
          <p:cNvCxnSpPr>
            <a:stCxn id="70" idx="4"/>
            <a:endCxn id="58" idx="0"/>
          </p:cNvCxnSpPr>
          <p:nvPr/>
        </p:nvCxnSpPr>
        <p:spPr>
          <a:xfrm rot="5400000">
            <a:off x="4690397" y="3800635"/>
            <a:ext cx="714380" cy="50006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2" name="直接连接符 71"/>
          <p:cNvCxnSpPr>
            <a:stCxn id="70" idx="4"/>
            <a:endCxn id="65" idx="0"/>
          </p:cNvCxnSpPr>
          <p:nvPr/>
        </p:nvCxnSpPr>
        <p:spPr>
          <a:xfrm rot="16200000" flipH="1">
            <a:off x="5154744" y="3836354"/>
            <a:ext cx="714380" cy="42862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3" name="椭圆 72"/>
          <p:cNvSpPr/>
          <p:nvPr/>
        </p:nvSpPr>
        <p:spPr>
          <a:xfrm>
            <a:off x="6319568" y="5336552"/>
            <a:ext cx="468000" cy="396000"/>
          </a:xfrm>
          <a:prstGeom prst="ellipse">
            <a:avLst/>
          </a:prstGeom>
          <a:solidFill>
            <a:srgbClr val="0066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400" b="1" smtClean="0">
                <a:latin typeface="Consolas" panose="020B0609020204030204" pitchFamily="49" charset="0"/>
                <a:cs typeface="Consolas" panose="020B0609020204030204" pitchFamily="49" charset="0"/>
              </a:rPr>
              <a:t>3,4</a:t>
            </a:r>
            <a:endParaRPr lang="zh-CN" altLang="en-US" sz="1400" b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74" name="椭圆 73"/>
          <p:cNvSpPr/>
          <p:nvPr/>
        </p:nvSpPr>
        <p:spPr>
          <a:xfrm>
            <a:off x="6825586" y="5336552"/>
            <a:ext cx="468000" cy="396000"/>
          </a:xfrm>
          <a:prstGeom prst="ellipse">
            <a:avLst/>
          </a:prstGeom>
          <a:solidFill>
            <a:srgbClr val="0066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400" b="1" smtClean="0">
                <a:latin typeface="Consolas" panose="020B0609020204030204" pitchFamily="49" charset="0"/>
                <a:cs typeface="Consolas" panose="020B0609020204030204" pitchFamily="49" charset="0"/>
              </a:rPr>
              <a:t>2,3</a:t>
            </a:r>
            <a:endParaRPr lang="zh-CN" altLang="en-US" sz="1400" b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75" name="椭圆 74"/>
          <p:cNvSpPr/>
          <p:nvPr/>
        </p:nvSpPr>
        <p:spPr>
          <a:xfrm>
            <a:off x="6542874" y="4407858"/>
            <a:ext cx="576000" cy="468000"/>
          </a:xfrm>
          <a:prstGeom prst="ellipse">
            <a:avLst/>
          </a:prstGeom>
          <a:solidFill>
            <a:srgbClr val="0066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400" b="1" smtClean="0">
                <a:latin typeface="Consolas" panose="020B0609020204030204" pitchFamily="49" charset="0"/>
                <a:cs typeface="Consolas" panose="020B0609020204030204" pitchFamily="49" charset="0"/>
              </a:rPr>
              <a:t>2,3</a:t>
            </a:r>
            <a:endParaRPr lang="zh-CN" altLang="en-US" sz="1400" b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cxnSp>
        <p:nvCxnSpPr>
          <p:cNvPr id="76" name="直接连接符 75"/>
          <p:cNvCxnSpPr>
            <a:stCxn id="75" idx="4"/>
            <a:endCxn id="73" idx="0"/>
          </p:cNvCxnSpPr>
          <p:nvPr/>
        </p:nvCxnSpPr>
        <p:spPr>
          <a:xfrm rot="5400000">
            <a:off x="6461874" y="4967552"/>
            <a:ext cx="460694" cy="27730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7" name="直接连接符 76"/>
          <p:cNvCxnSpPr>
            <a:stCxn id="75" idx="4"/>
            <a:endCxn id="74" idx="0"/>
          </p:cNvCxnSpPr>
          <p:nvPr/>
        </p:nvCxnSpPr>
        <p:spPr>
          <a:xfrm rot="16200000" flipH="1">
            <a:off x="6714883" y="4991849"/>
            <a:ext cx="460694" cy="22871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8" name="TextBox 77"/>
          <p:cNvSpPr txBox="1"/>
          <p:nvPr/>
        </p:nvSpPr>
        <p:spPr>
          <a:xfrm>
            <a:off x="6538378" y="5015458"/>
            <a:ext cx="142876" cy="21431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1400" b="1" smtClean="0"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endParaRPr lang="zh-CN" altLang="en-US" sz="1400" b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6994058" y="4991394"/>
            <a:ext cx="142876" cy="21431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1400" b="1" smtClean="0"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endParaRPr lang="zh-CN" altLang="en-US" sz="1400" b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80" name="椭圆 79"/>
          <p:cNvSpPr/>
          <p:nvPr/>
        </p:nvSpPr>
        <p:spPr>
          <a:xfrm>
            <a:off x="7365024" y="5336552"/>
            <a:ext cx="468000" cy="396000"/>
          </a:xfrm>
          <a:prstGeom prst="ellipse">
            <a:avLst/>
          </a:prstGeom>
          <a:solidFill>
            <a:srgbClr val="0066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400" b="1" smtClean="0">
                <a:latin typeface="Consolas" panose="020B0609020204030204" pitchFamily="49" charset="0"/>
                <a:cs typeface="Consolas" panose="020B0609020204030204" pitchFamily="49" charset="0"/>
              </a:rPr>
              <a:t>1,1</a:t>
            </a:r>
            <a:endParaRPr lang="zh-CN" altLang="en-US" sz="1400" b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81" name="椭圆 80"/>
          <p:cNvSpPr/>
          <p:nvPr/>
        </p:nvSpPr>
        <p:spPr>
          <a:xfrm>
            <a:off x="7865090" y="5336552"/>
            <a:ext cx="468000" cy="396000"/>
          </a:xfrm>
          <a:prstGeom prst="ellipse">
            <a:avLst/>
          </a:prstGeom>
          <a:solidFill>
            <a:srgbClr val="0066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400" b="1" smtClean="0">
                <a:latin typeface="Consolas" panose="020B0609020204030204" pitchFamily="49" charset="0"/>
                <a:cs typeface="Consolas" panose="020B0609020204030204" pitchFamily="49" charset="0"/>
              </a:rPr>
              <a:t>0,0</a:t>
            </a:r>
            <a:endParaRPr lang="zh-CN" altLang="en-US" sz="1400" b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82" name="椭圆 81"/>
          <p:cNvSpPr/>
          <p:nvPr/>
        </p:nvSpPr>
        <p:spPr>
          <a:xfrm>
            <a:off x="7538746" y="4407858"/>
            <a:ext cx="576000" cy="468000"/>
          </a:xfrm>
          <a:prstGeom prst="ellipse">
            <a:avLst/>
          </a:prstGeom>
          <a:solidFill>
            <a:srgbClr val="0066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400" b="1" smtClean="0">
                <a:latin typeface="Consolas" panose="020B0609020204030204" pitchFamily="49" charset="0"/>
                <a:cs typeface="Consolas" panose="020B0609020204030204" pitchFamily="49" charset="0"/>
              </a:rPr>
              <a:t>0,0</a:t>
            </a:r>
            <a:endParaRPr lang="zh-CN" altLang="en-US" sz="1400" b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cxnSp>
        <p:nvCxnSpPr>
          <p:cNvPr id="83" name="直接连接符 82"/>
          <p:cNvCxnSpPr>
            <a:stCxn id="82" idx="4"/>
            <a:endCxn id="80" idx="0"/>
          </p:cNvCxnSpPr>
          <p:nvPr/>
        </p:nvCxnSpPr>
        <p:spPr>
          <a:xfrm rot="5400000">
            <a:off x="7482538" y="4992344"/>
            <a:ext cx="460694" cy="22772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4" name="直接连接符 83"/>
          <p:cNvCxnSpPr>
            <a:stCxn id="82" idx="4"/>
            <a:endCxn id="81" idx="0"/>
          </p:cNvCxnSpPr>
          <p:nvPr/>
        </p:nvCxnSpPr>
        <p:spPr>
          <a:xfrm rot="16200000" flipH="1">
            <a:off x="7732571" y="4970033"/>
            <a:ext cx="460694" cy="27234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5" name="TextBox 84"/>
          <p:cNvSpPr txBox="1"/>
          <p:nvPr/>
        </p:nvSpPr>
        <p:spPr>
          <a:xfrm>
            <a:off x="7533962" y="5015458"/>
            <a:ext cx="142876" cy="21431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1400" b="1" smtClean="0"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endParaRPr lang="zh-CN" altLang="en-US" sz="1400" b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8044062" y="5015458"/>
            <a:ext cx="142876" cy="21431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1400" b="1" smtClean="0"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endParaRPr lang="zh-CN" altLang="en-US" sz="1400" b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87" name="椭圆 86"/>
          <p:cNvSpPr/>
          <p:nvPr/>
        </p:nvSpPr>
        <p:spPr>
          <a:xfrm>
            <a:off x="7007834" y="3225478"/>
            <a:ext cx="576000" cy="468000"/>
          </a:xfrm>
          <a:prstGeom prst="ellipse">
            <a:avLst/>
          </a:prstGeom>
          <a:solidFill>
            <a:srgbClr val="0066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400" b="1" smtClean="0">
                <a:latin typeface="Consolas" panose="020B0609020204030204" pitchFamily="49" charset="0"/>
                <a:cs typeface="Consolas" panose="020B0609020204030204" pitchFamily="49" charset="0"/>
              </a:rPr>
              <a:t>0,0</a:t>
            </a:r>
            <a:endParaRPr lang="zh-CN" altLang="en-US" sz="1400" b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cxnSp>
        <p:nvCxnSpPr>
          <p:cNvPr id="88" name="直接连接符 87"/>
          <p:cNvCxnSpPr>
            <a:stCxn id="87" idx="4"/>
            <a:endCxn id="75" idx="0"/>
          </p:cNvCxnSpPr>
          <p:nvPr/>
        </p:nvCxnSpPr>
        <p:spPr>
          <a:xfrm rot="5400000">
            <a:off x="6706164" y="3818188"/>
            <a:ext cx="714380" cy="46496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9" name="直接连接符 88"/>
          <p:cNvCxnSpPr>
            <a:stCxn id="87" idx="4"/>
            <a:endCxn id="82" idx="0"/>
          </p:cNvCxnSpPr>
          <p:nvPr/>
        </p:nvCxnSpPr>
        <p:spPr>
          <a:xfrm rot="16200000" flipH="1">
            <a:off x="7204100" y="3785212"/>
            <a:ext cx="714380" cy="53091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0" name="椭圆 89"/>
          <p:cNvSpPr/>
          <p:nvPr/>
        </p:nvSpPr>
        <p:spPr>
          <a:xfrm>
            <a:off x="6081190" y="2336156"/>
            <a:ext cx="576000" cy="468000"/>
          </a:xfrm>
          <a:prstGeom prst="ellipse">
            <a:avLst/>
          </a:prstGeom>
          <a:solidFill>
            <a:srgbClr val="0066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400" b="1" smtClean="0">
                <a:latin typeface="Consolas" panose="020B0609020204030204" pitchFamily="49" charset="0"/>
                <a:cs typeface="Consolas" panose="020B0609020204030204" pitchFamily="49" charset="0"/>
              </a:rPr>
              <a:t>0,0</a:t>
            </a:r>
            <a:endParaRPr lang="zh-CN" altLang="en-US" sz="1400" b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cxnSp>
        <p:nvCxnSpPr>
          <p:cNvPr id="91" name="直接连接符 90"/>
          <p:cNvCxnSpPr>
            <a:stCxn id="90" idx="4"/>
            <a:endCxn id="70" idx="7"/>
          </p:cNvCxnSpPr>
          <p:nvPr/>
        </p:nvCxnSpPr>
        <p:spPr>
          <a:xfrm rot="5400000">
            <a:off x="5690300" y="2615124"/>
            <a:ext cx="489859" cy="86792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2" name="直接连接符 91"/>
          <p:cNvCxnSpPr>
            <a:stCxn id="90" idx="4"/>
            <a:endCxn id="87" idx="1"/>
          </p:cNvCxnSpPr>
          <p:nvPr/>
        </p:nvCxnSpPr>
        <p:spPr>
          <a:xfrm rot="16200000" flipH="1">
            <a:off x="6485759" y="2687586"/>
            <a:ext cx="489859" cy="72299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3" name="TextBox 92"/>
          <p:cNvSpPr txBox="1"/>
          <p:nvPr/>
        </p:nvSpPr>
        <p:spPr>
          <a:xfrm>
            <a:off x="4866744" y="3907792"/>
            <a:ext cx="142876" cy="21431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1400" b="1" smtClean="0"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endParaRPr lang="zh-CN" altLang="en-US" sz="1400" b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94" name="TextBox 93"/>
          <p:cNvSpPr txBox="1"/>
          <p:nvPr/>
        </p:nvSpPr>
        <p:spPr>
          <a:xfrm>
            <a:off x="5652562" y="3907792"/>
            <a:ext cx="142876" cy="21431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1400" b="1" smtClean="0"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endParaRPr lang="zh-CN" altLang="en-US" sz="1400" b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95" name="TextBox 94"/>
          <p:cNvSpPr txBox="1"/>
          <p:nvPr/>
        </p:nvSpPr>
        <p:spPr>
          <a:xfrm>
            <a:off x="6933950" y="3907792"/>
            <a:ext cx="142876" cy="21431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1400" b="1" smtClean="0"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endParaRPr lang="zh-CN" altLang="en-US" sz="1400" b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7652826" y="3907792"/>
            <a:ext cx="142876" cy="21431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1400" b="1" smtClean="0"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endParaRPr lang="zh-CN" altLang="en-US" sz="1400" b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97" name="TextBox 96"/>
          <p:cNvSpPr txBox="1"/>
          <p:nvPr/>
        </p:nvSpPr>
        <p:spPr>
          <a:xfrm>
            <a:off x="5790942" y="2836222"/>
            <a:ext cx="142876" cy="21431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1400" b="1" smtClean="0"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endParaRPr lang="zh-CN" altLang="en-US" sz="1400" b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98" name="TextBox 97"/>
          <p:cNvSpPr txBox="1"/>
          <p:nvPr/>
        </p:nvSpPr>
        <p:spPr>
          <a:xfrm>
            <a:off x="6795570" y="2836222"/>
            <a:ext cx="142876" cy="21431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1400" b="1" smtClean="0"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endParaRPr lang="zh-CN" altLang="en-US" sz="1400" b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99" name="椭圆 98"/>
          <p:cNvSpPr/>
          <p:nvPr/>
        </p:nvSpPr>
        <p:spPr>
          <a:xfrm>
            <a:off x="3924562" y="835958"/>
            <a:ext cx="576000" cy="468000"/>
          </a:xfrm>
          <a:prstGeom prst="ellipse">
            <a:avLst/>
          </a:prstGeom>
          <a:solidFill>
            <a:srgbClr val="0066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400" b="1" smtClean="0">
                <a:latin typeface="Consolas" panose="020B0609020204030204" pitchFamily="49" charset="0"/>
                <a:cs typeface="Consolas" panose="020B0609020204030204" pitchFamily="49" charset="0"/>
              </a:rPr>
              <a:t>0,0</a:t>
            </a:r>
            <a:endParaRPr lang="zh-CN" altLang="en-US" sz="1400" b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cxnSp>
        <p:nvCxnSpPr>
          <p:cNvPr id="101" name="直接连接符 100"/>
          <p:cNvCxnSpPr>
            <a:stCxn id="99" idx="4"/>
            <a:endCxn id="45" idx="7"/>
          </p:cNvCxnSpPr>
          <p:nvPr/>
        </p:nvCxnSpPr>
        <p:spPr>
          <a:xfrm rot="5400000">
            <a:off x="2766135" y="958265"/>
            <a:ext cx="1100735" cy="179212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4" name="直接连接符 103"/>
          <p:cNvCxnSpPr>
            <a:stCxn id="99" idx="4"/>
            <a:endCxn id="90" idx="1"/>
          </p:cNvCxnSpPr>
          <p:nvPr/>
        </p:nvCxnSpPr>
        <p:spPr>
          <a:xfrm rot="16200000" flipH="1">
            <a:off x="4638685" y="877834"/>
            <a:ext cx="1100735" cy="195298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6" name="TextBox 105"/>
          <p:cNvSpPr txBox="1"/>
          <p:nvPr/>
        </p:nvSpPr>
        <p:spPr>
          <a:xfrm>
            <a:off x="2924430" y="1764652"/>
            <a:ext cx="142876" cy="21431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1400" b="1" smtClean="0"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endParaRPr lang="zh-CN" altLang="en-US" sz="1400" b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07" name="TextBox 106"/>
          <p:cNvSpPr txBox="1"/>
          <p:nvPr/>
        </p:nvSpPr>
        <p:spPr>
          <a:xfrm>
            <a:off x="5572132" y="1764652"/>
            <a:ext cx="142876" cy="21431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1400" b="1" smtClean="0"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endParaRPr lang="zh-CN" altLang="en-US" sz="1400" b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grpSp>
        <p:nvGrpSpPr>
          <p:cNvPr id="5" name="组合 133"/>
          <p:cNvGrpSpPr/>
          <p:nvPr/>
        </p:nvGrpSpPr>
        <p:grpSpPr>
          <a:xfrm>
            <a:off x="6048888" y="1548079"/>
            <a:ext cx="3024460" cy="3788473"/>
            <a:chOff x="6048888" y="1212163"/>
            <a:chExt cx="3024460" cy="3788473"/>
          </a:xfrm>
        </p:grpSpPr>
        <p:sp>
          <p:nvSpPr>
            <p:cNvPr id="105" name="TextBox 104"/>
            <p:cNvSpPr txBox="1"/>
            <p:nvPr/>
          </p:nvSpPr>
          <p:spPr>
            <a:xfrm>
              <a:off x="8430406" y="1212163"/>
              <a:ext cx="642942" cy="43088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zh-CN" sz="1400" b="1" spc="-150" smtClean="0">
                  <a:solidFill>
                    <a:srgbClr val="FF0000"/>
                  </a:solidFill>
                  <a:latin typeface="Consolas" panose="020B0609020204030204" pitchFamily="49" charset="0"/>
                  <a:ea typeface="微软雅黑" panose="020B0503020204020204" pitchFamily="34" charset="-122"/>
                  <a:cs typeface="Consolas" panose="020B0609020204030204" pitchFamily="49" charset="0"/>
                </a:rPr>
                <a:t>x1</a:t>
              </a:r>
              <a:r>
                <a:rPr lang="zh-CN" altLang="en-US" sz="1400" b="1" spc="-150" smtClean="0">
                  <a:solidFill>
                    <a:srgbClr val="0000FF"/>
                  </a:solidFill>
                  <a:latin typeface="Consolas" panose="020B0609020204030204" pitchFamily="49" charset="0"/>
                  <a:ea typeface="微软雅黑" panose="020B0503020204020204" pitchFamily="34" charset="-122"/>
                  <a:cs typeface="Consolas" panose="020B0609020204030204" pitchFamily="49" charset="0"/>
                </a:rPr>
                <a:t>：选或不选品</a:t>
              </a:r>
              <a:r>
                <a:rPr lang="en-US" altLang="zh-CN" sz="1400" b="1" spc="-150" smtClean="0">
                  <a:solidFill>
                    <a:srgbClr val="0000FF"/>
                  </a:solidFill>
                  <a:latin typeface="Consolas" panose="020B0609020204030204" pitchFamily="49" charset="0"/>
                  <a:ea typeface="微软雅黑" panose="020B0503020204020204" pitchFamily="34" charset="-122"/>
                  <a:cs typeface="Consolas" panose="020B0609020204030204" pitchFamily="49" charset="0"/>
                </a:rPr>
                <a:t>1</a:t>
              </a:r>
              <a:endParaRPr lang="zh-CN" altLang="en-US" sz="1400" b="1" spc="-150">
                <a:solidFill>
                  <a:srgbClr val="0000FF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endParaRPr>
            </a:p>
          </p:txBody>
        </p:sp>
        <p:sp>
          <p:nvSpPr>
            <p:cNvPr id="111" name="TextBox 110"/>
            <p:cNvSpPr txBox="1"/>
            <p:nvPr/>
          </p:nvSpPr>
          <p:spPr>
            <a:xfrm>
              <a:off x="8430406" y="2404053"/>
              <a:ext cx="642942" cy="43088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zh-CN" sz="1400" b="1" spc="-150" smtClean="0">
                  <a:solidFill>
                    <a:srgbClr val="FF0000"/>
                  </a:solidFill>
                  <a:latin typeface="Consolas" panose="020B0609020204030204" pitchFamily="49" charset="0"/>
                  <a:ea typeface="微软雅黑" panose="020B0503020204020204" pitchFamily="34" charset="-122"/>
                  <a:cs typeface="Consolas" panose="020B0609020204030204" pitchFamily="49" charset="0"/>
                </a:rPr>
                <a:t>x2</a:t>
              </a:r>
              <a:r>
                <a:rPr lang="zh-CN" altLang="en-US" sz="1400" b="1" spc="-150" smtClean="0">
                  <a:solidFill>
                    <a:srgbClr val="0000FF"/>
                  </a:solidFill>
                  <a:latin typeface="Consolas" panose="020B0609020204030204" pitchFamily="49" charset="0"/>
                  <a:ea typeface="微软雅黑" panose="020B0503020204020204" pitchFamily="34" charset="-122"/>
                  <a:cs typeface="Consolas" panose="020B0609020204030204" pitchFamily="49" charset="0"/>
                </a:rPr>
                <a:t>：选或不选品</a:t>
              </a:r>
              <a:r>
                <a:rPr lang="en-US" altLang="zh-CN" sz="1400" b="1" spc="-150" smtClean="0">
                  <a:solidFill>
                    <a:srgbClr val="0000FF"/>
                  </a:solidFill>
                  <a:latin typeface="Consolas" panose="020B0609020204030204" pitchFamily="49" charset="0"/>
                  <a:ea typeface="微软雅黑" panose="020B0503020204020204" pitchFamily="34" charset="-122"/>
                  <a:cs typeface="Consolas" panose="020B0609020204030204" pitchFamily="49" charset="0"/>
                </a:rPr>
                <a:t>2</a:t>
              </a:r>
              <a:endParaRPr lang="zh-CN" altLang="en-US" sz="1400" b="1" spc="-150">
                <a:solidFill>
                  <a:srgbClr val="0000FF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endParaRPr>
            </a:p>
          </p:txBody>
        </p:sp>
        <p:sp>
          <p:nvSpPr>
            <p:cNvPr id="112" name="TextBox 111"/>
            <p:cNvSpPr txBox="1"/>
            <p:nvPr/>
          </p:nvSpPr>
          <p:spPr>
            <a:xfrm>
              <a:off x="8430406" y="3426741"/>
              <a:ext cx="642942" cy="43088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zh-CN" sz="1400" b="1" spc="-150" smtClean="0">
                  <a:solidFill>
                    <a:srgbClr val="FF0000"/>
                  </a:solidFill>
                  <a:latin typeface="Consolas" panose="020B0609020204030204" pitchFamily="49" charset="0"/>
                  <a:ea typeface="微软雅黑" panose="020B0503020204020204" pitchFamily="34" charset="-122"/>
                  <a:cs typeface="Consolas" panose="020B0609020204030204" pitchFamily="49" charset="0"/>
                </a:rPr>
                <a:t>x3</a:t>
              </a:r>
              <a:r>
                <a:rPr lang="zh-CN" altLang="en-US" sz="1400" b="1" spc="-150" smtClean="0">
                  <a:solidFill>
                    <a:srgbClr val="0000FF"/>
                  </a:solidFill>
                  <a:latin typeface="Consolas" panose="020B0609020204030204" pitchFamily="49" charset="0"/>
                  <a:ea typeface="微软雅黑" panose="020B0503020204020204" pitchFamily="34" charset="-122"/>
                  <a:cs typeface="Consolas" panose="020B0609020204030204" pitchFamily="49" charset="0"/>
                </a:rPr>
                <a:t>：选或不选品</a:t>
              </a:r>
              <a:r>
                <a:rPr lang="en-US" altLang="zh-CN" sz="1400" b="1" spc="-150" smtClean="0">
                  <a:solidFill>
                    <a:srgbClr val="0000FF"/>
                  </a:solidFill>
                  <a:latin typeface="Consolas" panose="020B0609020204030204" pitchFamily="49" charset="0"/>
                  <a:ea typeface="微软雅黑" panose="020B0503020204020204" pitchFamily="34" charset="-122"/>
                  <a:cs typeface="Consolas" panose="020B0609020204030204" pitchFamily="49" charset="0"/>
                </a:rPr>
                <a:t>3</a:t>
              </a:r>
              <a:endParaRPr lang="zh-CN" altLang="en-US" sz="1400" b="1" spc="-150">
                <a:solidFill>
                  <a:srgbClr val="0000FF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endParaRPr>
            </a:p>
          </p:txBody>
        </p:sp>
        <p:sp>
          <p:nvSpPr>
            <p:cNvPr id="113" name="TextBox 112"/>
            <p:cNvSpPr txBox="1"/>
            <p:nvPr/>
          </p:nvSpPr>
          <p:spPr>
            <a:xfrm>
              <a:off x="8430406" y="4569749"/>
              <a:ext cx="642942" cy="43088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zh-CN" sz="1400" b="1" spc="-150" smtClean="0">
                  <a:solidFill>
                    <a:srgbClr val="FF0000"/>
                  </a:solidFill>
                  <a:latin typeface="Consolas" panose="020B0609020204030204" pitchFamily="49" charset="0"/>
                  <a:ea typeface="微软雅黑" panose="020B0503020204020204" pitchFamily="34" charset="-122"/>
                  <a:cs typeface="Consolas" panose="020B0609020204030204" pitchFamily="49" charset="0"/>
                </a:rPr>
                <a:t>x4</a:t>
              </a:r>
              <a:r>
                <a:rPr lang="zh-CN" altLang="en-US" sz="1400" b="1" spc="-150" smtClean="0">
                  <a:solidFill>
                    <a:srgbClr val="0000FF"/>
                  </a:solidFill>
                  <a:latin typeface="Consolas" panose="020B0609020204030204" pitchFamily="49" charset="0"/>
                  <a:ea typeface="微软雅黑" panose="020B0503020204020204" pitchFamily="34" charset="-122"/>
                  <a:cs typeface="Consolas" panose="020B0609020204030204" pitchFamily="49" charset="0"/>
                </a:rPr>
                <a:t>：选或不选品</a:t>
              </a:r>
              <a:r>
                <a:rPr lang="en-US" altLang="zh-CN" sz="1400" b="1" spc="-150" smtClean="0">
                  <a:solidFill>
                    <a:srgbClr val="0000FF"/>
                  </a:solidFill>
                  <a:latin typeface="Consolas" panose="020B0609020204030204" pitchFamily="49" charset="0"/>
                  <a:ea typeface="微软雅黑" panose="020B0503020204020204" pitchFamily="34" charset="-122"/>
                  <a:cs typeface="Consolas" panose="020B0609020204030204" pitchFamily="49" charset="0"/>
                </a:rPr>
                <a:t>4</a:t>
              </a:r>
              <a:endParaRPr lang="zh-CN" altLang="en-US" sz="1400" b="1" spc="-150">
                <a:solidFill>
                  <a:srgbClr val="0000FF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endParaRPr>
            </a:p>
          </p:txBody>
        </p:sp>
        <p:cxnSp>
          <p:nvCxnSpPr>
            <p:cNvPr id="115" name="直接连接符 114"/>
            <p:cNvCxnSpPr/>
            <p:nvPr/>
          </p:nvCxnSpPr>
          <p:spPr>
            <a:xfrm>
              <a:off x="6048888" y="1500174"/>
              <a:ext cx="2286016" cy="0"/>
            </a:xfrm>
            <a:prstGeom prst="line">
              <a:avLst/>
            </a:prstGeom>
            <a:ln>
              <a:prstDash val="dash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16" name="直接连接符 115"/>
            <p:cNvCxnSpPr/>
            <p:nvPr/>
          </p:nvCxnSpPr>
          <p:spPr>
            <a:xfrm>
              <a:off x="7203928" y="2620626"/>
              <a:ext cx="1143008" cy="0"/>
            </a:xfrm>
            <a:prstGeom prst="line">
              <a:avLst/>
            </a:prstGeom>
            <a:ln>
              <a:prstDash val="dash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17" name="直接连接符 116"/>
            <p:cNvCxnSpPr/>
            <p:nvPr/>
          </p:nvCxnSpPr>
          <p:spPr>
            <a:xfrm>
              <a:off x="7930340" y="3643314"/>
              <a:ext cx="500066" cy="0"/>
            </a:xfrm>
            <a:prstGeom prst="line">
              <a:avLst/>
            </a:prstGeom>
            <a:ln>
              <a:prstDash val="dash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18" name="直接连接符 117"/>
            <p:cNvCxnSpPr/>
            <p:nvPr/>
          </p:nvCxnSpPr>
          <p:spPr>
            <a:xfrm>
              <a:off x="8143900" y="4786322"/>
              <a:ext cx="360000" cy="0"/>
            </a:xfrm>
            <a:prstGeom prst="line">
              <a:avLst/>
            </a:prstGeom>
            <a:ln>
              <a:prstDash val="dash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7" name="组合 134"/>
          <p:cNvGrpSpPr/>
          <p:nvPr/>
        </p:nvGrpSpPr>
        <p:grpSpPr>
          <a:xfrm>
            <a:off x="4572000" y="907396"/>
            <a:ext cx="4441188" cy="4738218"/>
            <a:chOff x="4572000" y="571480"/>
            <a:chExt cx="4441188" cy="4738218"/>
          </a:xfrm>
        </p:grpSpPr>
        <p:sp>
          <p:nvSpPr>
            <p:cNvPr id="121" name="TextBox 120"/>
            <p:cNvSpPr txBox="1"/>
            <p:nvPr/>
          </p:nvSpPr>
          <p:spPr>
            <a:xfrm>
              <a:off x="4572000" y="571480"/>
              <a:ext cx="1214446" cy="28575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zh-CN" altLang="en-US" sz="1800" b="1" spc="-150" smtClean="0">
                  <a:solidFill>
                    <a:srgbClr val="0000FF"/>
                  </a:solidFill>
                  <a:latin typeface="Consolas" panose="020B0609020204030204" pitchFamily="49" charset="0"/>
                  <a:ea typeface="微软雅黑" panose="020B0503020204020204" pitchFamily="34" charset="-122"/>
                  <a:cs typeface="Consolas" panose="020B0609020204030204" pitchFamily="49" charset="0"/>
                </a:rPr>
                <a:t>根结点：</a:t>
              </a:r>
              <a:r>
                <a:rPr lang="en-US" altLang="zh-CN" sz="1800" b="1" i="1" spc="-150" smtClean="0">
                  <a:solidFill>
                    <a:srgbClr val="FF0000"/>
                  </a:solidFill>
                  <a:latin typeface="Consolas" panose="020B0609020204030204" pitchFamily="49" charset="0"/>
                  <a:ea typeface="微软雅黑" panose="020B0503020204020204" pitchFamily="34" charset="-122"/>
                  <a:cs typeface="Consolas" panose="020B0609020204030204" pitchFamily="49" charset="0"/>
                </a:rPr>
                <a:t>i=</a:t>
              </a:r>
              <a:r>
                <a:rPr lang="en-US" altLang="zh-CN" sz="1800" b="1" spc="-150" smtClean="0">
                  <a:solidFill>
                    <a:srgbClr val="FF0000"/>
                  </a:solidFill>
                  <a:latin typeface="Consolas" panose="020B0609020204030204" pitchFamily="49" charset="0"/>
                  <a:ea typeface="微软雅黑" panose="020B0503020204020204" pitchFamily="34" charset="-122"/>
                  <a:cs typeface="Consolas" panose="020B0609020204030204" pitchFamily="49" charset="0"/>
                </a:rPr>
                <a:t>1</a:t>
              </a:r>
              <a:endParaRPr lang="zh-CN" altLang="en-US" sz="1800" b="1" spc="-15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endParaRPr>
            </a:p>
          </p:txBody>
        </p:sp>
        <p:sp>
          <p:nvSpPr>
            <p:cNvPr id="122" name="TextBox 121"/>
            <p:cNvSpPr txBox="1"/>
            <p:nvPr/>
          </p:nvSpPr>
          <p:spPr>
            <a:xfrm>
              <a:off x="8655998" y="2034452"/>
              <a:ext cx="357190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zh-CN" sz="1400" b="1" i="1" spc="-150" smtClean="0">
                  <a:solidFill>
                    <a:srgbClr val="C00000"/>
                  </a:solidFill>
                  <a:latin typeface="Consolas" panose="020B0609020204030204" pitchFamily="49" charset="0"/>
                  <a:ea typeface="微软雅黑" panose="020B0503020204020204" pitchFamily="34" charset="-122"/>
                  <a:cs typeface="Consolas" panose="020B0609020204030204" pitchFamily="49" charset="0"/>
                </a:rPr>
                <a:t>i=</a:t>
              </a:r>
              <a:r>
                <a:rPr lang="en-US" altLang="zh-CN" sz="1400" b="1" spc="-150" smtClean="0">
                  <a:solidFill>
                    <a:srgbClr val="C00000"/>
                  </a:solidFill>
                  <a:latin typeface="Consolas" panose="020B0609020204030204" pitchFamily="49" charset="0"/>
                  <a:ea typeface="微软雅黑" panose="020B0503020204020204" pitchFamily="34" charset="-122"/>
                  <a:cs typeface="Consolas" panose="020B0609020204030204" pitchFamily="49" charset="0"/>
                </a:rPr>
                <a:t>2</a:t>
              </a:r>
              <a:endParaRPr lang="zh-CN" altLang="en-US" sz="1400" b="1" spc="-150">
                <a:solidFill>
                  <a:srgbClr val="C0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endParaRPr>
            </a:p>
          </p:txBody>
        </p:sp>
        <p:sp>
          <p:nvSpPr>
            <p:cNvPr id="123" name="TextBox 122"/>
            <p:cNvSpPr txBox="1"/>
            <p:nvPr/>
          </p:nvSpPr>
          <p:spPr>
            <a:xfrm>
              <a:off x="8655998" y="2987964"/>
              <a:ext cx="357190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zh-CN" sz="1400" b="1" i="1" spc="-150" smtClean="0">
                  <a:solidFill>
                    <a:srgbClr val="C00000"/>
                  </a:solidFill>
                  <a:latin typeface="Consolas" panose="020B0609020204030204" pitchFamily="49" charset="0"/>
                  <a:ea typeface="微软雅黑" panose="020B0503020204020204" pitchFamily="34" charset="-122"/>
                  <a:cs typeface="Consolas" panose="020B0609020204030204" pitchFamily="49" charset="0"/>
                </a:rPr>
                <a:t>i=</a:t>
              </a:r>
              <a:r>
                <a:rPr lang="en-US" altLang="zh-CN" sz="1400" b="1" spc="-150" smtClean="0">
                  <a:solidFill>
                    <a:srgbClr val="C00000"/>
                  </a:solidFill>
                  <a:latin typeface="Consolas" panose="020B0609020204030204" pitchFamily="49" charset="0"/>
                  <a:ea typeface="微软雅黑" panose="020B0503020204020204" pitchFamily="34" charset="-122"/>
                  <a:cs typeface="Consolas" panose="020B0609020204030204" pitchFamily="49" charset="0"/>
                </a:rPr>
                <a:t>3</a:t>
              </a:r>
              <a:endParaRPr lang="zh-CN" altLang="en-US" sz="1400" b="1" spc="-150">
                <a:solidFill>
                  <a:srgbClr val="C0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endParaRPr>
            </a:p>
          </p:txBody>
        </p:sp>
        <p:sp>
          <p:nvSpPr>
            <p:cNvPr id="124" name="TextBox 123"/>
            <p:cNvSpPr txBox="1"/>
            <p:nvPr/>
          </p:nvSpPr>
          <p:spPr>
            <a:xfrm>
              <a:off x="8655998" y="4166314"/>
              <a:ext cx="357190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zh-CN" sz="1400" b="1" i="1" spc="-150" smtClean="0">
                  <a:solidFill>
                    <a:srgbClr val="C00000"/>
                  </a:solidFill>
                  <a:latin typeface="Consolas" panose="020B0609020204030204" pitchFamily="49" charset="0"/>
                  <a:ea typeface="微软雅黑" panose="020B0503020204020204" pitchFamily="34" charset="-122"/>
                  <a:cs typeface="Consolas" panose="020B0609020204030204" pitchFamily="49" charset="0"/>
                </a:rPr>
                <a:t>i=</a:t>
              </a:r>
              <a:r>
                <a:rPr lang="en-US" altLang="zh-CN" sz="1400" b="1" spc="-150" smtClean="0">
                  <a:solidFill>
                    <a:srgbClr val="C00000"/>
                  </a:solidFill>
                  <a:latin typeface="Consolas" panose="020B0609020204030204" pitchFamily="49" charset="0"/>
                  <a:ea typeface="微软雅黑" panose="020B0503020204020204" pitchFamily="34" charset="-122"/>
                  <a:cs typeface="Consolas" panose="020B0609020204030204" pitchFamily="49" charset="0"/>
                </a:rPr>
                <a:t>4</a:t>
              </a:r>
              <a:endParaRPr lang="zh-CN" altLang="en-US" sz="1400" b="1" spc="-150">
                <a:solidFill>
                  <a:srgbClr val="C0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endParaRPr>
            </a:p>
          </p:txBody>
        </p:sp>
        <p:sp>
          <p:nvSpPr>
            <p:cNvPr id="125" name="TextBox 124"/>
            <p:cNvSpPr txBox="1"/>
            <p:nvPr/>
          </p:nvSpPr>
          <p:spPr>
            <a:xfrm>
              <a:off x="8655998" y="5094254"/>
              <a:ext cx="357190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zh-CN" sz="1400" b="1" i="1" spc="-150" smtClean="0">
                  <a:solidFill>
                    <a:srgbClr val="C00000"/>
                  </a:solidFill>
                  <a:latin typeface="Consolas" panose="020B0609020204030204" pitchFamily="49" charset="0"/>
                  <a:ea typeface="微软雅黑" panose="020B0503020204020204" pitchFamily="34" charset="-122"/>
                  <a:cs typeface="Consolas" panose="020B0609020204030204" pitchFamily="49" charset="0"/>
                </a:rPr>
                <a:t>i=</a:t>
              </a:r>
              <a:r>
                <a:rPr lang="en-US" altLang="zh-CN" sz="1400" b="1" spc="-150" smtClean="0">
                  <a:solidFill>
                    <a:srgbClr val="C00000"/>
                  </a:solidFill>
                  <a:latin typeface="Consolas" panose="020B0609020204030204" pitchFamily="49" charset="0"/>
                  <a:ea typeface="微软雅黑" panose="020B0503020204020204" pitchFamily="34" charset="-122"/>
                  <a:cs typeface="Consolas" panose="020B0609020204030204" pitchFamily="49" charset="0"/>
                </a:rPr>
                <a:t>5</a:t>
              </a:r>
              <a:endParaRPr lang="zh-CN" altLang="en-US" sz="1400" b="1" spc="-150">
                <a:solidFill>
                  <a:srgbClr val="C0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endParaRPr>
            </a:p>
          </p:txBody>
        </p:sp>
        <p:cxnSp>
          <p:nvCxnSpPr>
            <p:cNvPr id="126" name="直接连接符 125"/>
            <p:cNvCxnSpPr/>
            <p:nvPr/>
          </p:nvCxnSpPr>
          <p:spPr>
            <a:xfrm>
              <a:off x="6715140" y="2178458"/>
              <a:ext cx="1908000" cy="0"/>
            </a:xfrm>
            <a:prstGeom prst="line">
              <a:avLst/>
            </a:prstGeom>
            <a:ln>
              <a:prstDash val="dash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27" name="直接连接符 126"/>
            <p:cNvCxnSpPr/>
            <p:nvPr/>
          </p:nvCxnSpPr>
          <p:spPr>
            <a:xfrm>
              <a:off x="7563966" y="3095874"/>
              <a:ext cx="1080000" cy="0"/>
            </a:xfrm>
            <a:prstGeom prst="line">
              <a:avLst/>
            </a:prstGeom>
            <a:ln>
              <a:prstDash val="dash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28" name="直接连接符 127"/>
            <p:cNvCxnSpPr/>
            <p:nvPr/>
          </p:nvCxnSpPr>
          <p:spPr>
            <a:xfrm>
              <a:off x="8176062" y="4286256"/>
              <a:ext cx="504000" cy="0"/>
            </a:xfrm>
            <a:prstGeom prst="line">
              <a:avLst/>
            </a:prstGeom>
            <a:ln>
              <a:prstDash val="dash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29" name="直接连接符 128"/>
            <p:cNvCxnSpPr/>
            <p:nvPr/>
          </p:nvCxnSpPr>
          <p:spPr>
            <a:xfrm>
              <a:off x="8355404" y="5214950"/>
              <a:ext cx="360000" cy="0"/>
            </a:xfrm>
            <a:prstGeom prst="line">
              <a:avLst/>
            </a:prstGeom>
            <a:ln>
              <a:prstDash val="dash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11" name="组合 132"/>
          <p:cNvGrpSpPr/>
          <p:nvPr/>
        </p:nvGrpSpPr>
        <p:grpSpPr>
          <a:xfrm>
            <a:off x="3988464" y="5741883"/>
            <a:ext cx="1071570" cy="852035"/>
            <a:chOff x="3988464" y="5405967"/>
            <a:chExt cx="1071570" cy="852035"/>
          </a:xfrm>
        </p:grpSpPr>
        <p:sp>
          <p:nvSpPr>
            <p:cNvPr id="130" name="TextBox 129"/>
            <p:cNvSpPr txBox="1"/>
            <p:nvPr/>
          </p:nvSpPr>
          <p:spPr>
            <a:xfrm>
              <a:off x="3988464" y="5857892"/>
              <a:ext cx="107157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 b="1" smtClean="0">
                  <a:solidFill>
                    <a:srgbClr val="0000FF"/>
                  </a:solidFill>
                  <a:latin typeface="Consolas" panose="020B0609020204030204" pitchFamily="49" charset="0"/>
                  <a:ea typeface="微软雅黑" panose="020B0503020204020204" pitchFamily="34" charset="-122"/>
                  <a:cs typeface="Consolas" panose="020B0609020204030204" pitchFamily="49" charset="0"/>
                </a:rPr>
                <a:t>最优解</a:t>
              </a:r>
              <a:endParaRPr lang="zh-CN" altLang="en-US" sz="2000" b="1">
                <a:solidFill>
                  <a:srgbClr val="0000FF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endParaRPr>
            </a:p>
          </p:txBody>
        </p:sp>
        <p:cxnSp>
          <p:nvCxnSpPr>
            <p:cNvPr id="132" name="直接箭头连接符 131"/>
            <p:cNvCxnSpPr>
              <a:stCxn id="130" idx="0"/>
              <a:endCxn id="56" idx="4"/>
            </p:cNvCxnSpPr>
            <p:nvPr/>
          </p:nvCxnSpPr>
          <p:spPr>
            <a:xfrm flipH="1" flipV="1">
              <a:off x="4520248" y="5405967"/>
              <a:ext cx="4001" cy="451925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</p:grpSp>
      <p:sp>
        <p:nvSpPr>
          <p:cNvPr id="136" name="TextBox 135"/>
          <p:cNvSpPr txBox="1"/>
          <p:nvPr/>
        </p:nvSpPr>
        <p:spPr>
          <a:xfrm>
            <a:off x="500034" y="764520"/>
            <a:ext cx="2571768" cy="400110"/>
          </a:xfrm>
          <a:prstGeom prst="rect">
            <a:avLst/>
          </a:prstGeom>
          <a:solidFill>
            <a:srgbClr val="006600"/>
          </a:solidFill>
        </p:spPr>
        <p:txBody>
          <a:bodyPr wrap="square" rtlCol="0">
            <a:spAutoFit/>
          </a:bodyPr>
          <a:lstStyle/>
          <a:p>
            <a:r>
              <a:rPr lang="en-US" altLang="zh-CN" sz="2000" b="1" smtClean="0">
                <a:solidFill>
                  <a:schemeClr val="bg1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(</a:t>
            </a:r>
            <a:r>
              <a:rPr lang="zh-CN" altLang="en-US" sz="2000" b="1" smtClean="0">
                <a:solidFill>
                  <a:schemeClr val="bg1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总重量</a:t>
            </a:r>
            <a:r>
              <a:rPr lang="en-US" altLang="zh-CN" sz="2000" b="1" smtClean="0">
                <a:solidFill>
                  <a:schemeClr val="bg1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tw,</a:t>
            </a:r>
            <a:r>
              <a:rPr lang="zh-CN" altLang="en-US" sz="2000" b="1" smtClean="0">
                <a:solidFill>
                  <a:schemeClr val="bg1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总价值</a:t>
            </a:r>
            <a:r>
              <a:rPr lang="en-US" altLang="zh-CN" sz="2000" b="1" smtClean="0">
                <a:solidFill>
                  <a:schemeClr val="bg1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tv)</a:t>
            </a:r>
            <a:endParaRPr lang="zh-CN" altLang="en-US" sz="2000" b="1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cxnSp>
        <p:nvCxnSpPr>
          <p:cNvPr id="138" name="直接箭头连接符 137"/>
          <p:cNvCxnSpPr>
            <a:stCxn id="136" idx="2"/>
            <a:endCxn id="45" idx="1"/>
          </p:cNvCxnSpPr>
          <p:nvPr/>
        </p:nvCxnSpPr>
        <p:spPr>
          <a:xfrm rot="16200000" flipH="1">
            <a:off x="1279501" y="1671046"/>
            <a:ext cx="1240063" cy="227229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119" name="TextBox 118"/>
          <p:cNvSpPr txBox="1"/>
          <p:nvPr/>
        </p:nvSpPr>
        <p:spPr>
          <a:xfrm>
            <a:off x="1246209" y="6058641"/>
            <a:ext cx="15716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2000" b="1" dirty="0" smtClean="0">
                <a:solidFill>
                  <a:srgbClr val="0000FF"/>
                </a:solidFill>
                <a:latin typeface="+mn-ea"/>
              </a:rPr>
              <a:t>解空间树</a:t>
            </a:r>
            <a:endParaRPr lang="zh-CN" altLang="en-US" sz="2000" b="1" dirty="0">
              <a:solidFill>
                <a:srgbClr val="0000FF"/>
              </a:solidFill>
              <a:latin typeface="+mn-ea"/>
            </a:endParaRPr>
          </a:p>
        </p:txBody>
      </p:sp>
      <p:sp>
        <p:nvSpPr>
          <p:cNvPr id="120" name="矩形 119"/>
          <p:cNvSpPr/>
          <p:nvPr/>
        </p:nvSpPr>
        <p:spPr>
          <a:xfrm>
            <a:off x="6839339" y="111981"/>
            <a:ext cx="214604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w=</a:t>
            </a:r>
            <a:r>
              <a:rPr lang="pt-BR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{</a:t>
            </a:r>
            <a:r>
              <a:rPr lang="pt-BR" altLang="zh-CN" sz="2000" b="1" i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5</a:t>
            </a:r>
            <a:r>
              <a:rPr lang="zh-CN" altLang="pt-BR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，</a:t>
            </a:r>
            <a:r>
              <a:rPr lang="pt-BR" altLang="zh-CN" sz="2000" b="1" i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3</a:t>
            </a:r>
            <a:r>
              <a:rPr lang="zh-CN" altLang="pt-BR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，</a:t>
            </a:r>
            <a:r>
              <a:rPr lang="pt-BR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2</a:t>
            </a:r>
            <a:r>
              <a:rPr lang="zh-CN" altLang="pt-BR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，</a:t>
            </a:r>
            <a:r>
              <a:rPr lang="pt-BR" altLang="zh-CN" sz="2000" b="1" i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1</a:t>
            </a:r>
            <a:r>
              <a:rPr lang="pt-BR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}</a:t>
            </a:r>
          </a:p>
          <a:p>
            <a:r>
              <a:rPr lang="pt-BR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v={</a:t>
            </a:r>
            <a:r>
              <a:rPr lang="pt-BR" altLang="zh-CN" sz="2000" b="1" i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4</a:t>
            </a:r>
            <a:r>
              <a:rPr lang="zh-CN" altLang="pt-BR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，</a:t>
            </a:r>
            <a:r>
              <a:rPr lang="pt-BR" altLang="zh-CN" sz="2000" b="1" i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4</a:t>
            </a:r>
            <a:r>
              <a:rPr lang="zh-CN" altLang="pt-BR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，</a:t>
            </a:r>
            <a:r>
              <a:rPr lang="pt-BR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3</a:t>
            </a:r>
            <a:r>
              <a:rPr lang="zh-CN" altLang="pt-BR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，</a:t>
            </a:r>
            <a:r>
              <a:rPr lang="pt-BR" altLang="zh-CN" sz="2000" b="1" i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1</a:t>
            </a:r>
            <a:r>
              <a:rPr lang="pt-BR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}</a:t>
            </a:r>
            <a:endParaRPr lang="zh-CN" altLang="en-US" sz="2000" dirty="0"/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4720" y="1945851"/>
            <a:ext cx="8072494" cy="405683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lIns="180000" tIns="180000" bIns="18000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 smtClean="0">
                <a:solidFill>
                  <a:srgbClr val="FF000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//</a:t>
            </a:r>
            <a:r>
              <a:rPr lang="zh-CN" altLang="zh-CN" sz="2000" b="1" dirty="0" smtClean="0">
                <a:solidFill>
                  <a:srgbClr val="FF000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问题表示</a:t>
            </a:r>
          </a:p>
          <a:p>
            <a:pPr>
              <a:lnSpc>
                <a:spcPct val="150000"/>
              </a:lnSpc>
            </a:pPr>
            <a:r>
              <a:rPr lang="en-US" altLang="zh-CN" sz="20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int n=4;			</a:t>
            </a:r>
            <a:r>
              <a:rPr lang="en-US" altLang="zh-CN" sz="2000" b="1" dirty="0" smtClean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//4</a:t>
            </a:r>
            <a:r>
              <a:rPr lang="zh-CN" altLang="zh-CN" sz="2000" b="1" dirty="0" smtClean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种物品</a:t>
            </a:r>
          </a:p>
          <a:p>
            <a:pPr>
              <a:lnSpc>
                <a:spcPct val="150000"/>
              </a:lnSpc>
            </a:pPr>
            <a:r>
              <a:rPr lang="en-US" altLang="zh-CN" sz="20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int W=6;			</a:t>
            </a:r>
            <a:r>
              <a:rPr lang="en-US" altLang="zh-CN" sz="2000" b="1" dirty="0" smtClean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//</a:t>
            </a:r>
            <a:r>
              <a:rPr lang="zh-CN" altLang="zh-CN" sz="2000" b="1" dirty="0" smtClean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限制重量</a:t>
            </a:r>
            <a:r>
              <a:rPr lang="zh-CN" altLang="en-US" sz="2000" b="1" dirty="0" smtClean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为</a:t>
            </a:r>
            <a:r>
              <a:rPr lang="en-US" altLang="zh-CN" sz="2000" b="1" dirty="0" smtClean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6</a:t>
            </a:r>
            <a:endParaRPr lang="zh-CN" altLang="zh-CN" sz="2000" b="1" dirty="0" smtClean="0">
              <a:solidFill>
                <a:srgbClr val="00B0F0"/>
              </a:solidFill>
              <a:latin typeface="Consolas" panose="020B0609020204030204" pitchFamily="49" charset="0"/>
              <a:ea typeface="仿宋" panose="02010609060101010101" pitchFamily="49" charset="-122"/>
              <a:cs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int w[]={0,5,3,2,1};	</a:t>
            </a:r>
            <a:r>
              <a:rPr lang="en-US" altLang="zh-CN" sz="2000" b="1" dirty="0" smtClean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//</a:t>
            </a:r>
            <a:r>
              <a:rPr lang="zh-CN" altLang="zh-CN" sz="2000" b="1" dirty="0" smtClean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存放</a:t>
            </a:r>
            <a:r>
              <a:rPr lang="en-US" altLang="zh-CN" sz="2000" b="1" dirty="0" smtClean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4</a:t>
            </a:r>
            <a:r>
              <a:rPr lang="zh-CN" altLang="zh-CN" sz="2000" b="1" dirty="0" smtClean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个物品重量</a:t>
            </a:r>
            <a:r>
              <a:rPr lang="en-US" altLang="zh-CN" sz="2000" b="1" dirty="0" smtClean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,</a:t>
            </a:r>
            <a:r>
              <a:rPr lang="zh-CN" altLang="zh-CN" sz="2000" b="1" dirty="0" smtClean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不用下标</a:t>
            </a:r>
            <a:r>
              <a:rPr lang="en-US" altLang="zh-CN" sz="2000" b="1" dirty="0" smtClean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0</a:t>
            </a:r>
            <a:r>
              <a:rPr lang="zh-CN" altLang="zh-CN" sz="2000" b="1" dirty="0" smtClean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元素</a:t>
            </a:r>
          </a:p>
          <a:p>
            <a:pPr>
              <a:lnSpc>
                <a:spcPct val="150000"/>
              </a:lnSpc>
            </a:pPr>
            <a:r>
              <a:rPr lang="en-US" altLang="zh-CN" sz="20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int v[]={0,4,4,3,1};	</a:t>
            </a:r>
            <a:r>
              <a:rPr lang="en-US" altLang="zh-CN" sz="2000" b="1" dirty="0" smtClean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//</a:t>
            </a:r>
            <a:r>
              <a:rPr lang="zh-CN" altLang="zh-CN" sz="2000" b="1" dirty="0" smtClean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存放</a:t>
            </a:r>
            <a:r>
              <a:rPr lang="en-US" altLang="zh-CN" sz="2000" b="1" dirty="0" smtClean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4</a:t>
            </a:r>
            <a:r>
              <a:rPr lang="zh-CN" altLang="zh-CN" sz="2000" b="1" dirty="0" smtClean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个物品价值</a:t>
            </a:r>
            <a:r>
              <a:rPr lang="en-US" altLang="zh-CN" sz="2000" b="1" dirty="0" smtClean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,</a:t>
            </a:r>
            <a:r>
              <a:rPr lang="zh-CN" altLang="zh-CN" sz="2000" b="1" dirty="0" smtClean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不用下标</a:t>
            </a:r>
            <a:r>
              <a:rPr lang="en-US" altLang="zh-CN" sz="2000" b="1" dirty="0" smtClean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0</a:t>
            </a:r>
            <a:r>
              <a:rPr lang="zh-CN" altLang="zh-CN" sz="2000" b="1" dirty="0" smtClean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元素</a:t>
            </a:r>
          </a:p>
          <a:p>
            <a:pPr>
              <a:lnSpc>
                <a:spcPct val="150000"/>
              </a:lnSpc>
            </a:pPr>
            <a:r>
              <a:rPr lang="en-US" altLang="zh-CN" sz="2000" b="1" dirty="0" smtClean="0">
                <a:solidFill>
                  <a:srgbClr val="FF000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//</a:t>
            </a:r>
            <a:r>
              <a:rPr lang="zh-CN" altLang="zh-CN" sz="2000" b="1" dirty="0" smtClean="0">
                <a:solidFill>
                  <a:srgbClr val="FF000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求解结果表示</a:t>
            </a:r>
          </a:p>
          <a:p>
            <a:pPr>
              <a:lnSpc>
                <a:spcPct val="150000"/>
              </a:lnSpc>
            </a:pPr>
            <a:r>
              <a:rPr lang="en-US" altLang="zh-CN" sz="20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int x[MAXN];			</a:t>
            </a:r>
            <a:r>
              <a:rPr lang="en-US" altLang="zh-CN" sz="2000" b="1" dirty="0" smtClean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//</a:t>
            </a:r>
            <a:r>
              <a:rPr lang="zh-CN" altLang="zh-CN" sz="2000" b="1" dirty="0" smtClean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存放最终解</a:t>
            </a:r>
          </a:p>
          <a:p>
            <a:pPr>
              <a:lnSpc>
                <a:spcPct val="150000"/>
              </a:lnSpc>
            </a:pPr>
            <a:r>
              <a:rPr lang="en-US" altLang="zh-CN" sz="20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int maxv; 			</a:t>
            </a:r>
            <a:r>
              <a:rPr lang="en-US" altLang="zh-CN" sz="2000" b="1" dirty="0" smtClean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//</a:t>
            </a:r>
            <a:r>
              <a:rPr lang="zh-CN" altLang="zh-CN" sz="2000" b="1" dirty="0" smtClean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存放最优解的总价值</a:t>
            </a:r>
            <a:endParaRPr lang="en-US" altLang="zh-CN" sz="2000" b="1" dirty="0" smtClean="0">
              <a:solidFill>
                <a:srgbClr val="00B0F0"/>
              </a:solidFill>
              <a:latin typeface="Consolas" panose="020B0609020204030204" pitchFamily="49" charset="0"/>
              <a:ea typeface="仿宋" panose="02010609060101010101" pitchFamily="49" charset="-122"/>
              <a:cs typeface="Consolas" panose="020B0609020204030204" pitchFamily="49" charset="0"/>
            </a:endParaRPr>
          </a:p>
        </p:txBody>
      </p:sp>
      <p:sp>
        <p:nvSpPr>
          <p:cNvPr id="4" name="文本占位符 5"/>
          <p:cNvSpPr>
            <a:spLocks noGrp="1"/>
          </p:cNvSpPr>
          <p:nvPr>
            <p:ph type="body" sz="quarter" idx="13"/>
          </p:nvPr>
        </p:nvSpPr>
        <p:spPr>
          <a:xfrm>
            <a:off x="-498107" y="261275"/>
            <a:ext cx="7262260" cy="864000"/>
          </a:xfrm>
        </p:spPr>
        <p:txBody>
          <a:bodyPr/>
          <a:lstStyle/>
          <a:p>
            <a:pPr lvl="0"/>
            <a:r>
              <a:rPr lang="en-US" altLang="zh-CN" sz="3600" dirty="0" smtClean="0">
                <a:sym typeface="+mn-ea"/>
              </a:rPr>
              <a:t>求解0/1背包问题</a:t>
            </a:r>
          </a:p>
        </p:txBody>
      </p:sp>
      <p:sp>
        <p:nvSpPr>
          <p:cNvPr id="5" name="文本框 10"/>
          <p:cNvSpPr txBox="1"/>
          <p:nvPr/>
        </p:nvSpPr>
        <p:spPr>
          <a:xfrm>
            <a:off x="298580" y="1452451"/>
            <a:ext cx="2514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2400" b="1" dirty="0" smtClean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三、算法设计</a:t>
            </a:r>
            <a:endParaRPr lang="zh-CN" altLang="en-US" sz="2400" b="1" dirty="0">
              <a:solidFill>
                <a:srgbClr val="FF0000"/>
              </a:solidFill>
              <a:latin typeface="Consolas" pitchFamily="49" charset="0"/>
              <a:cs typeface="Consolas" pitchFamily="49" charset="0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90" name="Text Box 2"/>
          <p:cNvSpPr txBox="1">
            <a:spLocks noChangeArrowheads="1"/>
          </p:cNvSpPr>
          <p:nvPr/>
        </p:nvSpPr>
        <p:spPr bwMode="auto">
          <a:xfrm>
            <a:off x="143561" y="623417"/>
            <a:ext cx="8821769" cy="574960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lIns="180000" tIns="180000" bIns="180000">
            <a:spAutoFit/>
          </a:bodyPr>
          <a:lstStyle/>
          <a:p>
            <a:pPr>
              <a:lnSpc>
                <a:spcPts val="2800"/>
              </a:lnSpc>
            </a:pPr>
            <a:r>
              <a:rPr lang="en-US" altLang="zh-CN" sz="1800" b="1" dirty="0" smtClean="0">
                <a:solidFill>
                  <a:srgbClr val="FF000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void </a:t>
            </a:r>
            <a:r>
              <a:rPr lang="en-US" altLang="zh-CN" b="1" dirty="0" smtClean="0">
                <a:solidFill>
                  <a:srgbClr val="FF000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Knapsack</a:t>
            </a:r>
            <a:r>
              <a:rPr lang="en-US" altLang="zh-CN" sz="1800" b="1" dirty="0" smtClean="0">
                <a:solidFill>
                  <a:srgbClr val="FF000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(int i,int tw,int tv,int op[]) //</a:t>
            </a:r>
            <a:r>
              <a:rPr lang="zh-CN" altLang="zh-CN" sz="1800" b="1" dirty="0" smtClean="0">
                <a:solidFill>
                  <a:srgbClr val="FF000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求解</a:t>
            </a:r>
            <a:r>
              <a:rPr lang="en-US" altLang="zh-CN" sz="1800" b="1" dirty="0" smtClean="0">
                <a:solidFill>
                  <a:srgbClr val="FF000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0/1</a:t>
            </a:r>
            <a:r>
              <a:rPr lang="zh-CN" altLang="zh-CN" sz="1800" b="1" dirty="0" smtClean="0">
                <a:solidFill>
                  <a:srgbClr val="FF000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背包问题</a:t>
            </a:r>
          </a:p>
          <a:p>
            <a:pPr>
              <a:lnSpc>
                <a:spcPts val="2800"/>
              </a:lnSpc>
            </a:pPr>
            <a:r>
              <a:rPr lang="en-US" altLang="zh-CN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{  if (i&gt;n)				</a:t>
            </a:r>
            <a:r>
              <a:rPr lang="en-US" altLang="zh-CN" sz="1800" b="1" dirty="0" smtClean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//</a:t>
            </a:r>
            <a:r>
              <a:rPr lang="zh-CN" altLang="zh-CN" sz="1800" b="1" dirty="0" smtClean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找到一个叶子结点</a:t>
            </a:r>
          </a:p>
          <a:p>
            <a:pPr>
              <a:lnSpc>
                <a:spcPts val="2800"/>
              </a:lnSpc>
            </a:pPr>
            <a:r>
              <a:rPr lang="en-US" altLang="zh-CN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   {  if (tw==W &amp;&amp; tv&gt;maxv)		</a:t>
            </a:r>
            <a:r>
              <a:rPr lang="en-US" altLang="zh-CN" sz="1800" b="1" dirty="0" smtClean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//</a:t>
            </a:r>
            <a:r>
              <a:rPr lang="zh-CN" altLang="zh-CN" sz="1800" b="1" dirty="0" smtClean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找到一个满足条件的更优解</a:t>
            </a:r>
            <a:r>
              <a:rPr lang="en-US" altLang="zh-CN" sz="1800" b="1" dirty="0" smtClean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,</a:t>
            </a:r>
            <a:r>
              <a:rPr lang="zh-CN" altLang="zh-CN" sz="1800" b="1" dirty="0" smtClean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保存</a:t>
            </a:r>
            <a:r>
              <a:rPr lang="en-US" altLang="zh-CN" sz="1800" b="1" dirty="0" smtClean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 </a:t>
            </a:r>
          </a:p>
          <a:p>
            <a:pPr>
              <a:lnSpc>
                <a:spcPts val="2800"/>
              </a:lnSpc>
            </a:pPr>
            <a:r>
              <a:rPr lang="en-US" altLang="zh-CN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      {  maxv=tv;</a:t>
            </a:r>
          </a:p>
          <a:p>
            <a:pPr>
              <a:lnSpc>
                <a:spcPts val="2800"/>
              </a:lnSpc>
            </a:pPr>
            <a:r>
              <a:rPr lang="en-US" altLang="zh-CN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         </a:t>
            </a:r>
            <a:r>
              <a:rPr lang="en-US" altLang="zh-CN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for (int j=1;j&lt;=n;j++)</a:t>
            </a:r>
            <a:endParaRPr lang="zh-CN" altLang="zh-CN" sz="1800" b="1" dirty="0" smtClean="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  <a:cs typeface="Consolas" panose="020B0609020204030204" pitchFamily="49" charset="0"/>
            </a:endParaRPr>
          </a:p>
          <a:p>
            <a:pPr>
              <a:lnSpc>
                <a:spcPts val="2800"/>
              </a:lnSpc>
            </a:pPr>
            <a:r>
              <a:rPr lang="en-US" altLang="zh-CN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            x[j]=op[j];</a:t>
            </a:r>
            <a:endParaRPr lang="zh-CN" altLang="zh-CN" sz="1800" b="1" dirty="0" smtClean="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  <a:cs typeface="Consolas" panose="020B0609020204030204" pitchFamily="49" charset="0"/>
            </a:endParaRPr>
          </a:p>
          <a:p>
            <a:pPr>
              <a:lnSpc>
                <a:spcPts val="2800"/>
              </a:lnSpc>
            </a:pPr>
            <a:r>
              <a:rPr lang="en-US" altLang="zh-CN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      }</a:t>
            </a:r>
            <a:endParaRPr lang="zh-CN" altLang="zh-CN" sz="1800" b="1" dirty="0" smtClean="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  <a:cs typeface="Consolas" panose="020B0609020204030204" pitchFamily="49" charset="0"/>
            </a:endParaRPr>
          </a:p>
          <a:p>
            <a:pPr>
              <a:lnSpc>
                <a:spcPts val="2800"/>
              </a:lnSpc>
            </a:pPr>
            <a:r>
              <a:rPr lang="en-US" altLang="zh-CN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   }</a:t>
            </a:r>
            <a:endParaRPr lang="zh-CN" altLang="zh-CN" sz="1800" b="1" dirty="0" smtClean="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  <a:cs typeface="Consolas" panose="020B0609020204030204" pitchFamily="49" charset="0"/>
            </a:endParaRPr>
          </a:p>
          <a:p>
            <a:pPr>
              <a:lnSpc>
                <a:spcPts val="2800"/>
              </a:lnSpc>
            </a:pPr>
            <a:r>
              <a:rPr lang="en-US" altLang="zh-CN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   else					</a:t>
            </a:r>
            <a:r>
              <a:rPr lang="en-US" altLang="zh-CN" sz="1800" b="1" dirty="0" smtClean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//</a:t>
            </a:r>
            <a:r>
              <a:rPr lang="zh-CN" altLang="zh-CN" sz="1800" b="1" dirty="0" smtClean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尚未找完所有物品</a:t>
            </a:r>
          </a:p>
          <a:p>
            <a:pPr>
              <a:lnSpc>
                <a:spcPts val="2800"/>
              </a:lnSpc>
            </a:pPr>
            <a:r>
              <a:rPr lang="en-US" altLang="zh-CN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   {  op[i]=1;				</a:t>
            </a:r>
            <a:r>
              <a:rPr lang="en-US" altLang="zh-CN" sz="1800" b="1" dirty="0" smtClean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//</a:t>
            </a:r>
            <a:r>
              <a:rPr lang="zh-CN" altLang="zh-CN" sz="1800" b="1" dirty="0" smtClean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选取第</a:t>
            </a:r>
            <a:r>
              <a:rPr lang="en-US" altLang="zh-CN" sz="1800" b="1" dirty="0" smtClean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i</a:t>
            </a:r>
            <a:r>
              <a:rPr lang="zh-CN" altLang="zh-CN" sz="1800" b="1" dirty="0" smtClean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个物品</a:t>
            </a:r>
          </a:p>
          <a:p>
            <a:pPr>
              <a:lnSpc>
                <a:spcPts val="2800"/>
              </a:lnSpc>
            </a:pPr>
            <a:r>
              <a:rPr lang="en-US" altLang="zh-CN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      </a:t>
            </a:r>
            <a:r>
              <a:rPr lang="en-US" altLang="zh-CN" b="1" dirty="0" smtClean="0">
                <a:solidFill>
                  <a:srgbClr val="FF000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Knapsack</a:t>
            </a:r>
            <a:r>
              <a:rPr lang="en-US" altLang="zh-CN" sz="1800" b="1" dirty="0" smtClean="0">
                <a:solidFill>
                  <a:srgbClr val="FF000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(i+1,tw+w[i],tv+v[i],op);</a:t>
            </a:r>
            <a:endParaRPr lang="zh-CN" altLang="zh-CN" sz="1800" b="1" dirty="0" smtClean="0">
              <a:solidFill>
                <a:srgbClr val="FF0000"/>
              </a:solidFill>
              <a:latin typeface="Consolas" panose="020B0609020204030204" pitchFamily="49" charset="0"/>
              <a:ea typeface="仿宋" panose="02010609060101010101" pitchFamily="49" charset="-122"/>
              <a:cs typeface="Consolas" panose="020B0609020204030204" pitchFamily="49" charset="0"/>
            </a:endParaRPr>
          </a:p>
          <a:p>
            <a:pPr>
              <a:lnSpc>
                <a:spcPts val="2800"/>
              </a:lnSpc>
            </a:pPr>
            <a:r>
              <a:rPr lang="en-US" altLang="zh-CN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      op[i]=0;				</a:t>
            </a:r>
            <a:r>
              <a:rPr lang="en-US" altLang="zh-CN" sz="1800" b="1" dirty="0" smtClean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//</a:t>
            </a:r>
            <a:r>
              <a:rPr lang="zh-CN" altLang="zh-CN" sz="1800" b="1" dirty="0" smtClean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不选取第</a:t>
            </a:r>
            <a:r>
              <a:rPr lang="en-US" altLang="zh-CN" sz="1800" b="1" dirty="0" smtClean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i</a:t>
            </a:r>
            <a:r>
              <a:rPr lang="zh-CN" altLang="zh-CN" sz="1800" b="1" dirty="0" smtClean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个物品</a:t>
            </a:r>
            <a:r>
              <a:rPr lang="en-US" altLang="zh-CN" sz="1800" b="1" dirty="0" smtClean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,</a:t>
            </a:r>
            <a:r>
              <a:rPr lang="zh-CN" altLang="zh-CN" sz="1800" b="1" dirty="0" smtClean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回溯</a:t>
            </a:r>
          </a:p>
          <a:p>
            <a:pPr>
              <a:lnSpc>
                <a:spcPts val="2800"/>
              </a:lnSpc>
            </a:pPr>
            <a:r>
              <a:rPr lang="en-US" altLang="zh-CN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      </a:t>
            </a:r>
            <a:r>
              <a:rPr lang="en-US" altLang="zh-CN" b="1" dirty="0" smtClean="0">
                <a:solidFill>
                  <a:srgbClr val="FF000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Knapsack</a:t>
            </a:r>
            <a:r>
              <a:rPr lang="en-US" altLang="zh-CN" sz="1800" b="1" dirty="0" smtClean="0">
                <a:solidFill>
                  <a:srgbClr val="FF000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(i+1,tw,tv,op);</a:t>
            </a:r>
            <a:endParaRPr lang="zh-CN" altLang="zh-CN" sz="1800" b="1" dirty="0" smtClean="0">
              <a:solidFill>
                <a:srgbClr val="FF0000"/>
              </a:solidFill>
              <a:latin typeface="Consolas" panose="020B0609020204030204" pitchFamily="49" charset="0"/>
              <a:ea typeface="仿宋" panose="02010609060101010101" pitchFamily="49" charset="-122"/>
              <a:cs typeface="Consolas" panose="020B0609020204030204" pitchFamily="49" charset="0"/>
            </a:endParaRPr>
          </a:p>
          <a:p>
            <a:pPr>
              <a:lnSpc>
                <a:spcPts val="2800"/>
              </a:lnSpc>
            </a:pPr>
            <a:r>
              <a:rPr lang="en-US" altLang="zh-CN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   }</a:t>
            </a:r>
            <a:endParaRPr lang="zh-CN" altLang="zh-CN" sz="1800" b="1" dirty="0" smtClean="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  <a:cs typeface="Consolas" panose="020B0609020204030204" pitchFamily="49" charset="0"/>
            </a:endParaRPr>
          </a:p>
          <a:p>
            <a:pPr>
              <a:lnSpc>
                <a:spcPts val="2800"/>
              </a:lnSpc>
            </a:pPr>
            <a:r>
              <a:rPr lang="en-US" altLang="zh-CN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5760" y="164048"/>
            <a:ext cx="55825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 smtClean="0">
                <a:solidFill>
                  <a:srgbClr val="0000FF"/>
                </a:solidFill>
                <a:latin typeface="+mn-ea"/>
                <a:cs typeface="Times New Roman" panose="02020603050405020304" pitchFamily="18" charset="0"/>
              </a:rPr>
              <a:t>采用</a:t>
            </a:r>
            <a:r>
              <a:rPr lang="zh-CN" altLang="zh-CN" sz="2000" b="1" dirty="0" smtClean="0">
                <a:solidFill>
                  <a:srgbClr val="0000FF"/>
                </a:solidFill>
                <a:latin typeface="+mn-ea"/>
                <a:cs typeface="Times New Roman" panose="02020603050405020304" pitchFamily="18" charset="0"/>
              </a:rPr>
              <a:t>解空间为子集树</a:t>
            </a:r>
            <a:r>
              <a:rPr lang="zh-CN" altLang="en-US" sz="2000" b="1" dirty="0" smtClean="0">
                <a:solidFill>
                  <a:srgbClr val="0000FF"/>
                </a:solidFill>
                <a:latin typeface="+mn-ea"/>
                <a:cs typeface="Times New Roman" panose="02020603050405020304" pitchFamily="18" charset="0"/>
              </a:rPr>
              <a:t>递归的算法框架</a:t>
            </a:r>
            <a:endParaRPr lang="zh-CN" altLang="en-US" sz="2000" b="1" dirty="0">
              <a:solidFill>
                <a:srgbClr val="0000FF"/>
              </a:solidFill>
              <a:latin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9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9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9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9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9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9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9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9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9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90" name="Text Box 2"/>
          <p:cNvSpPr txBox="1">
            <a:spLocks noChangeArrowheads="1"/>
          </p:cNvSpPr>
          <p:nvPr/>
        </p:nvSpPr>
        <p:spPr bwMode="auto">
          <a:xfrm>
            <a:off x="143561" y="838021"/>
            <a:ext cx="8821769" cy="507249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lIns="180000" tIns="180000" bIns="180000">
            <a:spAutoFit/>
          </a:bodyPr>
          <a:lstStyle/>
          <a:p>
            <a:r>
              <a:rPr lang="en-US" altLang="zh-CN" sz="1800" b="1" dirty="0" smtClean="0">
                <a:solidFill>
                  <a:srgbClr val="FF000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void </a:t>
            </a:r>
            <a:r>
              <a:rPr lang="en-US" altLang="zh-CN" b="1" dirty="0" smtClean="0">
                <a:solidFill>
                  <a:srgbClr val="FF000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dispasolution</a:t>
            </a:r>
            <a:r>
              <a:rPr lang="en-US" altLang="zh-CN" sz="1800" b="1" dirty="0" smtClean="0">
                <a:solidFill>
                  <a:srgbClr val="FF000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()         //</a:t>
            </a:r>
            <a:r>
              <a:rPr lang="zh-CN" altLang="en-US" sz="1800" b="1" dirty="0" smtClean="0">
                <a:solidFill>
                  <a:srgbClr val="FF000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输出最优解</a:t>
            </a:r>
            <a:endParaRPr lang="zh-CN" altLang="zh-CN" sz="1800" b="1" dirty="0" smtClean="0">
              <a:solidFill>
                <a:srgbClr val="FF0000"/>
              </a:solidFill>
              <a:latin typeface="Consolas" panose="020B0609020204030204" pitchFamily="49" charset="0"/>
              <a:ea typeface="仿宋" panose="02010609060101010101" pitchFamily="49" charset="-122"/>
              <a:cs typeface="Consolas" panose="020B0609020204030204" pitchFamily="49" charset="0"/>
            </a:endParaRPr>
          </a:p>
          <a:p>
            <a:r>
              <a:rPr lang="en-US" altLang="zh-CN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{ </a:t>
            </a:r>
            <a:endParaRPr lang="zh-CN" altLang="zh-CN" sz="1800" b="1" dirty="0" smtClean="0">
              <a:solidFill>
                <a:srgbClr val="00B0F0"/>
              </a:solidFill>
              <a:latin typeface="Consolas" panose="020B0609020204030204" pitchFamily="49" charset="0"/>
              <a:ea typeface="仿宋" panose="02010609060101010101" pitchFamily="49" charset="-122"/>
              <a:cs typeface="Consolas" panose="020B0609020204030204" pitchFamily="49" charset="0"/>
            </a:endParaRPr>
          </a:p>
          <a:p>
            <a:r>
              <a:rPr lang="en-US" altLang="zh-CN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   printf(“</a:t>
            </a:r>
            <a:r>
              <a:rPr lang="zh-CN" altLang="en-US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最佳装填方案是：</a:t>
            </a:r>
            <a:r>
              <a:rPr lang="en-US" altLang="zh-CN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\n”);</a:t>
            </a:r>
            <a:endParaRPr lang="zh-CN" altLang="zh-CN" sz="1800" b="1" dirty="0" smtClean="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  <a:cs typeface="Consolas" panose="020B0609020204030204" pitchFamily="49" charset="0"/>
            </a:endParaRPr>
          </a:p>
          <a:p>
            <a:r>
              <a:rPr lang="en-US" altLang="zh-CN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   for(int i=1;i&lt;=n;i++)</a:t>
            </a:r>
          </a:p>
          <a:p>
            <a:r>
              <a:rPr lang="en-US" altLang="zh-CN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   {</a:t>
            </a:r>
          </a:p>
          <a:p>
            <a:r>
              <a:rPr lang="en-US" altLang="zh-CN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       if(x[i]==1)</a:t>
            </a:r>
          </a:p>
          <a:p>
            <a:r>
              <a:rPr lang="en-US" altLang="zh-CN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	    printf(“</a:t>
            </a:r>
            <a:r>
              <a:rPr lang="zh-CN" altLang="en-US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选取第</a:t>
            </a:r>
            <a:r>
              <a:rPr lang="en-US" altLang="zh-CN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%d</a:t>
            </a:r>
            <a:r>
              <a:rPr lang="zh-CN" altLang="en-US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个物品</a:t>
            </a:r>
            <a:r>
              <a:rPr lang="en-US" altLang="zh-CN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\n”</a:t>
            </a:r>
            <a:r>
              <a:rPr lang="zh-CN" altLang="en-US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，</a:t>
            </a:r>
            <a:r>
              <a:rPr lang="en-US" altLang="zh-CN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i);</a:t>
            </a:r>
            <a:endParaRPr lang="zh-CN" altLang="zh-CN" sz="1800" b="1" dirty="0" smtClean="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  <a:cs typeface="Consolas" panose="020B0609020204030204" pitchFamily="49" charset="0"/>
            </a:endParaRPr>
          </a:p>
          <a:p>
            <a:r>
              <a:rPr lang="en-US" altLang="zh-CN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   }</a:t>
            </a:r>
            <a:endParaRPr lang="zh-CN" altLang="zh-CN" sz="1800" b="1" dirty="0" smtClean="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  <a:cs typeface="Consolas" panose="020B0609020204030204" pitchFamily="49" charset="0"/>
            </a:endParaRPr>
          </a:p>
          <a:p>
            <a:r>
              <a:rPr lang="en-US" altLang="zh-CN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   printf(“</a:t>
            </a:r>
            <a:r>
              <a:rPr lang="zh-CN" altLang="en-US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总重量</a:t>
            </a:r>
            <a:r>
              <a:rPr lang="en-US" altLang="zh-CN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=%d,</a:t>
            </a:r>
            <a:r>
              <a:rPr lang="zh-CN" altLang="en-US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总价值</a:t>
            </a:r>
            <a:r>
              <a:rPr lang="en-US" altLang="zh-CN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=%d\n”,W,maxv);</a:t>
            </a:r>
            <a:endParaRPr lang="zh-CN" altLang="zh-CN" sz="1800" b="1" dirty="0" smtClean="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  <a:cs typeface="Consolas" panose="020B0609020204030204" pitchFamily="49" charset="0"/>
            </a:endParaRPr>
          </a:p>
          <a:p>
            <a:r>
              <a:rPr lang="en-US" altLang="zh-CN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}</a:t>
            </a:r>
          </a:p>
          <a:p>
            <a:r>
              <a:rPr lang="en-US" altLang="zh-CN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void main()</a:t>
            </a:r>
          </a:p>
          <a:p>
            <a:r>
              <a:rPr lang="en-US" altLang="zh-CN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{</a:t>
            </a:r>
          </a:p>
          <a:p>
            <a:r>
              <a:rPr lang="en-US" altLang="zh-CN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   int op[MAXN];  //</a:t>
            </a:r>
            <a:r>
              <a:rPr lang="zh-CN" altLang="en-US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存放临时解</a:t>
            </a:r>
            <a:endParaRPr lang="en-US" altLang="zh-CN" b="1" dirty="0" smtClean="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  <a:cs typeface="Consolas" panose="020B0609020204030204" pitchFamily="49" charset="0"/>
            </a:endParaRPr>
          </a:p>
          <a:p>
            <a:r>
              <a:rPr lang="en-US" altLang="zh-CN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   memset(op,0,sizeof(op)); </a:t>
            </a:r>
          </a:p>
          <a:p>
            <a:r>
              <a:rPr lang="en-US" altLang="zh-CN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   Knapsack(1,0,0,op);</a:t>
            </a:r>
          </a:p>
          <a:p>
            <a:r>
              <a:rPr lang="en-US" altLang="zh-CN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   dispasolution();</a:t>
            </a:r>
          </a:p>
          <a:p>
            <a:r>
              <a:rPr lang="en-US" altLang="zh-CN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}</a:t>
            </a:r>
            <a:endParaRPr lang="zh-CN" altLang="zh-CN" sz="1800" b="1" dirty="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  <a:cs typeface="Consolas" panose="020B0609020204030204" pitchFamily="49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45760" y="164048"/>
            <a:ext cx="55825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 smtClean="0">
                <a:solidFill>
                  <a:srgbClr val="0000FF"/>
                </a:solidFill>
                <a:latin typeface="+mn-ea"/>
                <a:cs typeface="Times New Roman" panose="02020603050405020304" pitchFamily="18" charset="0"/>
              </a:rPr>
              <a:t>采用</a:t>
            </a:r>
            <a:r>
              <a:rPr lang="zh-CN" altLang="zh-CN" sz="2000" b="1" dirty="0" smtClean="0">
                <a:solidFill>
                  <a:srgbClr val="0000FF"/>
                </a:solidFill>
                <a:latin typeface="+mn-ea"/>
                <a:cs typeface="Times New Roman" panose="02020603050405020304" pitchFamily="18" charset="0"/>
              </a:rPr>
              <a:t>解空间为子集树</a:t>
            </a:r>
            <a:r>
              <a:rPr lang="zh-CN" altLang="en-US" sz="2000" b="1" dirty="0" smtClean="0">
                <a:solidFill>
                  <a:srgbClr val="0000FF"/>
                </a:solidFill>
                <a:latin typeface="+mn-ea"/>
                <a:cs typeface="Times New Roman" panose="02020603050405020304" pitchFamily="18" charset="0"/>
              </a:rPr>
              <a:t>递归的算法框架</a:t>
            </a:r>
            <a:endParaRPr lang="zh-CN" altLang="en-US" sz="2000" b="1" dirty="0">
              <a:solidFill>
                <a:srgbClr val="0000FF"/>
              </a:solidFill>
              <a:latin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9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9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9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9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39"/>
          <p:cNvGrpSpPr/>
          <p:nvPr/>
        </p:nvGrpSpPr>
        <p:grpSpPr>
          <a:xfrm>
            <a:off x="2179529" y="3228028"/>
            <a:ext cx="2634641" cy="3219189"/>
            <a:chOff x="2179529" y="3759895"/>
            <a:chExt cx="2634641" cy="3219189"/>
          </a:xfrm>
        </p:grpSpPr>
        <p:sp>
          <p:nvSpPr>
            <p:cNvPr id="38" name="任意多边形 37"/>
            <p:cNvSpPr/>
            <p:nvPr/>
          </p:nvSpPr>
          <p:spPr>
            <a:xfrm>
              <a:off x="2179529" y="3759895"/>
              <a:ext cx="2634641" cy="3219189"/>
            </a:xfrm>
            <a:custGeom>
              <a:avLst/>
              <a:gdLst>
                <a:gd name="connsiteX0" fmla="*/ 1002082 w 2634641"/>
                <a:gd name="connsiteY0" fmla="*/ 110647 h 3219189"/>
                <a:gd name="connsiteX1" fmla="*/ 839244 w 2634641"/>
                <a:gd name="connsiteY1" fmla="*/ 699371 h 3219189"/>
                <a:gd name="connsiteX2" fmla="*/ 425885 w 2634641"/>
                <a:gd name="connsiteY2" fmla="*/ 1400828 h 3219189"/>
                <a:gd name="connsiteX3" fmla="*/ 62630 w 2634641"/>
                <a:gd name="connsiteY3" fmla="*/ 2315228 h 3219189"/>
                <a:gd name="connsiteX4" fmla="*/ 388307 w 2634641"/>
                <a:gd name="connsiteY4" fmla="*/ 2916478 h 3219189"/>
                <a:gd name="connsiteX5" fmla="*/ 2392471 w 2634641"/>
                <a:gd name="connsiteY5" fmla="*/ 2841321 h 3219189"/>
                <a:gd name="connsiteX6" fmla="*/ 1841326 w 2634641"/>
                <a:gd name="connsiteY6" fmla="*/ 649267 h 3219189"/>
                <a:gd name="connsiteX7" fmla="*/ 1640909 w 2634641"/>
                <a:gd name="connsiteY7" fmla="*/ 235908 h 3219189"/>
                <a:gd name="connsiteX8" fmla="*/ 1265129 w 2634641"/>
                <a:gd name="connsiteY8" fmla="*/ 35491 h 3219189"/>
                <a:gd name="connsiteX9" fmla="*/ 1002082 w 2634641"/>
                <a:gd name="connsiteY9" fmla="*/ 110647 h 32191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634641" h="3219189">
                  <a:moveTo>
                    <a:pt x="1002082" y="110647"/>
                  </a:moveTo>
                  <a:cubicBezTo>
                    <a:pt x="931101" y="221294"/>
                    <a:pt x="935277" y="484341"/>
                    <a:pt x="839244" y="699371"/>
                  </a:cubicBezTo>
                  <a:cubicBezTo>
                    <a:pt x="743211" y="914401"/>
                    <a:pt x="555321" y="1131519"/>
                    <a:pt x="425885" y="1400828"/>
                  </a:cubicBezTo>
                  <a:cubicBezTo>
                    <a:pt x="296449" y="1670137"/>
                    <a:pt x="68893" y="2062620"/>
                    <a:pt x="62630" y="2315228"/>
                  </a:cubicBezTo>
                  <a:cubicBezTo>
                    <a:pt x="56367" y="2567836"/>
                    <a:pt x="0" y="2828796"/>
                    <a:pt x="388307" y="2916478"/>
                  </a:cubicBezTo>
                  <a:cubicBezTo>
                    <a:pt x="776614" y="3004160"/>
                    <a:pt x="2150301" y="3219189"/>
                    <a:pt x="2392471" y="2841321"/>
                  </a:cubicBezTo>
                  <a:cubicBezTo>
                    <a:pt x="2634641" y="2463453"/>
                    <a:pt x="1966586" y="1083503"/>
                    <a:pt x="1841326" y="649267"/>
                  </a:cubicBezTo>
                  <a:cubicBezTo>
                    <a:pt x="1716066" y="215032"/>
                    <a:pt x="1736942" y="338204"/>
                    <a:pt x="1640909" y="235908"/>
                  </a:cubicBezTo>
                  <a:cubicBezTo>
                    <a:pt x="1544876" y="133612"/>
                    <a:pt x="1369512" y="62631"/>
                    <a:pt x="1265129" y="35491"/>
                  </a:cubicBezTo>
                  <a:cubicBezTo>
                    <a:pt x="1160746" y="8351"/>
                    <a:pt x="1073063" y="0"/>
                    <a:pt x="1002082" y="110647"/>
                  </a:cubicBezTo>
                  <a:close/>
                </a:path>
              </a:pathLst>
            </a:cu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4071934" y="4000504"/>
              <a:ext cx="285752" cy="2769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zh-CN" altLang="en-US" b="1" smtClean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  <a:sym typeface="Symbol" panose="05050102010706020507"/>
                </a:rPr>
                <a:t></a:t>
              </a:r>
              <a:endParaRPr lang="zh-CN" altLang="en-US" b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sp>
        <p:nvSpPr>
          <p:cNvPr id="5123" name="Text Box 2"/>
          <p:cNvSpPr txBox="1">
            <a:spLocks noChangeArrowheads="1"/>
          </p:cNvSpPr>
          <p:nvPr/>
        </p:nvSpPr>
        <p:spPr bwMode="auto">
          <a:xfrm>
            <a:off x="214282" y="301472"/>
            <a:ext cx="8715436" cy="222195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ts val="2800"/>
              </a:lnSpc>
              <a:spcBef>
                <a:spcPts val="0"/>
              </a:spcBef>
            </a:pPr>
            <a:r>
              <a:rPr lang="zh-CN" altLang="en-US" sz="2200" b="1" dirty="0" smtClean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    改进：左</a:t>
            </a:r>
            <a:r>
              <a:rPr lang="zh-CN" altLang="zh-CN" sz="2200" b="1" dirty="0" smtClean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剪枝</a:t>
            </a:r>
            <a:endParaRPr lang="en-US" altLang="zh-CN" sz="2200" b="1" dirty="0" smtClean="0">
              <a:solidFill>
                <a:srgbClr val="FF0000"/>
              </a:solidFill>
              <a:latin typeface="Consolas" pitchFamily="49" charset="0"/>
              <a:cs typeface="Consolas" pitchFamily="49" charset="0"/>
            </a:endParaRPr>
          </a:p>
          <a:p>
            <a:pPr>
              <a:lnSpc>
                <a:spcPts val="2800"/>
              </a:lnSpc>
              <a:spcBef>
                <a:spcPts val="0"/>
              </a:spcBef>
            </a:pPr>
            <a:r>
              <a:rPr lang="en-US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    </a:t>
            </a:r>
            <a:r>
              <a:rPr lang="zh-CN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对于第</a:t>
            </a:r>
            <a:r>
              <a:rPr lang="en-US" altLang="zh-CN" sz="2000" b="1" i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i</a:t>
            </a:r>
            <a:r>
              <a:rPr lang="zh-CN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层的有些结点，</a:t>
            </a:r>
            <a:r>
              <a:rPr lang="en-US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tw+</a:t>
            </a:r>
            <a:r>
              <a:rPr lang="en-US" altLang="zh-CN" sz="2000" b="1" i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w</a:t>
            </a:r>
            <a:r>
              <a:rPr lang="en-US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[</a:t>
            </a:r>
            <a:r>
              <a:rPr lang="en-US" altLang="zh-CN" sz="2000" b="1" i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i</a:t>
            </a:r>
            <a:r>
              <a:rPr lang="en-US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]</a:t>
            </a:r>
            <a:r>
              <a:rPr lang="zh-CN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已超过了</a:t>
            </a:r>
            <a:r>
              <a:rPr lang="en-US" altLang="zh-CN" sz="2000" b="1" i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W</a:t>
            </a:r>
            <a:r>
              <a:rPr lang="zh-CN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，显然再选择</a:t>
            </a:r>
            <a:r>
              <a:rPr lang="en-US" altLang="zh-CN" sz="2000" b="1" i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w</a:t>
            </a:r>
            <a:r>
              <a:rPr lang="en-US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[</a:t>
            </a:r>
            <a:r>
              <a:rPr lang="en-US" altLang="zh-CN" sz="2000" b="1" i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i</a:t>
            </a:r>
            <a:r>
              <a:rPr lang="en-US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]</a:t>
            </a:r>
            <a:r>
              <a:rPr lang="zh-CN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是不合适的。如第</a:t>
            </a:r>
            <a:r>
              <a:rPr lang="en-US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2</a:t>
            </a:r>
            <a:r>
              <a:rPr lang="zh-CN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层的（</a:t>
            </a:r>
            <a:r>
              <a:rPr lang="en-US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5</a:t>
            </a:r>
            <a:r>
              <a:rPr lang="zh-CN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，</a:t>
            </a:r>
            <a:r>
              <a:rPr lang="en-US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4</a:t>
            </a:r>
            <a:r>
              <a:rPr lang="zh-CN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）结点，</a:t>
            </a:r>
            <a:r>
              <a:rPr lang="en-US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tw=5</a:t>
            </a:r>
            <a:r>
              <a:rPr lang="zh-CN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，</a:t>
            </a:r>
            <a:r>
              <a:rPr lang="en-US" altLang="zh-CN" sz="2000" b="1" i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w</a:t>
            </a:r>
            <a:r>
              <a:rPr lang="en-US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[2]=3</a:t>
            </a:r>
            <a:r>
              <a:rPr lang="zh-CN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，而</a:t>
            </a:r>
            <a:r>
              <a:rPr lang="en-US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tw+</a:t>
            </a:r>
            <a:r>
              <a:rPr lang="en-US" altLang="zh-CN" sz="2000" b="1" i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w</a:t>
            </a:r>
            <a:r>
              <a:rPr lang="en-US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[2]&gt;</a:t>
            </a:r>
            <a:r>
              <a:rPr lang="en-US" altLang="zh-CN" sz="2000" b="1" i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W</a:t>
            </a:r>
            <a:r>
              <a:rPr lang="zh-CN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，选择物品</a:t>
            </a:r>
            <a:r>
              <a:rPr lang="en-US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2</a:t>
            </a:r>
            <a:r>
              <a:rPr lang="zh-CN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进行扩展是不必要的，可以增加一个限界条件进行剪枝，如若选择物品</a:t>
            </a:r>
            <a:r>
              <a:rPr lang="en-US" altLang="zh-CN" sz="2000" b="1" i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i</a:t>
            </a:r>
            <a:r>
              <a:rPr lang="zh-CN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会导致超重即</a:t>
            </a:r>
            <a:r>
              <a:rPr lang="en-US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tw+w[</a:t>
            </a:r>
            <a:r>
              <a:rPr lang="en-US" altLang="zh-CN" sz="2000" b="1" i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i</a:t>
            </a:r>
            <a:r>
              <a:rPr lang="en-US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]&gt;</a:t>
            </a:r>
            <a:r>
              <a:rPr lang="en-US" altLang="zh-CN" sz="2000" b="1" i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W</a:t>
            </a:r>
            <a:r>
              <a:rPr lang="zh-CN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，就不再扩展该结点，也就是仅仅扩展</a:t>
            </a:r>
            <a:r>
              <a:rPr lang="en-US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tw+w[</a:t>
            </a:r>
            <a:r>
              <a:rPr lang="en-US" altLang="zh-CN" sz="2000" b="1" i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i</a:t>
            </a:r>
            <a:r>
              <a:rPr lang="en-US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]≤</a:t>
            </a:r>
            <a:r>
              <a:rPr lang="en-US" altLang="zh-CN" sz="2000" b="1" i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W</a:t>
            </a:r>
            <a:r>
              <a:rPr lang="zh-CN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的左孩子结点。</a:t>
            </a:r>
            <a:endParaRPr lang="zh-CN" altLang="en-US" sz="2000" b="1" dirty="0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5124" name="Rectangle 4"/>
          <p:cNvSpPr>
            <a:spLocks noChangeArrowheads="1"/>
          </p:cNvSpPr>
          <p:nvPr/>
        </p:nvSpPr>
        <p:spPr bwMode="auto">
          <a:xfrm>
            <a:off x="0" y="2832229"/>
            <a:ext cx="184731" cy="36933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endParaRPr lang="zh-CN" altLang="en-US" b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6" name="椭圆 5"/>
          <p:cNvSpPr/>
          <p:nvPr/>
        </p:nvSpPr>
        <p:spPr>
          <a:xfrm>
            <a:off x="2499308" y="5572967"/>
            <a:ext cx="572494" cy="396000"/>
          </a:xfrm>
          <a:prstGeom prst="ellipse">
            <a:avLst/>
          </a:prstGeom>
          <a:solidFill>
            <a:srgbClr val="0066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400" b="1" spc="-150" smtClean="0">
                <a:latin typeface="Consolas" panose="020B0609020204030204" pitchFamily="49" charset="0"/>
                <a:cs typeface="Consolas" panose="020B0609020204030204" pitchFamily="49" charset="0"/>
              </a:rPr>
              <a:t>11,12</a:t>
            </a:r>
            <a:endParaRPr lang="zh-CN" altLang="en-US" sz="1400" b="1" spc="-15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7" name="椭圆 6"/>
          <p:cNvSpPr/>
          <p:nvPr/>
        </p:nvSpPr>
        <p:spPr>
          <a:xfrm>
            <a:off x="3046466" y="5572967"/>
            <a:ext cx="563502" cy="396000"/>
          </a:xfrm>
          <a:prstGeom prst="ellipse">
            <a:avLst/>
          </a:prstGeom>
          <a:solidFill>
            <a:srgbClr val="0066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400" b="1" spc="-150" smtClean="0">
                <a:latin typeface="Consolas" panose="020B0609020204030204" pitchFamily="49" charset="0"/>
                <a:cs typeface="Consolas" panose="020B0609020204030204" pitchFamily="49" charset="0"/>
              </a:rPr>
              <a:t>10,11</a:t>
            </a:r>
            <a:endParaRPr lang="zh-CN" altLang="en-US" sz="1400" b="1" spc="-15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8" name="椭圆 7"/>
          <p:cNvSpPr/>
          <p:nvPr/>
        </p:nvSpPr>
        <p:spPr>
          <a:xfrm>
            <a:off x="2722614" y="4644273"/>
            <a:ext cx="706378" cy="468000"/>
          </a:xfrm>
          <a:prstGeom prst="ellipse">
            <a:avLst/>
          </a:prstGeom>
          <a:solidFill>
            <a:srgbClr val="0066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400" b="1" smtClean="0">
                <a:latin typeface="Consolas" panose="020B0609020204030204" pitchFamily="49" charset="0"/>
                <a:cs typeface="Consolas" panose="020B0609020204030204" pitchFamily="49" charset="0"/>
              </a:rPr>
              <a:t>10,11</a:t>
            </a:r>
            <a:endParaRPr lang="zh-CN" altLang="en-US" sz="1400" b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cxnSp>
        <p:nvCxnSpPr>
          <p:cNvPr id="9" name="直接连接符 8"/>
          <p:cNvCxnSpPr>
            <a:stCxn id="8" idx="4"/>
            <a:endCxn id="6" idx="0"/>
          </p:cNvCxnSpPr>
          <p:nvPr/>
        </p:nvCxnSpPr>
        <p:spPr>
          <a:xfrm rot="5400000">
            <a:off x="2700332" y="5197496"/>
            <a:ext cx="460694" cy="29024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直接连接符 9"/>
          <p:cNvCxnSpPr>
            <a:stCxn id="8" idx="4"/>
            <a:endCxn id="7" idx="0"/>
          </p:cNvCxnSpPr>
          <p:nvPr/>
        </p:nvCxnSpPr>
        <p:spPr>
          <a:xfrm rot="16200000" flipH="1">
            <a:off x="2971663" y="5216413"/>
            <a:ext cx="460694" cy="25241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718118" y="5251873"/>
            <a:ext cx="142876" cy="21431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1400" b="1" smtClean="0"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endParaRPr lang="zh-CN" altLang="en-US" sz="1400" b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298880" y="5251873"/>
            <a:ext cx="142876" cy="21431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1400" b="1" smtClean="0"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endParaRPr lang="zh-CN" altLang="en-US" sz="1400" b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3" name="椭圆 12"/>
          <p:cNvSpPr/>
          <p:nvPr/>
        </p:nvSpPr>
        <p:spPr>
          <a:xfrm>
            <a:off x="3603934" y="5572967"/>
            <a:ext cx="468000" cy="396000"/>
          </a:xfrm>
          <a:prstGeom prst="ellipse">
            <a:avLst/>
          </a:prstGeom>
          <a:solidFill>
            <a:srgbClr val="0066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400" b="1" smtClean="0">
                <a:latin typeface="Consolas" panose="020B0609020204030204" pitchFamily="49" charset="0"/>
                <a:cs typeface="Consolas" panose="020B0609020204030204" pitchFamily="49" charset="0"/>
              </a:rPr>
              <a:t>9,9</a:t>
            </a:r>
            <a:endParaRPr lang="zh-CN" altLang="en-US" sz="1400" b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4" name="椭圆 13"/>
          <p:cNvSpPr/>
          <p:nvPr/>
        </p:nvSpPr>
        <p:spPr>
          <a:xfrm>
            <a:off x="4104000" y="5572967"/>
            <a:ext cx="468000" cy="396000"/>
          </a:xfrm>
          <a:prstGeom prst="ellipse">
            <a:avLst/>
          </a:prstGeom>
          <a:solidFill>
            <a:srgbClr val="0066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400" b="1" smtClean="0">
                <a:latin typeface="Consolas" panose="020B0609020204030204" pitchFamily="49" charset="0"/>
                <a:cs typeface="Consolas" panose="020B0609020204030204" pitchFamily="49" charset="0"/>
              </a:rPr>
              <a:t>8,8</a:t>
            </a:r>
            <a:endParaRPr lang="zh-CN" altLang="en-US" sz="1400" b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5" name="椭圆 14"/>
          <p:cNvSpPr/>
          <p:nvPr/>
        </p:nvSpPr>
        <p:spPr>
          <a:xfrm>
            <a:off x="3781686" y="4644273"/>
            <a:ext cx="576000" cy="468000"/>
          </a:xfrm>
          <a:prstGeom prst="ellipse">
            <a:avLst/>
          </a:prstGeom>
          <a:solidFill>
            <a:srgbClr val="0066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400" b="1" smtClean="0">
                <a:latin typeface="Consolas" panose="020B0609020204030204" pitchFamily="49" charset="0"/>
                <a:cs typeface="Consolas" panose="020B0609020204030204" pitchFamily="49" charset="0"/>
              </a:rPr>
              <a:t>8,8</a:t>
            </a:r>
            <a:endParaRPr lang="zh-CN" altLang="en-US" sz="1400" b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cxnSp>
        <p:nvCxnSpPr>
          <p:cNvPr id="16" name="直接连接符 15"/>
          <p:cNvCxnSpPr>
            <a:stCxn id="15" idx="4"/>
            <a:endCxn id="13" idx="0"/>
          </p:cNvCxnSpPr>
          <p:nvPr/>
        </p:nvCxnSpPr>
        <p:spPr>
          <a:xfrm rot="5400000">
            <a:off x="3723463" y="5226744"/>
            <a:ext cx="460694" cy="23175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直接连接符 16"/>
          <p:cNvCxnSpPr>
            <a:stCxn id="15" idx="4"/>
            <a:endCxn id="14" idx="0"/>
          </p:cNvCxnSpPr>
          <p:nvPr/>
        </p:nvCxnSpPr>
        <p:spPr>
          <a:xfrm rot="16200000" flipH="1">
            <a:off x="3973496" y="5208463"/>
            <a:ext cx="460694" cy="26831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3765946" y="5251873"/>
            <a:ext cx="142876" cy="21431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1400" b="1" smtClean="0"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endParaRPr lang="zh-CN" altLang="en-US" sz="1400" b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273548" y="5251873"/>
            <a:ext cx="142876" cy="21431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1400" b="1" smtClean="0"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endParaRPr lang="zh-CN" altLang="en-US" sz="1400" b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0" name="椭圆 19"/>
          <p:cNvSpPr/>
          <p:nvPr/>
        </p:nvSpPr>
        <p:spPr>
          <a:xfrm>
            <a:off x="3222680" y="3461893"/>
            <a:ext cx="576000" cy="468000"/>
          </a:xfrm>
          <a:prstGeom prst="ellipse">
            <a:avLst/>
          </a:prstGeom>
          <a:solidFill>
            <a:srgbClr val="0066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2000" b="1" smtClean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8</a:t>
            </a:r>
            <a:r>
              <a:rPr lang="en-US" altLang="zh-CN" sz="1400" b="1" smtClean="0"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US" altLang="zh-CN" sz="1400" b="1" smtClean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8</a:t>
            </a:r>
            <a:endParaRPr lang="zh-CN" altLang="en-US" sz="1400" b="1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cxnSp>
        <p:nvCxnSpPr>
          <p:cNvPr id="21" name="直接连接符 20"/>
          <p:cNvCxnSpPr>
            <a:stCxn id="20" idx="4"/>
            <a:endCxn id="8" idx="0"/>
          </p:cNvCxnSpPr>
          <p:nvPr/>
        </p:nvCxnSpPr>
        <p:spPr>
          <a:xfrm rot="5400000">
            <a:off x="2936052" y="4069645"/>
            <a:ext cx="714380" cy="43487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直接连接符 21"/>
          <p:cNvCxnSpPr>
            <a:stCxn id="20" idx="4"/>
            <a:endCxn id="15" idx="0"/>
          </p:cNvCxnSpPr>
          <p:nvPr/>
        </p:nvCxnSpPr>
        <p:spPr>
          <a:xfrm rot="16200000" flipH="1">
            <a:off x="3432993" y="4007580"/>
            <a:ext cx="714380" cy="55900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5" name="椭圆 24"/>
          <p:cNvSpPr/>
          <p:nvPr/>
        </p:nvSpPr>
        <p:spPr>
          <a:xfrm>
            <a:off x="4294250" y="2572571"/>
            <a:ext cx="576000" cy="468000"/>
          </a:xfrm>
          <a:prstGeom prst="ellipse">
            <a:avLst/>
          </a:prstGeom>
          <a:solidFill>
            <a:srgbClr val="0066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400" b="1" smtClean="0">
                <a:latin typeface="Consolas" panose="020B0609020204030204" pitchFamily="49" charset="0"/>
                <a:cs typeface="Consolas" panose="020B0609020204030204" pitchFamily="49" charset="0"/>
              </a:rPr>
              <a:t>5,4</a:t>
            </a:r>
            <a:endParaRPr lang="zh-CN" altLang="en-US" sz="1400" b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cxnSp>
        <p:nvCxnSpPr>
          <p:cNvPr id="26" name="直接连接符 25"/>
          <p:cNvCxnSpPr>
            <a:stCxn id="25" idx="4"/>
            <a:endCxn id="20" idx="7"/>
          </p:cNvCxnSpPr>
          <p:nvPr/>
        </p:nvCxnSpPr>
        <p:spPr>
          <a:xfrm rot="5400000">
            <a:off x="3903360" y="2851539"/>
            <a:ext cx="489859" cy="86792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3079804" y="4144207"/>
            <a:ext cx="142876" cy="21431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1400" b="1" smtClean="0"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endParaRPr lang="zh-CN" altLang="en-US" sz="1400" b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3865622" y="4144207"/>
            <a:ext cx="142876" cy="21431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1400" b="1" smtClean="0"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endParaRPr lang="zh-CN" altLang="en-US" sz="1400" b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4004002" y="3072637"/>
            <a:ext cx="142876" cy="21431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1400" b="1" smtClean="0"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endParaRPr lang="zh-CN" altLang="en-US" sz="1400" b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5000628" y="2611381"/>
            <a:ext cx="35719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1800" b="1" i="1" spc="-150" smtClean="0">
                <a:solidFill>
                  <a:srgbClr val="C0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i=</a:t>
            </a:r>
            <a:r>
              <a:rPr lang="en-US" altLang="zh-CN" sz="1800" b="1" spc="-150" smtClean="0">
                <a:solidFill>
                  <a:srgbClr val="C0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2</a:t>
            </a:r>
            <a:endParaRPr lang="zh-CN" altLang="en-US" sz="1800" b="1" spc="-150">
              <a:solidFill>
                <a:srgbClr val="C00000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grpSp>
        <p:nvGrpSpPr>
          <p:cNvPr id="3" name="组合 38"/>
          <p:cNvGrpSpPr/>
          <p:nvPr/>
        </p:nvGrpSpPr>
        <p:grpSpPr>
          <a:xfrm>
            <a:off x="2285984" y="3540075"/>
            <a:ext cx="983380" cy="307777"/>
            <a:chOff x="2285984" y="4071942"/>
            <a:chExt cx="983380" cy="307777"/>
          </a:xfrm>
        </p:grpSpPr>
        <p:sp>
          <p:nvSpPr>
            <p:cNvPr id="34" name="TextBox 33"/>
            <p:cNvSpPr txBox="1"/>
            <p:nvPr/>
          </p:nvSpPr>
          <p:spPr>
            <a:xfrm>
              <a:off x="2285984" y="4071942"/>
              <a:ext cx="857256" cy="3077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2000" b="1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  <a:sym typeface="Symbol" panose="05050102010706020507"/>
                </a:rPr>
                <a:t>tw&gt;W</a:t>
              </a:r>
              <a:endParaRPr lang="zh-CN" altLang="en-US" sz="2000" b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cxnSp>
          <p:nvCxnSpPr>
            <p:cNvPr id="36" name="直接箭头连接符 35"/>
            <p:cNvCxnSpPr/>
            <p:nvPr/>
          </p:nvCxnSpPr>
          <p:spPr>
            <a:xfrm flipV="1">
              <a:off x="2873364" y="4231972"/>
              <a:ext cx="396000" cy="0"/>
            </a:xfrm>
            <a:prstGeom prst="straightConnector1">
              <a:avLst/>
            </a:prstGeom>
            <a:ln>
              <a:solidFill>
                <a:srgbClr val="CC00FF"/>
              </a:solidFill>
              <a:tailEnd type="arrow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41" name="TextBox 40"/>
          <p:cNvSpPr txBox="1"/>
          <p:nvPr/>
        </p:nvSpPr>
        <p:spPr>
          <a:xfrm>
            <a:off x="5000628" y="3825827"/>
            <a:ext cx="342902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200" b="1" dirty="0" smtClean="0">
                <a:solidFill>
                  <a:srgbClr val="C0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左</a:t>
            </a:r>
            <a:r>
              <a:rPr lang="zh-CN" altLang="zh-CN" sz="2200" b="1" dirty="0" smtClean="0">
                <a:solidFill>
                  <a:srgbClr val="C0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剪枝</a:t>
            </a:r>
            <a:r>
              <a:rPr lang="zh-CN" altLang="en-US" sz="2200" b="1" dirty="0" smtClean="0">
                <a:solidFill>
                  <a:srgbClr val="C0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条件</a:t>
            </a:r>
            <a:r>
              <a:rPr lang="zh-CN" altLang="en-US" sz="2200" b="1" dirty="0" smtClean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：</a:t>
            </a:r>
            <a:r>
              <a:rPr lang="en-US" altLang="zh-CN" sz="2200" b="1" dirty="0" smtClean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tw+w[i]&gt;W</a:t>
            </a:r>
            <a:endParaRPr lang="zh-CN" altLang="en-US" sz="2200" b="1" dirty="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椭圆 20"/>
          <p:cNvSpPr/>
          <p:nvPr/>
        </p:nvSpPr>
        <p:spPr>
          <a:xfrm>
            <a:off x="571472" y="2889562"/>
            <a:ext cx="576000" cy="46800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b="1" smtClean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Symbol" panose="05050102010706020507"/>
              </a:rPr>
              <a:t></a:t>
            </a:r>
            <a:endParaRPr lang="zh-CN" altLang="en-US" b="1">
              <a:solidFill>
                <a:srgbClr val="FF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8" name="椭圆 27"/>
          <p:cNvSpPr/>
          <p:nvPr/>
        </p:nvSpPr>
        <p:spPr>
          <a:xfrm>
            <a:off x="2104726" y="4071942"/>
            <a:ext cx="576000" cy="46800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b="1" smtClean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Symbol" panose="05050102010706020507"/>
              </a:rPr>
              <a:t></a:t>
            </a:r>
            <a:endParaRPr lang="zh-CN" altLang="en-US" b="1" smtClean="0">
              <a:solidFill>
                <a:srgbClr val="FF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3" name="椭圆 32"/>
          <p:cNvSpPr/>
          <p:nvPr/>
        </p:nvSpPr>
        <p:spPr>
          <a:xfrm>
            <a:off x="2926876" y="5000636"/>
            <a:ext cx="468000" cy="396000"/>
          </a:xfrm>
          <a:prstGeom prst="ellipse">
            <a:avLst/>
          </a:prstGeom>
          <a:solidFill>
            <a:srgbClr val="0066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400" b="1" smtClean="0">
                <a:latin typeface="Consolas" panose="020B0609020204030204" pitchFamily="49" charset="0"/>
                <a:cs typeface="Consolas" panose="020B0609020204030204" pitchFamily="49" charset="0"/>
              </a:rPr>
              <a:t>6,5</a:t>
            </a:r>
            <a:endParaRPr lang="zh-CN" altLang="en-US" sz="1400" b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4" name="椭圆 33"/>
          <p:cNvSpPr/>
          <p:nvPr/>
        </p:nvSpPr>
        <p:spPr>
          <a:xfrm>
            <a:off x="3426942" y="5000636"/>
            <a:ext cx="468000" cy="396000"/>
          </a:xfrm>
          <a:prstGeom prst="ellipse">
            <a:avLst/>
          </a:prstGeom>
          <a:solidFill>
            <a:srgbClr val="0066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400" b="1" smtClean="0">
                <a:latin typeface="Consolas" panose="020B0609020204030204" pitchFamily="49" charset="0"/>
                <a:cs typeface="Consolas" panose="020B0609020204030204" pitchFamily="49" charset="0"/>
              </a:rPr>
              <a:t>5,4</a:t>
            </a:r>
            <a:endParaRPr lang="zh-CN" altLang="en-US" sz="1400" b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5" name="椭圆 34"/>
          <p:cNvSpPr/>
          <p:nvPr/>
        </p:nvSpPr>
        <p:spPr>
          <a:xfrm>
            <a:off x="3100598" y="4071942"/>
            <a:ext cx="576000" cy="468000"/>
          </a:xfrm>
          <a:prstGeom prst="ellipse">
            <a:avLst/>
          </a:prstGeom>
          <a:solidFill>
            <a:srgbClr val="0066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400" b="1" smtClean="0">
                <a:latin typeface="Consolas" panose="020B0609020204030204" pitchFamily="49" charset="0"/>
                <a:cs typeface="Consolas" panose="020B0609020204030204" pitchFamily="49" charset="0"/>
              </a:rPr>
              <a:t>5,4</a:t>
            </a:r>
            <a:endParaRPr lang="zh-CN" altLang="en-US" sz="1400" b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cxnSp>
        <p:nvCxnSpPr>
          <p:cNvPr id="36" name="直接连接符 35"/>
          <p:cNvCxnSpPr>
            <a:stCxn id="35" idx="4"/>
            <a:endCxn id="33" idx="0"/>
          </p:cNvCxnSpPr>
          <p:nvPr/>
        </p:nvCxnSpPr>
        <p:spPr>
          <a:xfrm rot="5400000">
            <a:off x="3044390" y="4656428"/>
            <a:ext cx="460694" cy="22772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" name="直接连接符 36"/>
          <p:cNvCxnSpPr>
            <a:stCxn id="35" idx="4"/>
            <a:endCxn id="34" idx="0"/>
          </p:cNvCxnSpPr>
          <p:nvPr/>
        </p:nvCxnSpPr>
        <p:spPr>
          <a:xfrm rot="16200000" flipH="1">
            <a:off x="3294423" y="4634117"/>
            <a:ext cx="460694" cy="27234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3095814" y="4679542"/>
            <a:ext cx="142876" cy="21431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1400" b="1" smtClean="0"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endParaRPr lang="zh-CN" altLang="en-US" sz="1400" b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3605914" y="4679542"/>
            <a:ext cx="142876" cy="21431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1400" b="1" smtClean="0"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endParaRPr lang="zh-CN" altLang="en-US" sz="1400" b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0" name="椭圆 39"/>
          <p:cNvSpPr/>
          <p:nvPr/>
        </p:nvSpPr>
        <p:spPr>
          <a:xfrm>
            <a:off x="2569686" y="2889562"/>
            <a:ext cx="576000" cy="468000"/>
          </a:xfrm>
          <a:prstGeom prst="ellipse">
            <a:avLst/>
          </a:prstGeom>
          <a:solidFill>
            <a:srgbClr val="0066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400" b="1" smtClean="0">
                <a:latin typeface="Consolas" panose="020B0609020204030204" pitchFamily="49" charset="0"/>
                <a:cs typeface="Consolas" panose="020B0609020204030204" pitchFamily="49" charset="0"/>
              </a:rPr>
              <a:t>5,4</a:t>
            </a:r>
            <a:endParaRPr lang="zh-CN" altLang="en-US" sz="1400" b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cxnSp>
        <p:nvCxnSpPr>
          <p:cNvPr id="41" name="直接连接符 40"/>
          <p:cNvCxnSpPr>
            <a:stCxn id="40" idx="4"/>
            <a:endCxn id="28" idx="0"/>
          </p:cNvCxnSpPr>
          <p:nvPr/>
        </p:nvCxnSpPr>
        <p:spPr>
          <a:xfrm rot="5400000">
            <a:off x="2268016" y="3482272"/>
            <a:ext cx="714380" cy="46496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直接连接符 41"/>
          <p:cNvCxnSpPr>
            <a:stCxn id="40" idx="4"/>
            <a:endCxn id="35" idx="0"/>
          </p:cNvCxnSpPr>
          <p:nvPr/>
        </p:nvCxnSpPr>
        <p:spPr>
          <a:xfrm rot="16200000" flipH="1">
            <a:off x="2765952" y="3449296"/>
            <a:ext cx="714380" cy="53091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5" name="椭圆 44"/>
          <p:cNvSpPr/>
          <p:nvPr/>
        </p:nvSpPr>
        <p:spPr>
          <a:xfrm>
            <a:off x="1643042" y="2000240"/>
            <a:ext cx="576000" cy="468000"/>
          </a:xfrm>
          <a:prstGeom prst="ellipse">
            <a:avLst/>
          </a:prstGeom>
          <a:solidFill>
            <a:srgbClr val="0066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400" b="1" smtClean="0">
                <a:latin typeface="Consolas" panose="020B0609020204030204" pitchFamily="49" charset="0"/>
                <a:cs typeface="Consolas" panose="020B0609020204030204" pitchFamily="49" charset="0"/>
              </a:rPr>
              <a:t>5,4</a:t>
            </a:r>
            <a:endParaRPr lang="zh-CN" altLang="en-US" sz="1400" b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cxnSp>
        <p:nvCxnSpPr>
          <p:cNvPr id="47" name="直接连接符 46"/>
          <p:cNvCxnSpPr>
            <a:stCxn id="45" idx="4"/>
            <a:endCxn id="21" idx="7"/>
          </p:cNvCxnSpPr>
          <p:nvPr/>
        </p:nvCxnSpPr>
        <p:spPr>
          <a:xfrm rot="5400000">
            <a:off x="1252152" y="2279208"/>
            <a:ext cx="489859" cy="86792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9" name="直接连接符 48"/>
          <p:cNvCxnSpPr>
            <a:stCxn id="45" idx="4"/>
            <a:endCxn id="40" idx="1"/>
          </p:cNvCxnSpPr>
          <p:nvPr/>
        </p:nvCxnSpPr>
        <p:spPr>
          <a:xfrm rot="16200000" flipH="1">
            <a:off x="2047611" y="2351670"/>
            <a:ext cx="489859" cy="72299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2495802" y="3571876"/>
            <a:ext cx="142876" cy="21431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1400" b="1" smtClean="0"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endParaRPr lang="zh-CN" altLang="en-US" sz="1400" b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3214678" y="3571876"/>
            <a:ext cx="142876" cy="21431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1400" b="1" smtClean="0"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endParaRPr lang="zh-CN" altLang="en-US" sz="1400" b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1352794" y="2500306"/>
            <a:ext cx="142876" cy="21431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1400" b="1" smtClean="0"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endParaRPr lang="zh-CN" altLang="en-US" sz="1400" b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2357422" y="2500306"/>
            <a:ext cx="142876" cy="21431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1400" b="1" smtClean="0"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endParaRPr lang="zh-CN" altLang="en-US" sz="1400" b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56" name="椭圆 55"/>
          <p:cNvSpPr/>
          <p:nvPr/>
        </p:nvSpPr>
        <p:spPr>
          <a:xfrm>
            <a:off x="4000496" y="5000636"/>
            <a:ext cx="468000" cy="396000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400" b="1" smtClean="0">
                <a:latin typeface="Consolas" panose="020B0609020204030204" pitchFamily="49" charset="0"/>
                <a:cs typeface="Consolas" panose="020B0609020204030204" pitchFamily="49" charset="0"/>
              </a:rPr>
              <a:t>6,8</a:t>
            </a:r>
            <a:endParaRPr lang="zh-CN" altLang="en-US" sz="1400" b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57" name="椭圆 56"/>
          <p:cNvSpPr/>
          <p:nvPr/>
        </p:nvSpPr>
        <p:spPr>
          <a:xfrm>
            <a:off x="4509554" y="5000636"/>
            <a:ext cx="468000" cy="396000"/>
          </a:xfrm>
          <a:prstGeom prst="ellipse">
            <a:avLst/>
          </a:prstGeom>
          <a:solidFill>
            <a:srgbClr val="0066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400" b="1" smtClean="0">
                <a:latin typeface="Consolas" panose="020B0609020204030204" pitchFamily="49" charset="0"/>
                <a:cs typeface="Consolas" panose="020B0609020204030204" pitchFamily="49" charset="0"/>
              </a:rPr>
              <a:t>5,7</a:t>
            </a:r>
            <a:endParaRPr lang="zh-CN" altLang="en-US" sz="1400" b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58" name="椭圆 57"/>
          <p:cNvSpPr/>
          <p:nvPr/>
        </p:nvSpPr>
        <p:spPr>
          <a:xfrm>
            <a:off x="4223802" y="4071942"/>
            <a:ext cx="576000" cy="468000"/>
          </a:xfrm>
          <a:prstGeom prst="ellipse">
            <a:avLst/>
          </a:prstGeom>
          <a:solidFill>
            <a:srgbClr val="0066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400" b="1" smtClean="0">
                <a:latin typeface="Consolas" panose="020B0609020204030204" pitchFamily="49" charset="0"/>
                <a:cs typeface="Consolas" panose="020B0609020204030204" pitchFamily="49" charset="0"/>
              </a:rPr>
              <a:t>5,7</a:t>
            </a:r>
            <a:endParaRPr lang="zh-CN" altLang="en-US" sz="1400" b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cxnSp>
        <p:nvCxnSpPr>
          <p:cNvPr id="59" name="直接连接符 58"/>
          <p:cNvCxnSpPr>
            <a:stCxn id="58" idx="4"/>
            <a:endCxn id="56" idx="0"/>
          </p:cNvCxnSpPr>
          <p:nvPr/>
        </p:nvCxnSpPr>
        <p:spPr>
          <a:xfrm rot="5400000">
            <a:off x="4142802" y="4631636"/>
            <a:ext cx="460694" cy="27730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0" name="直接连接符 59"/>
          <p:cNvCxnSpPr>
            <a:stCxn id="58" idx="4"/>
            <a:endCxn id="57" idx="0"/>
          </p:cNvCxnSpPr>
          <p:nvPr/>
        </p:nvCxnSpPr>
        <p:spPr>
          <a:xfrm rot="16200000" flipH="1">
            <a:off x="4397331" y="4654413"/>
            <a:ext cx="460694" cy="23175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4219306" y="4679542"/>
            <a:ext cx="142876" cy="21431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1400" b="1" smtClean="0"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endParaRPr lang="zh-CN" altLang="en-US" sz="1400" b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4723868" y="4679542"/>
            <a:ext cx="142876" cy="21431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1400" b="1" smtClean="0"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endParaRPr lang="zh-CN" altLang="en-US" sz="1400" b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63" name="椭圆 62"/>
          <p:cNvSpPr/>
          <p:nvPr/>
        </p:nvSpPr>
        <p:spPr>
          <a:xfrm>
            <a:off x="5009620" y="5000636"/>
            <a:ext cx="468000" cy="396000"/>
          </a:xfrm>
          <a:prstGeom prst="ellipse">
            <a:avLst/>
          </a:prstGeom>
          <a:solidFill>
            <a:srgbClr val="0066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400" b="1" smtClean="0">
                <a:latin typeface="Consolas" panose="020B0609020204030204" pitchFamily="49" charset="0"/>
                <a:cs typeface="Consolas" panose="020B0609020204030204" pitchFamily="49" charset="0"/>
              </a:rPr>
              <a:t>4,5</a:t>
            </a:r>
            <a:endParaRPr lang="zh-CN" altLang="en-US" sz="1400" b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64" name="椭圆 63"/>
          <p:cNvSpPr/>
          <p:nvPr/>
        </p:nvSpPr>
        <p:spPr>
          <a:xfrm>
            <a:off x="5509686" y="5000636"/>
            <a:ext cx="468000" cy="396000"/>
          </a:xfrm>
          <a:prstGeom prst="ellipse">
            <a:avLst/>
          </a:prstGeom>
          <a:solidFill>
            <a:srgbClr val="0066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400" b="1" smtClean="0">
                <a:latin typeface="Consolas" panose="020B0609020204030204" pitchFamily="49" charset="0"/>
                <a:cs typeface="Consolas" panose="020B0609020204030204" pitchFamily="49" charset="0"/>
              </a:rPr>
              <a:t>3,4</a:t>
            </a:r>
            <a:endParaRPr lang="zh-CN" altLang="en-US" sz="1400" b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65" name="椭圆 64"/>
          <p:cNvSpPr/>
          <p:nvPr/>
        </p:nvSpPr>
        <p:spPr>
          <a:xfrm>
            <a:off x="5152496" y="4071942"/>
            <a:ext cx="576000" cy="468000"/>
          </a:xfrm>
          <a:prstGeom prst="ellipse">
            <a:avLst/>
          </a:prstGeom>
          <a:solidFill>
            <a:srgbClr val="0066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400" b="1" smtClean="0">
                <a:latin typeface="Consolas" panose="020B0609020204030204" pitchFamily="49" charset="0"/>
                <a:cs typeface="Consolas" panose="020B0609020204030204" pitchFamily="49" charset="0"/>
              </a:rPr>
              <a:t>3,4</a:t>
            </a:r>
            <a:endParaRPr lang="zh-CN" altLang="en-US" sz="1400" b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cxnSp>
        <p:nvCxnSpPr>
          <p:cNvPr id="66" name="直接连接符 65"/>
          <p:cNvCxnSpPr>
            <a:stCxn id="65" idx="4"/>
            <a:endCxn id="63" idx="0"/>
          </p:cNvCxnSpPr>
          <p:nvPr/>
        </p:nvCxnSpPr>
        <p:spPr>
          <a:xfrm rot="5400000">
            <a:off x="5111711" y="4671851"/>
            <a:ext cx="460694" cy="19687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7" name="直接连接符 66"/>
          <p:cNvCxnSpPr>
            <a:stCxn id="65" idx="4"/>
            <a:endCxn id="64" idx="0"/>
          </p:cNvCxnSpPr>
          <p:nvPr/>
        </p:nvCxnSpPr>
        <p:spPr>
          <a:xfrm rot="16200000" flipH="1">
            <a:off x="5361744" y="4618694"/>
            <a:ext cx="460694" cy="30319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8" name="TextBox 67"/>
          <p:cNvSpPr txBox="1"/>
          <p:nvPr/>
        </p:nvSpPr>
        <p:spPr>
          <a:xfrm>
            <a:off x="5192334" y="4679542"/>
            <a:ext cx="142876" cy="21431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1400" b="1" smtClean="0"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endParaRPr lang="zh-CN" altLang="en-US" sz="1400" b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5699936" y="4679542"/>
            <a:ext cx="142876" cy="21431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1400" b="1" smtClean="0"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endParaRPr lang="zh-CN" altLang="en-US" sz="1400" b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70" name="椭圆 69"/>
          <p:cNvSpPr/>
          <p:nvPr/>
        </p:nvSpPr>
        <p:spPr>
          <a:xfrm>
            <a:off x="4723868" y="2889562"/>
            <a:ext cx="576000" cy="468000"/>
          </a:xfrm>
          <a:prstGeom prst="ellipse">
            <a:avLst/>
          </a:prstGeom>
          <a:solidFill>
            <a:srgbClr val="0066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400" b="1" smtClean="0">
                <a:latin typeface="Consolas" panose="020B0609020204030204" pitchFamily="49" charset="0"/>
                <a:cs typeface="Consolas" panose="020B0609020204030204" pitchFamily="49" charset="0"/>
              </a:rPr>
              <a:t>3,4</a:t>
            </a:r>
            <a:endParaRPr lang="zh-CN" altLang="en-US" sz="1400" b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cxnSp>
        <p:nvCxnSpPr>
          <p:cNvPr id="71" name="直接连接符 70"/>
          <p:cNvCxnSpPr>
            <a:stCxn id="70" idx="4"/>
            <a:endCxn id="58" idx="0"/>
          </p:cNvCxnSpPr>
          <p:nvPr/>
        </p:nvCxnSpPr>
        <p:spPr>
          <a:xfrm rot="5400000">
            <a:off x="4404645" y="3464719"/>
            <a:ext cx="714380" cy="50006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2" name="直接连接符 71"/>
          <p:cNvCxnSpPr>
            <a:stCxn id="70" idx="4"/>
            <a:endCxn id="65" idx="0"/>
          </p:cNvCxnSpPr>
          <p:nvPr/>
        </p:nvCxnSpPr>
        <p:spPr>
          <a:xfrm rot="16200000" flipH="1">
            <a:off x="4868992" y="3500438"/>
            <a:ext cx="714380" cy="42862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3" name="椭圆 72"/>
          <p:cNvSpPr/>
          <p:nvPr/>
        </p:nvSpPr>
        <p:spPr>
          <a:xfrm>
            <a:off x="6033816" y="5000636"/>
            <a:ext cx="468000" cy="396000"/>
          </a:xfrm>
          <a:prstGeom prst="ellipse">
            <a:avLst/>
          </a:prstGeom>
          <a:solidFill>
            <a:srgbClr val="0066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400" b="1" smtClean="0">
                <a:latin typeface="Consolas" panose="020B0609020204030204" pitchFamily="49" charset="0"/>
                <a:cs typeface="Consolas" panose="020B0609020204030204" pitchFamily="49" charset="0"/>
              </a:rPr>
              <a:t>3,4</a:t>
            </a:r>
            <a:endParaRPr lang="zh-CN" altLang="en-US" sz="1400" b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74" name="椭圆 73"/>
          <p:cNvSpPr/>
          <p:nvPr/>
        </p:nvSpPr>
        <p:spPr>
          <a:xfrm>
            <a:off x="6539834" y="5000636"/>
            <a:ext cx="468000" cy="396000"/>
          </a:xfrm>
          <a:prstGeom prst="ellipse">
            <a:avLst/>
          </a:prstGeom>
          <a:solidFill>
            <a:srgbClr val="0066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400" b="1" smtClean="0">
                <a:latin typeface="Consolas" panose="020B0609020204030204" pitchFamily="49" charset="0"/>
                <a:cs typeface="Consolas" panose="020B0609020204030204" pitchFamily="49" charset="0"/>
              </a:rPr>
              <a:t>2,3</a:t>
            </a:r>
            <a:endParaRPr lang="zh-CN" altLang="en-US" sz="1400" b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75" name="椭圆 74"/>
          <p:cNvSpPr/>
          <p:nvPr/>
        </p:nvSpPr>
        <p:spPr>
          <a:xfrm>
            <a:off x="6257122" y="4071942"/>
            <a:ext cx="576000" cy="468000"/>
          </a:xfrm>
          <a:prstGeom prst="ellipse">
            <a:avLst/>
          </a:prstGeom>
          <a:solidFill>
            <a:srgbClr val="0066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400" b="1" smtClean="0">
                <a:latin typeface="Consolas" panose="020B0609020204030204" pitchFamily="49" charset="0"/>
                <a:cs typeface="Consolas" panose="020B0609020204030204" pitchFamily="49" charset="0"/>
              </a:rPr>
              <a:t>2,3</a:t>
            </a:r>
            <a:endParaRPr lang="zh-CN" altLang="en-US" sz="1400" b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cxnSp>
        <p:nvCxnSpPr>
          <p:cNvPr id="76" name="直接连接符 75"/>
          <p:cNvCxnSpPr>
            <a:stCxn id="75" idx="4"/>
            <a:endCxn id="73" idx="0"/>
          </p:cNvCxnSpPr>
          <p:nvPr/>
        </p:nvCxnSpPr>
        <p:spPr>
          <a:xfrm rot="5400000">
            <a:off x="6176122" y="4631636"/>
            <a:ext cx="460694" cy="27730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7" name="直接连接符 76"/>
          <p:cNvCxnSpPr>
            <a:stCxn id="75" idx="4"/>
            <a:endCxn id="74" idx="0"/>
          </p:cNvCxnSpPr>
          <p:nvPr/>
        </p:nvCxnSpPr>
        <p:spPr>
          <a:xfrm rot="16200000" flipH="1">
            <a:off x="6429131" y="4655933"/>
            <a:ext cx="460694" cy="22871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8" name="TextBox 77"/>
          <p:cNvSpPr txBox="1"/>
          <p:nvPr/>
        </p:nvSpPr>
        <p:spPr>
          <a:xfrm>
            <a:off x="6252626" y="4679542"/>
            <a:ext cx="142876" cy="21431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1400" b="1" smtClean="0"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endParaRPr lang="zh-CN" altLang="en-US" sz="1400" b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6708306" y="4655478"/>
            <a:ext cx="142876" cy="21431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1400" b="1" smtClean="0"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endParaRPr lang="zh-CN" altLang="en-US" sz="1400" b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80" name="椭圆 79"/>
          <p:cNvSpPr/>
          <p:nvPr/>
        </p:nvSpPr>
        <p:spPr>
          <a:xfrm>
            <a:off x="7079272" y="5000636"/>
            <a:ext cx="468000" cy="396000"/>
          </a:xfrm>
          <a:prstGeom prst="ellipse">
            <a:avLst/>
          </a:prstGeom>
          <a:solidFill>
            <a:srgbClr val="0066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400" b="1" smtClean="0">
                <a:latin typeface="Consolas" panose="020B0609020204030204" pitchFamily="49" charset="0"/>
                <a:cs typeface="Consolas" panose="020B0609020204030204" pitchFamily="49" charset="0"/>
              </a:rPr>
              <a:t>1,1</a:t>
            </a:r>
            <a:endParaRPr lang="zh-CN" altLang="en-US" sz="1400" b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81" name="椭圆 80"/>
          <p:cNvSpPr/>
          <p:nvPr/>
        </p:nvSpPr>
        <p:spPr>
          <a:xfrm>
            <a:off x="7579338" y="5000636"/>
            <a:ext cx="468000" cy="396000"/>
          </a:xfrm>
          <a:prstGeom prst="ellipse">
            <a:avLst/>
          </a:prstGeom>
          <a:solidFill>
            <a:srgbClr val="0066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400" b="1" smtClean="0">
                <a:latin typeface="Consolas" panose="020B0609020204030204" pitchFamily="49" charset="0"/>
                <a:cs typeface="Consolas" panose="020B0609020204030204" pitchFamily="49" charset="0"/>
              </a:rPr>
              <a:t>0,0</a:t>
            </a:r>
            <a:endParaRPr lang="zh-CN" altLang="en-US" sz="1400" b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82" name="椭圆 81"/>
          <p:cNvSpPr/>
          <p:nvPr/>
        </p:nvSpPr>
        <p:spPr>
          <a:xfrm>
            <a:off x="7252994" y="4071942"/>
            <a:ext cx="576000" cy="468000"/>
          </a:xfrm>
          <a:prstGeom prst="ellipse">
            <a:avLst/>
          </a:prstGeom>
          <a:solidFill>
            <a:srgbClr val="0066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400" b="1" smtClean="0">
                <a:latin typeface="Consolas" panose="020B0609020204030204" pitchFamily="49" charset="0"/>
                <a:cs typeface="Consolas" panose="020B0609020204030204" pitchFamily="49" charset="0"/>
              </a:rPr>
              <a:t>0,0</a:t>
            </a:r>
            <a:endParaRPr lang="zh-CN" altLang="en-US" sz="1400" b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cxnSp>
        <p:nvCxnSpPr>
          <p:cNvPr id="83" name="直接连接符 82"/>
          <p:cNvCxnSpPr>
            <a:stCxn id="82" idx="4"/>
            <a:endCxn id="80" idx="0"/>
          </p:cNvCxnSpPr>
          <p:nvPr/>
        </p:nvCxnSpPr>
        <p:spPr>
          <a:xfrm rot="5400000">
            <a:off x="7196786" y="4656428"/>
            <a:ext cx="460694" cy="22772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4" name="直接连接符 83"/>
          <p:cNvCxnSpPr>
            <a:stCxn id="82" idx="4"/>
            <a:endCxn id="81" idx="0"/>
          </p:cNvCxnSpPr>
          <p:nvPr/>
        </p:nvCxnSpPr>
        <p:spPr>
          <a:xfrm rot="16200000" flipH="1">
            <a:off x="7446819" y="4634117"/>
            <a:ext cx="460694" cy="27234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5" name="TextBox 84"/>
          <p:cNvSpPr txBox="1"/>
          <p:nvPr/>
        </p:nvSpPr>
        <p:spPr>
          <a:xfrm>
            <a:off x="7248210" y="4679542"/>
            <a:ext cx="142876" cy="21431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1400" b="1" smtClean="0"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endParaRPr lang="zh-CN" altLang="en-US" sz="1400" b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7758310" y="4679542"/>
            <a:ext cx="142876" cy="21431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1400" b="1" smtClean="0"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endParaRPr lang="zh-CN" altLang="en-US" sz="1400" b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87" name="椭圆 86"/>
          <p:cNvSpPr/>
          <p:nvPr/>
        </p:nvSpPr>
        <p:spPr>
          <a:xfrm>
            <a:off x="6722082" y="2889562"/>
            <a:ext cx="576000" cy="468000"/>
          </a:xfrm>
          <a:prstGeom prst="ellipse">
            <a:avLst/>
          </a:prstGeom>
          <a:solidFill>
            <a:srgbClr val="0066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400" b="1" smtClean="0">
                <a:latin typeface="Consolas" panose="020B0609020204030204" pitchFamily="49" charset="0"/>
                <a:cs typeface="Consolas" panose="020B0609020204030204" pitchFamily="49" charset="0"/>
              </a:rPr>
              <a:t>0,0</a:t>
            </a:r>
            <a:endParaRPr lang="zh-CN" altLang="en-US" sz="1400" b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cxnSp>
        <p:nvCxnSpPr>
          <p:cNvPr id="88" name="直接连接符 87"/>
          <p:cNvCxnSpPr>
            <a:stCxn id="87" idx="4"/>
            <a:endCxn id="75" idx="0"/>
          </p:cNvCxnSpPr>
          <p:nvPr/>
        </p:nvCxnSpPr>
        <p:spPr>
          <a:xfrm rot="5400000">
            <a:off x="6420412" y="3482272"/>
            <a:ext cx="714380" cy="46496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9" name="直接连接符 88"/>
          <p:cNvCxnSpPr>
            <a:stCxn id="87" idx="4"/>
            <a:endCxn id="82" idx="0"/>
          </p:cNvCxnSpPr>
          <p:nvPr/>
        </p:nvCxnSpPr>
        <p:spPr>
          <a:xfrm rot="16200000" flipH="1">
            <a:off x="6918348" y="3449296"/>
            <a:ext cx="714380" cy="53091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0" name="椭圆 89"/>
          <p:cNvSpPr/>
          <p:nvPr/>
        </p:nvSpPr>
        <p:spPr>
          <a:xfrm>
            <a:off x="5795438" y="2000240"/>
            <a:ext cx="576000" cy="468000"/>
          </a:xfrm>
          <a:prstGeom prst="ellipse">
            <a:avLst/>
          </a:prstGeom>
          <a:solidFill>
            <a:srgbClr val="0066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400" b="1" smtClean="0">
                <a:latin typeface="Consolas" panose="020B0609020204030204" pitchFamily="49" charset="0"/>
                <a:cs typeface="Consolas" panose="020B0609020204030204" pitchFamily="49" charset="0"/>
              </a:rPr>
              <a:t>0,0</a:t>
            </a:r>
            <a:endParaRPr lang="zh-CN" altLang="en-US" sz="1400" b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cxnSp>
        <p:nvCxnSpPr>
          <p:cNvPr id="91" name="直接连接符 90"/>
          <p:cNvCxnSpPr>
            <a:stCxn id="90" idx="4"/>
            <a:endCxn id="70" idx="7"/>
          </p:cNvCxnSpPr>
          <p:nvPr/>
        </p:nvCxnSpPr>
        <p:spPr>
          <a:xfrm rot="5400000">
            <a:off x="5404548" y="2279208"/>
            <a:ext cx="489859" cy="86792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2" name="直接连接符 91"/>
          <p:cNvCxnSpPr>
            <a:stCxn id="90" idx="4"/>
            <a:endCxn id="87" idx="1"/>
          </p:cNvCxnSpPr>
          <p:nvPr/>
        </p:nvCxnSpPr>
        <p:spPr>
          <a:xfrm rot="16200000" flipH="1">
            <a:off x="6200007" y="2351670"/>
            <a:ext cx="489859" cy="72299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3" name="TextBox 92"/>
          <p:cNvSpPr txBox="1"/>
          <p:nvPr/>
        </p:nvSpPr>
        <p:spPr>
          <a:xfrm>
            <a:off x="4580992" y="3571876"/>
            <a:ext cx="142876" cy="21431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1400" b="1" smtClean="0"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endParaRPr lang="zh-CN" altLang="en-US" sz="1400" b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94" name="TextBox 93"/>
          <p:cNvSpPr txBox="1"/>
          <p:nvPr/>
        </p:nvSpPr>
        <p:spPr>
          <a:xfrm>
            <a:off x="5366810" y="3571876"/>
            <a:ext cx="142876" cy="21431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1400" b="1" smtClean="0"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endParaRPr lang="zh-CN" altLang="en-US" sz="1400" b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95" name="TextBox 94"/>
          <p:cNvSpPr txBox="1"/>
          <p:nvPr/>
        </p:nvSpPr>
        <p:spPr>
          <a:xfrm>
            <a:off x="6648198" y="3571876"/>
            <a:ext cx="142876" cy="21431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1400" b="1" smtClean="0"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endParaRPr lang="zh-CN" altLang="en-US" sz="1400" b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7367074" y="3571876"/>
            <a:ext cx="142876" cy="21431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1400" b="1" smtClean="0"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endParaRPr lang="zh-CN" altLang="en-US" sz="1400" b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97" name="TextBox 96"/>
          <p:cNvSpPr txBox="1"/>
          <p:nvPr/>
        </p:nvSpPr>
        <p:spPr>
          <a:xfrm>
            <a:off x="5505190" y="2500306"/>
            <a:ext cx="142876" cy="21431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1400" b="1" smtClean="0"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endParaRPr lang="zh-CN" altLang="en-US" sz="1400" b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98" name="TextBox 97"/>
          <p:cNvSpPr txBox="1"/>
          <p:nvPr/>
        </p:nvSpPr>
        <p:spPr>
          <a:xfrm>
            <a:off x="6509818" y="2500306"/>
            <a:ext cx="142876" cy="21431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1400" b="1" smtClean="0"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endParaRPr lang="zh-CN" altLang="en-US" sz="1400" b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99" name="椭圆 98"/>
          <p:cNvSpPr/>
          <p:nvPr/>
        </p:nvSpPr>
        <p:spPr>
          <a:xfrm>
            <a:off x="3638810" y="500042"/>
            <a:ext cx="576000" cy="468000"/>
          </a:xfrm>
          <a:prstGeom prst="ellipse">
            <a:avLst/>
          </a:prstGeom>
          <a:solidFill>
            <a:srgbClr val="0066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400" b="1" smtClean="0">
                <a:latin typeface="Consolas" panose="020B0609020204030204" pitchFamily="49" charset="0"/>
                <a:cs typeface="Consolas" panose="020B0609020204030204" pitchFamily="49" charset="0"/>
              </a:rPr>
              <a:t>0,0</a:t>
            </a:r>
            <a:endParaRPr lang="zh-CN" altLang="en-US" sz="1400" b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cxnSp>
        <p:nvCxnSpPr>
          <p:cNvPr id="101" name="直接连接符 100"/>
          <p:cNvCxnSpPr>
            <a:stCxn id="99" idx="4"/>
            <a:endCxn id="45" idx="7"/>
          </p:cNvCxnSpPr>
          <p:nvPr/>
        </p:nvCxnSpPr>
        <p:spPr>
          <a:xfrm rot="5400000">
            <a:off x="2480383" y="622349"/>
            <a:ext cx="1100735" cy="179212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4" name="直接连接符 103"/>
          <p:cNvCxnSpPr>
            <a:stCxn id="99" idx="4"/>
            <a:endCxn id="90" idx="1"/>
          </p:cNvCxnSpPr>
          <p:nvPr/>
        </p:nvCxnSpPr>
        <p:spPr>
          <a:xfrm rot="16200000" flipH="1">
            <a:off x="4352933" y="541918"/>
            <a:ext cx="1100735" cy="195298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6" name="TextBox 105"/>
          <p:cNvSpPr txBox="1"/>
          <p:nvPr/>
        </p:nvSpPr>
        <p:spPr>
          <a:xfrm>
            <a:off x="2638678" y="1428736"/>
            <a:ext cx="142876" cy="21431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1400" b="1" smtClean="0"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endParaRPr lang="zh-CN" altLang="en-US" sz="1400" b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07" name="TextBox 106"/>
          <p:cNvSpPr txBox="1"/>
          <p:nvPr/>
        </p:nvSpPr>
        <p:spPr>
          <a:xfrm>
            <a:off x="5286380" y="1428736"/>
            <a:ext cx="142876" cy="21431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1400" b="1" smtClean="0"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endParaRPr lang="zh-CN" altLang="en-US" sz="1400" b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grpSp>
        <p:nvGrpSpPr>
          <p:cNvPr id="2" name="组合 133"/>
          <p:cNvGrpSpPr/>
          <p:nvPr/>
        </p:nvGrpSpPr>
        <p:grpSpPr>
          <a:xfrm>
            <a:off x="5763136" y="1212163"/>
            <a:ext cx="3024460" cy="3788473"/>
            <a:chOff x="6048888" y="1212163"/>
            <a:chExt cx="3024460" cy="3788473"/>
          </a:xfrm>
        </p:grpSpPr>
        <p:sp>
          <p:nvSpPr>
            <p:cNvPr id="105" name="TextBox 104"/>
            <p:cNvSpPr txBox="1"/>
            <p:nvPr/>
          </p:nvSpPr>
          <p:spPr>
            <a:xfrm>
              <a:off x="8430406" y="1212163"/>
              <a:ext cx="642942" cy="43088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zh-CN" sz="1400" b="1" spc="-150" smtClean="0">
                  <a:solidFill>
                    <a:srgbClr val="FF0000"/>
                  </a:solidFill>
                  <a:latin typeface="Consolas" panose="020B0609020204030204" pitchFamily="49" charset="0"/>
                  <a:ea typeface="微软雅黑" panose="020B0503020204020204" pitchFamily="34" charset="-122"/>
                  <a:cs typeface="Consolas" panose="020B0609020204030204" pitchFamily="49" charset="0"/>
                </a:rPr>
                <a:t>x1</a:t>
              </a:r>
              <a:r>
                <a:rPr lang="zh-CN" altLang="en-US" sz="1400" b="1" spc="-150" smtClean="0">
                  <a:solidFill>
                    <a:srgbClr val="0000FF"/>
                  </a:solidFill>
                  <a:latin typeface="Consolas" panose="020B0609020204030204" pitchFamily="49" charset="0"/>
                  <a:ea typeface="微软雅黑" panose="020B0503020204020204" pitchFamily="34" charset="-122"/>
                  <a:cs typeface="Consolas" panose="020B0609020204030204" pitchFamily="49" charset="0"/>
                </a:rPr>
                <a:t>：选或不选品</a:t>
              </a:r>
              <a:r>
                <a:rPr lang="en-US" altLang="zh-CN" sz="1400" b="1" spc="-150" smtClean="0">
                  <a:solidFill>
                    <a:srgbClr val="0000FF"/>
                  </a:solidFill>
                  <a:latin typeface="Consolas" panose="020B0609020204030204" pitchFamily="49" charset="0"/>
                  <a:ea typeface="微软雅黑" panose="020B0503020204020204" pitchFamily="34" charset="-122"/>
                  <a:cs typeface="Consolas" panose="020B0609020204030204" pitchFamily="49" charset="0"/>
                </a:rPr>
                <a:t>1</a:t>
              </a:r>
              <a:endParaRPr lang="zh-CN" altLang="en-US" sz="1400" b="1" spc="-150">
                <a:solidFill>
                  <a:srgbClr val="0000FF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endParaRPr>
            </a:p>
          </p:txBody>
        </p:sp>
        <p:sp>
          <p:nvSpPr>
            <p:cNvPr id="111" name="TextBox 110"/>
            <p:cNvSpPr txBox="1"/>
            <p:nvPr/>
          </p:nvSpPr>
          <p:spPr>
            <a:xfrm>
              <a:off x="8430406" y="2404053"/>
              <a:ext cx="642942" cy="43088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zh-CN" sz="1400" b="1" spc="-150" smtClean="0">
                  <a:solidFill>
                    <a:srgbClr val="FF0000"/>
                  </a:solidFill>
                  <a:latin typeface="Consolas" panose="020B0609020204030204" pitchFamily="49" charset="0"/>
                  <a:ea typeface="微软雅黑" panose="020B0503020204020204" pitchFamily="34" charset="-122"/>
                  <a:cs typeface="Consolas" panose="020B0609020204030204" pitchFamily="49" charset="0"/>
                </a:rPr>
                <a:t>x2</a:t>
              </a:r>
              <a:r>
                <a:rPr lang="zh-CN" altLang="en-US" sz="1400" b="1" spc="-150" smtClean="0">
                  <a:solidFill>
                    <a:srgbClr val="0000FF"/>
                  </a:solidFill>
                  <a:latin typeface="Consolas" panose="020B0609020204030204" pitchFamily="49" charset="0"/>
                  <a:ea typeface="微软雅黑" panose="020B0503020204020204" pitchFamily="34" charset="-122"/>
                  <a:cs typeface="Consolas" panose="020B0609020204030204" pitchFamily="49" charset="0"/>
                </a:rPr>
                <a:t>：选或不选品</a:t>
              </a:r>
              <a:r>
                <a:rPr lang="en-US" altLang="zh-CN" sz="1400" b="1" spc="-150" smtClean="0">
                  <a:solidFill>
                    <a:srgbClr val="0000FF"/>
                  </a:solidFill>
                  <a:latin typeface="Consolas" panose="020B0609020204030204" pitchFamily="49" charset="0"/>
                  <a:ea typeface="微软雅黑" panose="020B0503020204020204" pitchFamily="34" charset="-122"/>
                  <a:cs typeface="Consolas" panose="020B0609020204030204" pitchFamily="49" charset="0"/>
                </a:rPr>
                <a:t>2</a:t>
              </a:r>
              <a:endParaRPr lang="zh-CN" altLang="en-US" sz="1400" b="1" spc="-150">
                <a:solidFill>
                  <a:srgbClr val="0000FF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endParaRPr>
            </a:p>
          </p:txBody>
        </p:sp>
        <p:sp>
          <p:nvSpPr>
            <p:cNvPr id="112" name="TextBox 111"/>
            <p:cNvSpPr txBox="1"/>
            <p:nvPr/>
          </p:nvSpPr>
          <p:spPr>
            <a:xfrm>
              <a:off x="8430406" y="3426741"/>
              <a:ext cx="642942" cy="43088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zh-CN" sz="1400" b="1" spc="-150" smtClean="0">
                  <a:solidFill>
                    <a:srgbClr val="FF0000"/>
                  </a:solidFill>
                  <a:latin typeface="Consolas" panose="020B0609020204030204" pitchFamily="49" charset="0"/>
                  <a:ea typeface="微软雅黑" panose="020B0503020204020204" pitchFamily="34" charset="-122"/>
                  <a:cs typeface="Consolas" panose="020B0609020204030204" pitchFamily="49" charset="0"/>
                </a:rPr>
                <a:t>x3</a:t>
              </a:r>
              <a:r>
                <a:rPr lang="zh-CN" altLang="en-US" sz="1400" b="1" spc="-150" smtClean="0">
                  <a:solidFill>
                    <a:srgbClr val="0000FF"/>
                  </a:solidFill>
                  <a:latin typeface="Consolas" panose="020B0609020204030204" pitchFamily="49" charset="0"/>
                  <a:ea typeface="微软雅黑" panose="020B0503020204020204" pitchFamily="34" charset="-122"/>
                  <a:cs typeface="Consolas" panose="020B0609020204030204" pitchFamily="49" charset="0"/>
                </a:rPr>
                <a:t>：选或不选品</a:t>
              </a:r>
              <a:r>
                <a:rPr lang="en-US" altLang="zh-CN" sz="1400" b="1" spc="-150" smtClean="0">
                  <a:solidFill>
                    <a:srgbClr val="0000FF"/>
                  </a:solidFill>
                  <a:latin typeface="Consolas" panose="020B0609020204030204" pitchFamily="49" charset="0"/>
                  <a:ea typeface="微软雅黑" panose="020B0503020204020204" pitchFamily="34" charset="-122"/>
                  <a:cs typeface="Consolas" panose="020B0609020204030204" pitchFamily="49" charset="0"/>
                </a:rPr>
                <a:t>3</a:t>
              </a:r>
              <a:endParaRPr lang="zh-CN" altLang="en-US" sz="1400" b="1" spc="-150">
                <a:solidFill>
                  <a:srgbClr val="0000FF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endParaRPr>
            </a:p>
          </p:txBody>
        </p:sp>
        <p:sp>
          <p:nvSpPr>
            <p:cNvPr id="113" name="TextBox 112"/>
            <p:cNvSpPr txBox="1"/>
            <p:nvPr/>
          </p:nvSpPr>
          <p:spPr>
            <a:xfrm>
              <a:off x="8430406" y="4569749"/>
              <a:ext cx="642942" cy="43088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zh-CN" sz="1400" b="1" spc="-150" smtClean="0">
                  <a:solidFill>
                    <a:srgbClr val="FF0000"/>
                  </a:solidFill>
                  <a:latin typeface="Consolas" panose="020B0609020204030204" pitchFamily="49" charset="0"/>
                  <a:ea typeface="微软雅黑" panose="020B0503020204020204" pitchFamily="34" charset="-122"/>
                  <a:cs typeface="Consolas" panose="020B0609020204030204" pitchFamily="49" charset="0"/>
                </a:rPr>
                <a:t>x4</a:t>
              </a:r>
              <a:r>
                <a:rPr lang="zh-CN" altLang="en-US" sz="1400" b="1" spc="-150" smtClean="0">
                  <a:solidFill>
                    <a:srgbClr val="0000FF"/>
                  </a:solidFill>
                  <a:latin typeface="Consolas" panose="020B0609020204030204" pitchFamily="49" charset="0"/>
                  <a:ea typeface="微软雅黑" panose="020B0503020204020204" pitchFamily="34" charset="-122"/>
                  <a:cs typeface="Consolas" panose="020B0609020204030204" pitchFamily="49" charset="0"/>
                </a:rPr>
                <a:t>：选或不选品</a:t>
              </a:r>
              <a:r>
                <a:rPr lang="en-US" altLang="zh-CN" sz="1400" b="1" spc="-150" smtClean="0">
                  <a:solidFill>
                    <a:srgbClr val="0000FF"/>
                  </a:solidFill>
                  <a:latin typeface="Consolas" panose="020B0609020204030204" pitchFamily="49" charset="0"/>
                  <a:ea typeface="微软雅黑" panose="020B0503020204020204" pitchFamily="34" charset="-122"/>
                  <a:cs typeface="Consolas" panose="020B0609020204030204" pitchFamily="49" charset="0"/>
                </a:rPr>
                <a:t>4</a:t>
              </a:r>
              <a:endParaRPr lang="zh-CN" altLang="en-US" sz="1400" b="1" spc="-150">
                <a:solidFill>
                  <a:srgbClr val="0000FF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endParaRPr>
            </a:p>
          </p:txBody>
        </p:sp>
        <p:cxnSp>
          <p:nvCxnSpPr>
            <p:cNvPr id="115" name="直接连接符 114"/>
            <p:cNvCxnSpPr/>
            <p:nvPr/>
          </p:nvCxnSpPr>
          <p:spPr>
            <a:xfrm>
              <a:off x="6048888" y="1500174"/>
              <a:ext cx="2286016" cy="0"/>
            </a:xfrm>
            <a:prstGeom prst="line">
              <a:avLst/>
            </a:prstGeom>
            <a:ln>
              <a:prstDash val="dash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16" name="直接连接符 115"/>
            <p:cNvCxnSpPr/>
            <p:nvPr/>
          </p:nvCxnSpPr>
          <p:spPr>
            <a:xfrm>
              <a:off x="7203928" y="2620626"/>
              <a:ext cx="1143008" cy="0"/>
            </a:xfrm>
            <a:prstGeom prst="line">
              <a:avLst/>
            </a:prstGeom>
            <a:ln>
              <a:prstDash val="dash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17" name="直接连接符 116"/>
            <p:cNvCxnSpPr/>
            <p:nvPr/>
          </p:nvCxnSpPr>
          <p:spPr>
            <a:xfrm>
              <a:off x="7930340" y="3643314"/>
              <a:ext cx="500066" cy="0"/>
            </a:xfrm>
            <a:prstGeom prst="line">
              <a:avLst/>
            </a:prstGeom>
            <a:ln>
              <a:prstDash val="dash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18" name="直接连接符 117"/>
            <p:cNvCxnSpPr/>
            <p:nvPr/>
          </p:nvCxnSpPr>
          <p:spPr>
            <a:xfrm>
              <a:off x="8143900" y="4786322"/>
              <a:ext cx="360000" cy="0"/>
            </a:xfrm>
            <a:prstGeom prst="line">
              <a:avLst/>
            </a:prstGeom>
            <a:ln>
              <a:prstDash val="dash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3" name="组合 134"/>
          <p:cNvGrpSpPr/>
          <p:nvPr/>
        </p:nvGrpSpPr>
        <p:grpSpPr>
          <a:xfrm>
            <a:off x="4286248" y="571480"/>
            <a:ext cx="4441188" cy="4738218"/>
            <a:chOff x="4572000" y="571480"/>
            <a:chExt cx="4441188" cy="4738218"/>
          </a:xfrm>
        </p:grpSpPr>
        <p:sp>
          <p:nvSpPr>
            <p:cNvPr id="121" name="TextBox 120"/>
            <p:cNvSpPr txBox="1"/>
            <p:nvPr/>
          </p:nvSpPr>
          <p:spPr>
            <a:xfrm>
              <a:off x="4572000" y="571480"/>
              <a:ext cx="1214446" cy="28575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zh-CN" altLang="en-US" sz="1800" b="1" spc="-150" smtClean="0">
                  <a:solidFill>
                    <a:srgbClr val="0000FF"/>
                  </a:solidFill>
                  <a:latin typeface="Consolas" panose="020B0609020204030204" pitchFamily="49" charset="0"/>
                  <a:ea typeface="微软雅黑" panose="020B0503020204020204" pitchFamily="34" charset="-122"/>
                  <a:cs typeface="Consolas" panose="020B0609020204030204" pitchFamily="49" charset="0"/>
                </a:rPr>
                <a:t>根结点：</a:t>
              </a:r>
              <a:r>
                <a:rPr lang="en-US" altLang="zh-CN" sz="1800" b="1" i="1" spc="-150" smtClean="0">
                  <a:solidFill>
                    <a:srgbClr val="FF0000"/>
                  </a:solidFill>
                  <a:latin typeface="Consolas" panose="020B0609020204030204" pitchFamily="49" charset="0"/>
                  <a:ea typeface="微软雅黑" panose="020B0503020204020204" pitchFamily="34" charset="-122"/>
                  <a:cs typeface="Consolas" panose="020B0609020204030204" pitchFamily="49" charset="0"/>
                </a:rPr>
                <a:t>i=</a:t>
              </a:r>
              <a:r>
                <a:rPr lang="en-US" altLang="zh-CN" sz="1800" b="1" spc="-150" smtClean="0">
                  <a:solidFill>
                    <a:srgbClr val="FF0000"/>
                  </a:solidFill>
                  <a:latin typeface="Consolas" panose="020B0609020204030204" pitchFamily="49" charset="0"/>
                  <a:ea typeface="微软雅黑" panose="020B0503020204020204" pitchFamily="34" charset="-122"/>
                  <a:cs typeface="Consolas" panose="020B0609020204030204" pitchFamily="49" charset="0"/>
                </a:rPr>
                <a:t>1</a:t>
              </a:r>
              <a:endParaRPr lang="zh-CN" altLang="en-US" sz="1800" b="1" spc="-15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endParaRPr>
            </a:p>
          </p:txBody>
        </p:sp>
        <p:sp>
          <p:nvSpPr>
            <p:cNvPr id="122" name="TextBox 121"/>
            <p:cNvSpPr txBox="1"/>
            <p:nvPr/>
          </p:nvSpPr>
          <p:spPr>
            <a:xfrm>
              <a:off x="8655998" y="2034452"/>
              <a:ext cx="357190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zh-CN" sz="1400" b="1" i="1" spc="-150" smtClean="0">
                  <a:solidFill>
                    <a:srgbClr val="C00000"/>
                  </a:solidFill>
                  <a:latin typeface="Consolas" panose="020B0609020204030204" pitchFamily="49" charset="0"/>
                  <a:ea typeface="微软雅黑" panose="020B0503020204020204" pitchFamily="34" charset="-122"/>
                  <a:cs typeface="Consolas" panose="020B0609020204030204" pitchFamily="49" charset="0"/>
                </a:rPr>
                <a:t>i=</a:t>
              </a:r>
              <a:r>
                <a:rPr lang="en-US" altLang="zh-CN" sz="1400" b="1" spc="-150" smtClean="0">
                  <a:solidFill>
                    <a:srgbClr val="C00000"/>
                  </a:solidFill>
                  <a:latin typeface="Consolas" panose="020B0609020204030204" pitchFamily="49" charset="0"/>
                  <a:ea typeface="微软雅黑" panose="020B0503020204020204" pitchFamily="34" charset="-122"/>
                  <a:cs typeface="Consolas" panose="020B0609020204030204" pitchFamily="49" charset="0"/>
                </a:rPr>
                <a:t>2</a:t>
              </a:r>
              <a:endParaRPr lang="zh-CN" altLang="en-US" sz="1400" b="1" spc="-150">
                <a:solidFill>
                  <a:srgbClr val="C0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endParaRPr>
            </a:p>
          </p:txBody>
        </p:sp>
        <p:sp>
          <p:nvSpPr>
            <p:cNvPr id="123" name="TextBox 122"/>
            <p:cNvSpPr txBox="1"/>
            <p:nvPr/>
          </p:nvSpPr>
          <p:spPr>
            <a:xfrm>
              <a:off x="8655998" y="2987964"/>
              <a:ext cx="357190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zh-CN" sz="1400" b="1" i="1" spc="-150" smtClean="0">
                  <a:solidFill>
                    <a:srgbClr val="C00000"/>
                  </a:solidFill>
                  <a:latin typeface="Consolas" panose="020B0609020204030204" pitchFamily="49" charset="0"/>
                  <a:ea typeface="微软雅黑" panose="020B0503020204020204" pitchFamily="34" charset="-122"/>
                  <a:cs typeface="Consolas" panose="020B0609020204030204" pitchFamily="49" charset="0"/>
                </a:rPr>
                <a:t>i=</a:t>
              </a:r>
              <a:r>
                <a:rPr lang="en-US" altLang="zh-CN" sz="1400" b="1" spc="-150" smtClean="0">
                  <a:solidFill>
                    <a:srgbClr val="C00000"/>
                  </a:solidFill>
                  <a:latin typeface="Consolas" panose="020B0609020204030204" pitchFamily="49" charset="0"/>
                  <a:ea typeface="微软雅黑" panose="020B0503020204020204" pitchFamily="34" charset="-122"/>
                  <a:cs typeface="Consolas" panose="020B0609020204030204" pitchFamily="49" charset="0"/>
                </a:rPr>
                <a:t>3</a:t>
              </a:r>
              <a:endParaRPr lang="zh-CN" altLang="en-US" sz="1400" b="1" spc="-150">
                <a:solidFill>
                  <a:srgbClr val="C0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endParaRPr>
            </a:p>
          </p:txBody>
        </p:sp>
        <p:sp>
          <p:nvSpPr>
            <p:cNvPr id="124" name="TextBox 123"/>
            <p:cNvSpPr txBox="1"/>
            <p:nvPr/>
          </p:nvSpPr>
          <p:spPr>
            <a:xfrm>
              <a:off x="8655998" y="4166314"/>
              <a:ext cx="357190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zh-CN" sz="1400" b="1" i="1" spc="-150" smtClean="0">
                  <a:solidFill>
                    <a:srgbClr val="C00000"/>
                  </a:solidFill>
                  <a:latin typeface="Consolas" panose="020B0609020204030204" pitchFamily="49" charset="0"/>
                  <a:ea typeface="微软雅黑" panose="020B0503020204020204" pitchFamily="34" charset="-122"/>
                  <a:cs typeface="Consolas" panose="020B0609020204030204" pitchFamily="49" charset="0"/>
                </a:rPr>
                <a:t>i=</a:t>
              </a:r>
              <a:r>
                <a:rPr lang="en-US" altLang="zh-CN" sz="1400" b="1" spc="-150" smtClean="0">
                  <a:solidFill>
                    <a:srgbClr val="C00000"/>
                  </a:solidFill>
                  <a:latin typeface="Consolas" panose="020B0609020204030204" pitchFamily="49" charset="0"/>
                  <a:ea typeface="微软雅黑" panose="020B0503020204020204" pitchFamily="34" charset="-122"/>
                  <a:cs typeface="Consolas" panose="020B0609020204030204" pitchFamily="49" charset="0"/>
                </a:rPr>
                <a:t>4</a:t>
              </a:r>
              <a:endParaRPr lang="zh-CN" altLang="en-US" sz="1400" b="1" spc="-150">
                <a:solidFill>
                  <a:srgbClr val="C0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endParaRPr>
            </a:p>
          </p:txBody>
        </p:sp>
        <p:sp>
          <p:nvSpPr>
            <p:cNvPr id="125" name="TextBox 124"/>
            <p:cNvSpPr txBox="1"/>
            <p:nvPr/>
          </p:nvSpPr>
          <p:spPr>
            <a:xfrm>
              <a:off x="8655998" y="5094254"/>
              <a:ext cx="357190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zh-CN" sz="1400" b="1" i="1" spc="-150" smtClean="0">
                  <a:solidFill>
                    <a:srgbClr val="C00000"/>
                  </a:solidFill>
                  <a:latin typeface="Consolas" panose="020B0609020204030204" pitchFamily="49" charset="0"/>
                  <a:ea typeface="微软雅黑" panose="020B0503020204020204" pitchFamily="34" charset="-122"/>
                  <a:cs typeface="Consolas" panose="020B0609020204030204" pitchFamily="49" charset="0"/>
                </a:rPr>
                <a:t>i=</a:t>
              </a:r>
              <a:r>
                <a:rPr lang="en-US" altLang="zh-CN" sz="1400" b="1" spc="-150" smtClean="0">
                  <a:solidFill>
                    <a:srgbClr val="C00000"/>
                  </a:solidFill>
                  <a:latin typeface="Consolas" panose="020B0609020204030204" pitchFamily="49" charset="0"/>
                  <a:ea typeface="微软雅黑" panose="020B0503020204020204" pitchFamily="34" charset="-122"/>
                  <a:cs typeface="Consolas" panose="020B0609020204030204" pitchFamily="49" charset="0"/>
                </a:rPr>
                <a:t>5</a:t>
              </a:r>
              <a:endParaRPr lang="zh-CN" altLang="en-US" sz="1400" b="1" spc="-150">
                <a:solidFill>
                  <a:srgbClr val="C0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endParaRPr>
            </a:p>
          </p:txBody>
        </p:sp>
        <p:cxnSp>
          <p:nvCxnSpPr>
            <p:cNvPr id="126" name="直接连接符 125"/>
            <p:cNvCxnSpPr/>
            <p:nvPr/>
          </p:nvCxnSpPr>
          <p:spPr>
            <a:xfrm>
              <a:off x="6715140" y="2178458"/>
              <a:ext cx="1908000" cy="0"/>
            </a:xfrm>
            <a:prstGeom prst="line">
              <a:avLst/>
            </a:prstGeom>
            <a:ln>
              <a:prstDash val="dash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27" name="直接连接符 126"/>
            <p:cNvCxnSpPr/>
            <p:nvPr/>
          </p:nvCxnSpPr>
          <p:spPr>
            <a:xfrm>
              <a:off x="7563966" y="3095874"/>
              <a:ext cx="1080000" cy="0"/>
            </a:xfrm>
            <a:prstGeom prst="line">
              <a:avLst/>
            </a:prstGeom>
            <a:ln>
              <a:prstDash val="dash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28" name="直接连接符 127"/>
            <p:cNvCxnSpPr/>
            <p:nvPr/>
          </p:nvCxnSpPr>
          <p:spPr>
            <a:xfrm>
              <a:off x="8176062" y="4286256"/>
              <a:ext cx="504000" cy="0"/>
            </a:xfrm>
            <a:prstGeom prst="line">
              <a:avLst/>
            </a:prstGeom>
            <a:ln>
              <a:prstDash val="dash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29" name="直接连接符 128"/>
            <p:cNvCxnSpPr/>
            <p:nvPr/>
          </p:nvCxnSpPr>
          <p:spPr>
            <a:xfrm>
              <a:off x="8355404" y="5214950"/>
              <a:ext cx="360000" cy="0"/>
            </a:xfrm>
            <a:prstGeom prst="line">
              <a:avLst/>
            </a:prstGeom>
            <a:ln>
              <a:prstDash val="dash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136" name="TextBox 135"/>
          <p:cNvSpPr txBox="1"/>
          <p:nvPr/>
        </p:nvSpPr>
        <p:spPr>
          <a:xfrm>
            <a:off x="214282" y="428604"/>
            <a:ext cx="2571768" cy="400110"/>
          </a:xfrm>
          <a:prstGeom prst="rect">
            <a:avLst/>
          </a:prstGeom>
          <a:solidFill>
            <a:srgbClr val="006600"/>
          </a:solidFill>
        </p:spPr>
        <p:txBody>
          <a:bodyPr wrap="square" rtlCol="0">
            <a:spAutoFit/>
          </a:bodyPr>
          <a:lstStyle/>
          <a:p>
            <a:r>
              <a:rPr lang="en-US" altLang="zh-CN" sz="2000" b="1" smtClean="0">
                <a:solidFill>
                  <a:schemeClr val="bg1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(</a:t>
            </a:r>
            <a:r>
              <a:rPr lang="zh-CN" altLang="en-US" sz="2000" b="1" smtClean="0">
                <a:solidFill>
                  <a:schemeClr val="bg1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总重量</a:t>
            </a:r>
            <a:r>
              <a:rPr lang="en-US" altLang="zh-CN" sz="2000" b="1" smtClean="0">
                <a:solidFill>
                  <a:schemeClr val="bg1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tw,</a:t>
            </a:r>
            <a:r>
              <a:rPr lang="zh-CN" altLang="en-US" sz="2000" b="1" smtClean="0">
                <a:solidFill>
                  <a:schemeClr val="bg1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总价值</a:t>
            </a:r>
            <a:r>
              <a:rPr lang="en-US" altLang="zh-CN" sz="2000" b="1" smtClean="0">
                <a:solidFill>
                  <a:schemeClr val="bg1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tv)</a:t>
            </a:r>
            <a:endParaRPr lang="zh-CN" altLang="en-US" sz="2000" b="1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cxnSp>
        <p:nvCxnSpPr>
          <p:cNvPr id="138" name="直接箭头连接符 137"/>
          <p:cNvCxnSpPr>
            <a:stCxn id="136" idx="2"/>
            <a:endCxn id="45" idx="1"/>
          </p:cNvCxnSpPr>
          <p:nvPr/>
        </p:nvCxnSpPr>
        <p:spPr>
          <a:xfrm rot="16200000" flipH="1">
            <a:off x="993749" y="1335130"/>
            <a:ext cx="1240063" cy="227229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100" name="TextBox 99"/>
          <p:cNvSpPr txBox="1"/>
          <p:nvPr/>
        </p:nvSpPr>
        <p:spPr>
          <a:xfrm>
            <a:off x="2239347" y="5857892"/>
            <a:ext cx="31257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 smtClean="0">
                <a:solidFill>
                  <a:srgbClr val="0000FF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剪枝后的解空间树</a:t>
            </a:r>
            <a:endParaRPr lang="zh-CN" altLang="en-US" sz="2000" b="1" dirty="0">
              <a:solidFill>
                <a:srgbClr val="0000FF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14282" y="714356"/>
            <a:ext cx="8715436" cy="521099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lIns="180000" tIns="180000" bIns="180000" rtlCol="0">
            <a:spAutoFit/>
          </a:bodyPr>
          <a:lstStyle/>
          <a:p>
            <a:r>
              <a:rPr lang="en-US" altLang="zh-CN" sz="1800" b="1" dirty="0" smtClean="0">
                <a:solidFill>
                  <a:srgbClr val="FF000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void </a:t>
            </a:r>
            <a:r>
              <a:rPr lang="en-US" altLang="zh-CN" b="1" dirty="0" smtClean="0">
                <a:solidFill>
                  <a:srgbClr val="FF000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Knapsack</a:t>
            </a:r>
            <a:r>
              <a:rPr lang="en-US" altLang="zh-CN" sz="1800" b="1" dirty="0" smtClean="0">
                <a:solidFill>
                  <a:srgbClr val="FF000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(int i,int tw,int tv,int op[])  //</a:t>
            </a:r>
            <a:r>
              <a:rPr lang="zh-CN" altLang="zh-CN" sz="1800" b="1" dirty="0" smtClean="0">
                <a:solidFill>
                  <a:srgbClr val="FF000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求解</a:t>
            </a:r>
            <a:r>
              <a:rPr lang="en-US" altLang="zh-CN" sz="1800" b="1" dirty="0" smtClean="0">
                <a:solidFill>
                  <a:srgbClr val="FF000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0/1</a:t>
            </a:r>
            <a:r>
              <a:rPr lang="zh-CN" altLang="zh-CN" sz="1800" b="1" dirty="0" smtClean="0">
                <a:solidFill>
                  <a:srgbClr val="FF000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背包问题</a:t>
            </a:r>
          </a:p>
          <a:p>
            <a:r>
              <a:rPr lang="en-US" altLang="zh-CN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{  if (i&gt;n)				</a:t>
            </a:r>
            <a:r>
              <a:rPr lang="en-US" altLang="zh-CN" sz="1800" b="1" dirty="0" smtClean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//</a:t>
            </a:r>
            <a:r>
              <a:rPr lang="zh-CN" altLang="zh-CN" sz="1800" b="1" dirty="0" smtClean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找到一个叶子结点</a:t>
            </a:r>
          </a:p>
          <a:p>
            <a:r>
              <a:rPr lang="en-US" altLang="zh-CN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   {  if (tw==W &amp;&amp; tv&gt;maxv) 		</a:t>
            </a:r>
            <a:r>
              <a:rPr lang="en-US" altLang="zh-CN" sz="1800" b="1" dirty="0" smtClean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//</a:t>
            </a:r>
            <a:r>
              <a:rPr lang="zh-CN" altLang="zh-CN" sz="1800" b="1" dirty="0" smtClean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找到一个满足条件的更优解</a:t>
            </a:r>
            <a:r>
              <a:rPr lang="en-US" altLang="zh-CN" sz="1800" b="1" dirty="0" smtClean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,</a:t>
            </a:r>
            <a:r>
              <a:rPr lang="zh-CN" altLang="zh-CN" sz="1800" b="1" dirty="0" smtClean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保存</a:t>
            </a:r>
          </a:p>
          <a:p>
            <a:r>
              <a:rPr lang="en-US" altLang="zh-CN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      {  maxv=tv;</a:t>
            </a:r>
            <a:endParaRPr lang="zh-CN" altLang="zh-CN" sz="1800" b="1" dirty="0" smtClean="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  <a:cs typeface="Consolas" panose="020B0609020204030204" pitchFamily="49" charset="0"/>
            </a:endParaRPr>
          </a:p>
          <a:p>
            <a:r>
              <a:rPr lang="en-US" altLang="zh-CN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         for (int j=1;j&lt;=n;j++)</a:t>
            </a:r>
            <a:endParaRPr lang="zh-CN" altLang="zh-CN" sz="1800" b="1" dirty="0" smtClean="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  <a:cs typeface="Consolas" panose="020B0609020204030204" pitchFamily="49" charset="0"/>
            </a:endParaRPr>
          </a:p>
          <a:p>
            <a:r>
              <a:rPr lang="en-US" altLang="zh-CN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           x[j]=op[j];</a:t>
            </a:r>
            <a:endParaRPr lang="zh-CN" altLang="zh-CN" sz="1800" b="1" dirty="0" smtClean="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  <a:cs typeface="Consolas" panose="020B0609020204030204" pitchFamily="49" charset="0"/>
            </a:endParaRPr>
          </a:p>
          <a:p>
            <a:r>
              <a:rPr lang="en-US" altLang="zh-CN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      }</a:t>
            </a:r>
            <a:endParaRPr lang="zh-CN" altLang="zh-CN" sz="1800" b="1" dirty="0" smtClean="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  <a:cs typeface="Consolas" panose="020B0609020204030204" pitchFamily="49" charset="0"/>
            </a:endParaRPr>
          </a:p>
          <a:p>
            <a:r>
              <a:rPr lang="en-US" altLang="zh-CN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   }</a:t>
            </a:r>
            <a:endParaRPr lang="zh-CN" altLang="zh-CN" sz="1800" b="1" dirty="0" smtClean="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  <a:cs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   else					</a:t>
            </a:r>
            <a:r>
              <a:rPr lang="en-US" altLang="zh-CN" sz="1800" b="1" dirty="0" smtClean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//</a:t>
            </a:r>
            <a:r>
              <a:rPr lang="zh-CN" altLang="zh-CN" sz="1800" b="1" dirty="0" smtClean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尚未找完所有物品</a:t>
            </a:r>
          </a:p>
          <a:p>
            <a:r>
              <a:rPr lang="en-US" altLang="zh-CN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   {  if (tw+w[i]&lt;=W)			</a:t>
            </a:r>
            <a:r>
              <a:rPr lang="en-US" altLang="zh-CN" sz="1800" b="1" dirty="0" smtClean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//</a:t>
            </a:r>
            <a:r>
              <a:rPr lang="zh-CN" altLang="zh-CN" sz="1800" b="1" dirty="0" smtClean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左孩子结点剪枝</a:t>
            </a:r>
          </a:p>
          <a:p>
            <a:r>
              <a:rPr lang="en-US" altLang="zh-CN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      {  op[i]=1;			</a:t>
            </a:r>
            <a:r>
              <a:rPr lang="en-US" altLang="zh-CN" sz="1800" b="1" dirty="0" smtClean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//</a:t>
            </a:r>
            <a:r>
              <a:rPr lang="zh-CN" altLang="zh-CN" sz="1800" b="1" dirty="0" smtClean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选取第</a:t>
            </a:r>
            <a:r>
              <a:rPr lang="en-US" altLang="zh-CN" sz="1800" b="1" dirty="0" smtClean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i</a:t>
            </a:r>
            <a:r>
              <a:rPr lang="zh-CN" altLang="zh-CN" sz="1800" b="1" dirty="0" smtClean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个物品</a:t>
            </a:r>
          </a:p>
          <a:p>
            <a:r>
              <a:rPr lang="en-US" altLang="zh-CN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         </a:t>
            </a:r>
            <a:r>
              <a:rPr lang="en-US" altLang="zh-CN" b="1" dirty="0" smtClean="0">
                <a:solidFill>
                  <a:srgbClr val="FF000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Knapsack</a:t>
            </a:r>
            <a:r>
              <a:rPr lang="en-US" altLang="zh-CN" sz="1800" b="1" dirty="0" smtClean="0">
                <a:solidFill>
                  <a:srgbClr val="FF000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(i+1,tw+w[i],tv+v[i],op);</a:t>
            </a:r>
            <a:endParaRPr lang="zh-CN" altLang="zh-CN" sz="1800" b="1" dirty="0" smtClean="0">
              <a:solidFill>
                <a:srgbClr val="FF0000"/>
              </a:solidFill>
              <a:latin typeface="Consolas" panose="020B0609020204030204" pitchFamily="49" charset="0"/>
              <a:ea typeface="仿宋" panose="02010609060101010101" pitchFamily="49" charset="-122"/>
              <a:cs typeface="Consolas" panose="020B0609020204030204" pitchFamily="49" charset="0"/>
            </a:endParaRPr>
          </a:p>
          <a:p>
            <a:r>
              <a:rPr lang="en-US" altLang="zh-CN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      }</a:t>
            </a:r>
            <a:endParaRPr lang="zh-CN" altLang="zh-CN" sz="1800" b="1" dirty="0" smtClean="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  <a:cs typeface="Consolas" panose="020B0609020204030204" pitchFamily="49" charset="0"/>
            </a:endParaRPr>
          </a:p>
          <a:p>
            <a:r>
              <a:rPr lang="en-US" altLang="zh-CN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      op[i]=0;				</a:t>
            </a:r>
            <a:r>
              <a:rPr lang="en-US" altLang="zh-CN" sz="1800" b="1" dirty="0" smtClean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//</a:t>
            </a:r>
            <a:r>
              <a:rPr lang="zh-CN" altLang="zh-CN" sz="1800" b="1" dirty="0" smtClean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不选取第</a:t>
            </a:r>
            <a:r>
              <a:rPr lang="en-US" altLang="zh-CN" sz="1800" b="1" dirty="0" smtClean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i</a:t>
            </a:r>
            <a:r>
              <a:rPr lang="zh-CN" altLang="zh-CN" sz="1800" b="1" dirty="0" smtClean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个物品</a:t>
            </a:r>
            <a:r>
              <a:rPr lang="en-US" altLang="zh-CN" sz="1800" b="1" dirty="0" smtClean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,</a:t>
            </a:r>
            <a:r>
              <a:rPr lang="zh-CN" altLang="zh-CN" sz="1800" b="1" dirty="0" smtClean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回溯</a:t>
            </a:r>
          </a:p>
          <a:p>
            <a:r>
              <a:rPr lang="en-US" altLang="zh-CN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      </a:t>
            </a:r>
            <a:r>
              <a:rPr lang="en-US" altLang="zh-CN" b="1" dirty="0" smtClean="0">
                <a:solidFill>
                  <a:srgbClr val="FF000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Knapsack</a:t>
            </a:r>
            <a:r>
              <a:rPr lang="en-US" altLang="zh-CN" sz="1800" b="1" dirty="0" smtClean="0">
                <a:solidFill>
                  <a:srgbClr val="FF000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(i+1,tw,tv,op);</a:t>
            </a:r>
            <a:endParaRPr lang="zh-CN" altLang="zh-CN" sz="1800" b="1" dirty="0" smtClean="0">
              <a:solidFill>
                <a:srgbClr val="FF0000"/>
              </a:solidFill>
              <a:latin typeface="Consolas" panose="020B0609020204030204" pitchFamily="49" charset="0"/>
              <a:ea typeface="仿宋" panose="02010609060101010101" pitchFamily="49" charset="-122"/>
              <a:cs typeface="Consolas" panose="020B0609020204030204" pitchFamily="49" charset="0"/>
            </a:endParaRPr>
          </a:p>
          <a:p>
            <a:r>
              <a:rPr lang="en-US" altLang="zh-CN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   }</a:t>
            </a:r>
            <a:endParaRPr lang="zh-CN" altLang="zh-CN" sz="1800" b="1" dirty="0" smtClean="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  <a:cs typeface="Consolas" panose="020B0609020204030204" pitchFamily="49" charset="0"/>
            </a:endParaRPr>
          </a:p>
          <a:p>
            <a:r>
              <a:rPr lang="en-US" altLang="zh-CN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}</a:t>
            </a:r>
            <a:endParaRPr lang="zh-CN" altLang="zh-CN" sz="1800" b="1" dirty="0" smtClean="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  <a:cs typeface="Consolas" panose="020B0609020204030204" pitchFamily="49" charset="0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Text Box 2"/>
          <p:cNvSpPr txBox="1">
            <a:spLocks noChangeArrowheads="1"/>
          </p:cNvSpPr>
          <p:nvPr/>
        </p:nvSpPr>
        <p:spPr bwMode="auto">
          <a:xfrm>
            <a:off x="357158" y="1428736"/>
            <a:ext cx="8569325" cy="332398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sz="2000" b="1" dirty="0" smtClean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改进：右</a:t>
            </a:r>
            <a:r>
              <a:rPr lang="zh-CN" altLang="zh-CN" sz="2000" b="1" dirty="0" smtClean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剪枝</a:t>
            </a:r>
            <a:endParaRPr lang="en-US" altLang="zh-CN" sz="2000" b="1" dirty="0" smtClean="0">
              <a:latin typeface="Consolas" pitchFamily="49" charset="0"/>
              <a:cs typeface="Consolas" pitchFamily="49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    </a:t>
            </a:r>
            <a:r>
              <a:rPr lang="zh-CN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用</a:t>
            </a:r>
            <a:r>
              <a:rPr lang="en-US" altLang="zh-CN" sz="2000" b="1" dirty="0" smtClean="0">
                <a:solidFill>
                  <a:srgbClr val="9900FF"/>
                </a:solidFill>
                <a:latin typeface="Consolas" pitchFamily="49" charset="0"/>
                <a:cs typeface="Consolas" pitchFamily="49" charset="0"/>
              </a:rPr>
              <a:t>rw</a:t>
            </a:r>
            <a:r>
              <a:rPr lang="zh-CN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表示考虑第</a:t>
            </a:r>
            <a:r>
              <a:rPr lang="en-US" altLang="zh-CN" sz="2000" b="1" i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i</a:t>
            </a:r>
            <a:r>
              <a:rPr lang="zh-CN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个物品时剩余物品的重量</a:t>
            </a:r>
            <a:r>
              <a:rPr lang="zh-CN" altLang="en-US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。</a:t>
            </a:r>
            <a:endParaRPr lang="en-US" altLang="zh-CN" sz="2000" b="1" dirty="0" smtClean="0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    </a:t>
            </a:r>
            <a:r>
              <a:rPr lang="zh-CN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当不选择物品</a:t>
            </a:r>
            <a:r>
              <a:rPr lang="en-US" altLang="zh-CN" sz="2000" b="1" i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i</a:t>
            </a:r>
            <a:r>
              <a:rPr lang="zh-CN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时，若</a:t>
            </a:r>
            <a:r>
              <a:rPr lang="en-US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tw+</a:t>
            </a:r>
            <a:r>
              <a:rPr lang="en-US" altLang="zh-CN" sz="2000" b="1" dirty="0" smtClean="0">
                <a:solidFill>
                  <a:srgbClr val="9900FF"/>
                </a:solidFill>
                <a:latin typeface="Consolas" pitchFamily="49" charset="0"/>
                <a:cs typeface="Consolas" pitchFamily="49" charset="0"/>
              </a:rPr>
              <a:t>rw</a:t>
            </a:r>
            <a:r>
              <a:rPr lang="en-US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&lt;</a:t>
            </a:r>
            <a:r>
              <a:rPr lang="en-US" altLang="zh-CN" sz="2000" b="1" i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W</a:t>
            </a:r>
            <a:r>
              <a:rPr lang="zh-CN" altLang="en-US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（注意</a:t>
            </a:r>
            <a:r>
              <a:rPr lang="en-US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rw</a:t>
            </a:r>
            <a:r>
              <a:rPr lang="zh-CN" altLang="en-US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中包含</a:t>
            </a:r>
            <a:r>
              <a:rPr lang="en-US" altLang="zh-CN" sz="2000" b="1" i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w</a:t>
            </a:r>
            <a:r>
              <a:rPr lang="en-US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[</a:t>
            </a:r>
            <a:r>
              <a:rPr lang="en-US" altLang="zh-CN" sz="2000" b="1" i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i</a:t>
            </a:r>
            <a:r>
              <a:rPr lang="en-US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]</a:t>
            </a:r>
            <a:r>
              <a:rPr lang="zh-CN" altLang="en-US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）</a:t>
            </a:r>
            <a:r>
              <a:rPr lang="zh-CN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时，也就是说即使选择后面的所有物品，重量也不会达到</a:t>
            </a:r>
            <a:r>
              <a:rPr lang="en-US" altLang="zh-CN" sz="2000" b="1" i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W</a:t>
            </a:r>
            <a:r>
              <a:rPr lang="zh-CN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，因此不必要再考虑扩展这样的结点，也就是说，对于右</a:t>
            </a:r>
            <a:r>
              <a:rPr lang="zh-CN" altLang="en-US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分枝</a:t>
            </a:r>
            <a:r>
              <a:rPr lang="zh-CN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仅仅扩展</a:t>
            </a:r>
            <a:r>
              <a:rPr lang="en-US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tw+</a:t>
            </a:r>
            <a:r>
              <a:rPr lang="en-US" altLang="zh-CN" sz="2000" b="1" dirty="0" smtClean="0">
                <a:solidFill>
                  <a:srgbClr val="9900FF"/>
                </a:solidFill>
                <a:latin typeface="Consolas" pitchFamily="49" charset="0"/>
                <a:cs typeface="Consolas" pitchFamily="49" charset="0"/>
              </a:rPr>
              <a:t>rw</a:t>
            </a:r>
            <a:r>
              <a:rPr lang="en-US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&gt;</a:t>
            </a:r>
            <a:r>
              <a:rPr lang="en-US" altLang="zh-CN" sz="2000" b="1" i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W</a:t>
            </a:r>
            <a:r>
              <a:rPr lang="zh-CN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的结点</a:t>
            </a:r>
            <a:r>
              <a:rPr lang="zh-CN" altLang="en-US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（注意不包含等于）</a:t>
            </a:r>
            <a:r>
              <a:rPr lang="zh-CN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。</a:t>
            </a:r>
            <a:endParaRPr lang="en-US" altLang="zh-CN" sz="2000" b="1" dirty="0" smtClean="0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    </a:t>
            </a:r>
            <a:r>
              <a:rPr lang="zh-CN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如第</a:t>
            </a:r>
            <a:r>
              <a:rPr lang="en-US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2</a:t>
            </a:r>
            <a:r>
              <a:rPr lang="zh-CN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层的（</a:t>
            </a:r>
            <a:r>
              <a:rPr lang="en-US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0</a:t>
            </a:r>
            <a:r>
              <a:rPr lang="zh-CN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，</a:t>
            </a:r>
            <a:r>
              <a:rPr lang="en-US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0</a:t>
            </a:r>
            <a:r>
              <a:rPr lang="zh-CN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）结点，</a:t>
            </a:r>
            <a:r>
              <a:rPr lang="zh-CN" altLang="en-US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此时</a:t>
            </a:r>
            <a:r>
              <a:rPr lang="en-US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tw=0</a:t>
            </a:r>
            <a:r>
              <a:rPr lang="zh-CN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，</a:t>
            </a:r>
            <a:r>
              <a:rPr lang="en-US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r</a:t>
            </a:r>
            <a:r>
              <a:rPr lang="en-US" altLang="zh-CN" sz="2000" b="1" i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w</a:t>
            </a:r>
            <a:r>
              <a:rPr lang="en-US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=6(</a:t>
            </a:r>
            <a:r>
              <a:rPr lang="zh-CN" altLang="en-US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物品</a:t>
            </a:r>
            <a:r>
              <a:rPr lang="en-US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2</a:t>
            </a:r>
            <a:r>
              <a:rPr lang="zh-CN" altLang="en-US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、</a:t>
            </a:r>
            <a:r>
              <a:rPr lang="en-US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3</a:t>
            </a:r>
            <a:r>
              <a:rPr lang="zh-CN" altLang="en-US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、</a:t>
            </a:r>
            <a:r>
              <a:rPr lang="en-US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4</a:t>
            </a:r>
            <a:r>
              <a:rPr lang="zh-CN" altLang="en-US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的重量和</a:t>
            </a:r>
            <a:r>
              <a:rPr lang="en-US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)</a:t>
            </a:r>
            <a:r>
              <a:rPr lang="zh-CN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，</a:t>
            </a:r>
            <a:r>
              <a:rPr lang="en-US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tw+r</a:t>
            </a:r>
            <a:r>
              <a:rPr lang="en-US" altLang="zh-CN" sz="2000" b="1" i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w=6</a:t>
            </a:r>
            <a:r>
              <a:rPr lang="zh-CN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，</a:t>
            </a:r>
            <a:r>
              <a:rPr lang="zh-CN" altLang="en-US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不大于</a:t>
            </a:r>
            <a:r>
              <a:rPr lang="en-US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W</a:t>
            </a:r>
            <a:r>
              <a:rPr lang="zh-CN" altLang="en-US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（此时又不选择物品</a:t>
            </a:r>
            <a:r>
              <a:rPr lang="en-US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2</a:t>
            </a:r>
            <a:r>
              <a:rPr lang="zh-CN" altLang="en-US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），所以不必</a:t>
            </a:r>
            <a:r>
              <a:rPr lang="zh-CN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扩展</a:t>
            </a:r>
            <a:r>
              <a:rPr lang="zh-CN" altLang="en-US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其右孩子结点。</a:t>
            </a:r>
            <a:endParaRPr lang="zh-CN" altLang="en-US" sz="2000" b="1" dirty="0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5" name="文本占位符 5"/>
          <p:cNvSpPr>
            <a:spLocks noGrp="1"/>
          </p:cNvSpPr>
          <p:nvPr>
            <p:ph type="body" sz="quarter" idx="13"/>
          </p:nvPr>
        </p:nvSpPr>
        <p:spPr>
          <a:xfrm>
            <a:off x="-498107" y="261275"/>
            <a:ext cx="7262260" cy="864000"/>
          </a:xfrm>
        </p:spPr>
        <p:txBody>
          <a:bodyPr/>
          <a:lstStyle/>
          <a:p>
            <a:pPr lvl="0"/>
            <a:r>
              <a:rPr lang="en-US" altLang="zh-CN" sz="3600" dirty="0" smtClean="0">
                <a:sym typeface="+mn-ea"/>
              </a:rPr>
              <a:t>求解0/1背包问题</a:t>
            </a: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椭圆 20"/>
          <p:cNvSpPr/>
          <p:nvPr/>
        </p:nvSpPr>
        <p:spPr>
          <a:xfrm>
            <a:off x="571472" y="2889562"/>
            <a:ext cx="576000" cy="46800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b="1" smtClean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Symbol" panose="05050102010706020507"/>
              </a:rPr>
              <a:t></a:t>
            </a:r>
            <a:endParaRPr lang="zh-CN" altLang="en-US" b="1">
              <a:solidFill>
                <a:srgbClr val="FF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8" name="椭圆 27"/>
          <p:cNvSpPr/>
          <p:nvPr/>
        </p:nvSpPr>
        <p:spPr>
          <a:xfrm>
            <a:off x="2104726" y="4071942"/>
            <a:ext cx="576000" cy="46800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b="1" smtClean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Symbol" panose="05050102010706020507"/>
              </a:rPr>
              <a:t></a:t>
            </a:r>
            <a:endParaRPr lang="zh-CN" altLang="en-US" b="1" smtClean="0">
              <a:solidFill>
                <a:srgbClr val="FF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3" name="椭圆 32"/>
          <p:cNvSpPr/>
          <p:nvPr/>
        </p:nvSpPr>
        <p:spPr>
          <a:xfrm>
            <a:off x="2926876" y="5000636"/>
            <a:ext cx="468000" cy="396000"/>
          </a:xfrm>
          <a:prstGeom prst="ellipse">
            <a:avLst/>
          </a:prstGeom>
          <a:solidFill>
            <a:srgbClr val="0066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400" b="1" smtClean="0">
                <a:latin typeface="Consolas" panose="020B0609020204030204" pitchFamily="49" charset="0"/>
                <a:cs typeface="Consolas" panose="020B0609020204030204" pitchFamily="49" charset="0"/>
              </a:rPr>
              <a:t>6,5</a:t>
            </a:r>
            <a:endParaRPr lang="zh-CN" altLang="en-US" sz="1400" b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5" name="椭圆 34"/>
          <p:cNvSpPr/>
          <p:nvPr/>
        </p:nvSpPr>
        <p:spPr>
          <a:xfrm>
            <a:off x="3100598" y="4071942"/>
            <a:ext cx="576000" cy="468000"/>
          </a:xfrm>
          <a:prstGeom prst="ellipse">
            <a:avLst/>
          </a:prstGeom>
          <a:solidFill>
            <a:srgbClr val="0066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400" b="1" smtClean="0">
                <a:latin typeface="Consolas" panose="020B0609020204030204" pitchFamily="49" charset="0"/>
                <a:cs typeface="Consolas" panose="020B0609020204030204" pitchFamily="49" charset="0"/>
              </a:rPr>
              <a:t>5,4</a:t>
            </a:r>
            <a:endParaRPr lang="zh-CN" altLang="en-US" sz="1400" b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cxnSp>
        <p:nvCxnSpPr>
          <p:cNvPr id="36" name="直接连接符 35"/>
          <p:cNvCxnSpPr>
            <a:stCxn id="35" idx="4"/>
            <a:endCxn id="33" idx="0"/>
          </p:cNvCxnSpPr>
          <p:nvPr/>
        </p:nvCxnSpPr>
        <p:spPr>
          <a:xfrm rot="5400000">
            <a:off x="3044390" y="4656428"/>
            <a:ext cx="460694" cy="22772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3095814" y="4679542"/>
            <a:ext cx="142876" cy="21431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1400" b="1" smtClean="0"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endParaRPr lang="zh-CN" altLang="en-US" sz="1400" b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0" name="椭圆 39"/>
          <p:cNvSpPr/>
          <p:nvPr/>
        </p:nvSpPr>
        <p:spPr>
          <a:xfrm>
            <a:off x="2569686" y="2889562"/>
            <a:ext cx="576000" cy="468000"/>
          </a:xfrm>
          <a:prstGeom prst="ellipse">
            <a:avLst/>
          </a:prstGeom>
          <a:solidFill>
            <a:srgbClr val="0066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400" b="1" smtClean="0">
                <a:latin typeface="Consolas" panose="020B0609020204030204" pitchFamily="49" charset="0"/>
                <a:cs typeface="Consolas" panose="020B0609020204030204" pitchFamily="49" charset="0"/>
              </a:rPr>
              <a:t>5,4</a:t>
            </a:r>
            <a:endParaRPr lang="zh-CN" altLang="en-US" sz="1400" b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cxnSp>
        <p:nvCxnSpPr>
          <p:cNvPr id="41" name="直接连接符 40"/>
          <p:cNvCxnSpPr>
            <a:stCxn id="40" idx="4"/>
            <a:endCxn id="28" idx="0"/>
          </p:cNvCxnSpPr>
          <p:nvPr/>
        </p:nvCxnSpPr>
        <p:spPr>
          <a:xfrm rot="5400000">
            <a:off x="2268016" y="3482272"/>
            <a:ext cx="714380" cy="46496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直接连接符 41"/>
          <p:cNvCxnSpPr>
            <a:stCxn id="40" idx="4"/>
            <a:endCxn id="35" idx="0"/>
          </p:cNvCxnSpPr>
          <p:nvPr/>
        </p:nvCxnSpPr>
        <p:spPr>
          <a:xfrm rot="16200000" flipH="1">
            <a:off x="2765952" y="3449296"/>
            <a:ext cx="714380" cy="53091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5" name="椭圆 44"/>
          <p:cNvSpPr/>
          <p:nvPr/>
        </p:nvSpPr>
        <p:spPr>
          <a:xfrm>
            <a:off x="1643042" y="2000240"/>
            <a:ext cx="576000" cy="468000"/>
          </a:xfrm>
          <a:prstGeom prst="ellipse">
            <a:avLst/>
          </a:prstGeom>
          <a:solidFill>
            <a:srgbClr val="0066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400" b="1" smtClean="0">
                <a:latin typeface="Consolas" panose="020B0609020204030204" pitchFamily="49" charset="0"/>
                <a:cs typeface="Consolas" panose="020B0609020204030204" pitchFamily="49" charset="0"/>
              </a:rPr>
              <a:t>5,4</a:t>
            </a:r>
            <a:endParaRPr lang="zh-CN" altLang="en-US" sz="1400" b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cxnSp>
        <p:nvCxnSpPr>
          <p:cNvPr id="47" name="直接连接符 46"/>
          <p:cNvCxnSpPr>
            <a:stCxn id="45" idx="4"/>
            <a:endCxn id="21" idx="7"/>
          </p:cNvCxnSpPr>
          <p:nvPr/>
        </p:nvCxnSpPr>
        <p:spPr>
          <a:xfrm rot="5400000">
            <a:off x="1252152" y="2279208"/>
            <a:ext cx="489859" cy="86792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9" name="直接连接符 48"/>
          <p:cNvCxnSpPr>
            <a:stCxn id="45" idx="4"/>
            <a:endCxn id="40" idx="1"/>
          </p:cNvCxnSpPr>
          <p:nvPr/>
        </p:nvCxnSpPr>
        <p:spPr>
          <a:xfrm rot="16200000" flipH="1">
            <a:off x="2047611" y="2351670"/>
            <a:ext cx="489859" cy="72299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2495802" y="3571876"/>
            <a:ext cx="142876" cy="21431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1400" b="1" smtClean="0"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endParaRPr lang="zh-CN" altLang="en-US" sz="1400" b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3214678" y="3571876"/>
            <a:ext cx="142876" cy="21431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1400" b="1" smtClean="0"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endParaRPr lang="zh-CN" altLang="en-US" sz="1400" b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1352794" y="2500306"/>
            <a:ext cx="142876" cy="21431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1400" b="1" smtClean="0"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endParaRPr lang="zh-CN" altLang="en-US" sz="1400" b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2357422" y="2500306"/>
            <a:ext cx="142876" cy="21431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1400" b="1" smtClean="0"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endParaRPr lang="zh-CN" altLang="en-US" sz="1400" b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56" name="椭圆 55"/>
          <p:cNvSpPr/>
          <p:nvPr/>
        </p:nvSpPr>
        <p:spPr>
          <a:xfrm>
            <a:off x="4000496" y="5000636"/>
            <a:ext cx="468000" cy="396000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400" b="1" smtClean="0">
                <a:latin typeface="Consolas" panose="020B0609020204030204" pitchFamily="49" charset="0"/>
                <a:cs typeface="Consolas" panose="020B0609020204030204" pitchFamily="49" charset="0"/>
              </a:rPr>
              <a:t>6,8</a:t>
            </a:r>
            <a:endParaRPr lang="zh-CN" altLang="en-US" sz="1400" b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58" name="椭圆 57"/>
          <p:cNvSpPr/>
          <p:nvPr/>
        </p:nvSpPr>
        <p:spPr>
          <a:xfrm>
            <a:off x="4223802" y="4071942"/>
            <a:ext cx="576000" cy="468000"/>
          </a:xfrm>
          <a:prstGeom prst="ellipse">
            <a:avLst/>
          </a:prstGeom>
          <a:solidFill>
            <a:srgbClr val="0066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400" b="1" smtClean="0">
                <a:latin typeface="Consolas" panose="020B0609020204030204" pitchFamily="49" charset="0"/>
                <a:cs typeface="Consolas" panose="020B0609020204030204" pitchFamily="49" charset="0"/>
              </a:rPr>
              <a:t>5,7</a:t>
            </a:r>
            <a:endParaRPr lang="zh-CN" altLang="en-US" sz="1400" b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cxnSp>
        <p:nvCxnSpPr>
          <p:cNvPr id="59" name="直接连接符 58"/>
          <p:cNvCxnSpPr>
            <a:stCxn id="58" idx="4"/>
            <a:endCxn id="56" idx="0"/>
          </p:cNvCxnSpPr>
          <p:nvPr/>
        </p:nvCxnSpPr>
        <p:spPr>
          <a:xfrm rot="5400000">
            <a:off x="4142802" y="4631636"/>
            <a:ext cx="460694" cy="27730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0" name="直接连接符 59"/>
          <p:cNvCxnSpPr>
            <a:stCxn id="58" idx="4"/>
          </p:cNvCxnSpPr>
          <p:nvPr/>
        </p:nvCxnSpPr>
        <p:spPr>
          <a:xfrm rot="16200000" flipH="1">
            <a:off x="4397331" y="4654413"/>
            <a:ext cx="460694" cy="23175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4219306" y="4679542"/>
            <a:ext cx="142876" cy="21431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1400" b="1" smtClean="0"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endParaRPr lang="zh-CN" altLang="en-US" sz="1400" b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4723868" y="4679542"/>
            <a:ext cx="142876" cy="21431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1400" b="1" smtClean="0"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endParaRPr lang="zh-CN" altLang="en-US" sz="1400" b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70" name="椭圆 69"/>
          <p:cNvSpPr/>
          <p:nvPr/>
        </p:nvSpPr>
        <p:spPr>
          <a:xfrm>
            <a:off x="4723868" y="2889562"/>
            <a:ext cx="576000" cy="468000"/>
          </a:xfrm>
          <a:prstGeom prst="ellipse">
            <a:avLst/>
          </a:prstGeom>
          <a:solidFill>
            <a:srgbClr val="0066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400" b="1" smtClean="0">
                <a:latin typeface="Consolas" panose="020B0609020204030204" pitchFamily="49" charset="0"/>
                <a:cs typeface="Consolas" panose="020B0609020204030204" pitchFamily="49" charset="0"/>
              </a:rPr>
              <a:t>3,4</a:t>
            </a:r>
            <a:endParaRPr lang="zh-CN" altLang="en-US" sz="1400" b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cxnSp>
        <p:nvCxnSpPr>
          <p:cNvPr id="71" name="直接连接符 70"/>
          <p:cNvCxnSpPr>
            <a:stCxn id="70" idx="4"/>
            <a:endCxn id="58" idx="0"/>
          </p:cNvCxnSpPr>
          <p:nvPr/>
        </p:nvCxnSpPr>
        <p:spPr>
          <a:xfrm rot="5400000">
            <a:off x="4404645" y="3464719"/>
            <a:ext cx="714380" cy="50006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0" name="椭圆 89"/>
          <p:cNvSpPr/>
          <p:nvPr/>
        </p:nvSpPr>
        <p:spPr>
          <a:xfrm>
            <a:off x="5795438" y="2000240"/>
            <a:ext cx="576000" cy="468000"/>
          </a:xfrm>
          <a:prstGeom prst="ellipse">
            <a:avLst/>
          </a:prstGeom>
          <a:solidFill>
            <a:srgbClr val="0066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400" b="1" smtClean="0">
                <a:latin typeface="Consolas" panose="020B0609020204030204" pitchFamily="49" charset="0"/>
                <a:cs typeface="Consolas" panose="020B0609020204030204" pitchFamily="49" charset="0"/>
              </a:rPr>
              <a:t>0,0</a:t>
            </a:r>
            <a:endParaRPr lang="zh-CN" altLang="en-US" sz="1400" b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cxnSp>
        <p:nvCxnSpPr>
          <p:cNvPr id="91" name="直接连接符 90"/>
          <p:cNvCxnSpPr>
            <a:stCxn id="90" idx="4"/>
            <a:endCxn id="70" idx="7"/>
          </p:cNvCxnSpPr>
          <p:nvPr/>
        </p:nvCxnSpPr>
        <p:spPr>
          <a:xfrm rot="5400000">
            <a:off x="5404548" y="2279208"/>
            <a:ext cx="489859" cy="86792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2" name="直接连接符 91"/>
          <p:cNvCxnSpPr>
            <a:stCxn id="90" idx="4"/>
          </p:cNvCxnSpPr>
          <p:nvPr/>
        </p:nvCxnSpPr>
        <p:spPr>
          <a:xfrm rot="16200000" flipH="1">
            <a:off x="6200007" y="2351670"/>
            <a:ext cx="489859" cy="72299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3" name="TextBox 92"/>
          <p:cNvSpPr txBox="1"/>
          <p:nvPr/>
        </p:nvSpPr>
        <p:spPr>
          <a:xfrm>
            <a:off x="4580992" y="3571876"/>
            <a:ext cx="142876" cy="21431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1400" b="1" smtClean="0"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endParaRPr lang="zh-CN" altLang="en-US" sz="1400" b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97" name="TextBox 96"/>
          <p:cNvSpPr txBox="1"/>
          <p:nvPr/>
        </p:nvSpPr>
        <p:spPr>
          <a:xfrm>
            <a:off x="5505190" y="2500306"/>
            <a:ext cx="142876" cy="21431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1400" b="1" smtClean="0"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endParaRPr lang="zh-CN" altLang="en-US" sz="1400" b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98" name="TextBox 97"/>
          <p:cNvSpPr txBox="1"/>
          <p:nvPr/>
        </p:nvSpPr>
        <p:spPr>
          <a:xfrm>
            <a:off x="6509818" y="2500306"/>
            <a:ext cx="142876" cy="21431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1400" b="1" smtClean="0"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endParaRPr lang="zh-CN" altLang="en-US" sz="1400" b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99" name="椭圆 98"/>
          <p:cNvSpPr/>
          <p:nvPr/>
        </p:nvSpPr>
        <p:spPr>
          <a:xfrm>
            <a:off x="3638810" y="500042"/>
            <a:ext cx="576000" cy="468000"/>
          </a:xfrm>
          <a:prstGeom prst="ellipse">
            <a:avLst/>
          </a:prstGeom>
          <a:solidFill>
            <a:srgbClr val="0066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400" b="1" smtClean="0">
                <a:latin typeface="Consolas" panose="020B0609020204030204" pitchFamily="49" charset="0"/>
                <a:cs typeface="Consolas" panose="020B0609020204030204" pitchFamily="49" charset="0"/>
              </a:rPr>
              <a:t>0,0</a:t>
            </a:r>
            <a:endParaRPr lang="zh-CN" altLang="en-US" sz="1400" b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cxnSp>
        <p:nvCxnSpPr>
          <p:cNvPr id="101" name="直接连接符 100"/>
          <p:cNvCxnSpPr>
            <a:stCxn id="99" idx="4"/>
            <a:endCxn id="45" idx="7"/>
          </p:cNvCxnSpPr>
          <p:nvPr/>
        </p:nvCxnSpPr>
        <p:spPr>
          <a:xfrm rot="5400000">
            <a:off x="2480383" y="622349"/>
            <a:ext cx="1100735" cy="179212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4" name="直接连接符 103"/>
          <p:cNvCxnSpPr>
            <a:stCxn id="99" idx="4"/>
            <a:endCxn id="90" idx="1"/>
          </p:cNvCxnSpPr>
          <p:nvPr/>
        </p:nvCxnSpPr>
        <p:spPr>
          <a:xfrm rot="16200000" flipH="1">
            <a:off x="4352933" y="541918"/>
            <a:ext cx="1100735" cy="195298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6" name="TextBox 105"/>
          <p:cNvSpPr txBox="1"/>
          <p:nvPr/>
        </p:nvSpPr>
        <p:spPr>
          <a:xfrm>
            <a:off x="2638678" y="1428736"/>
            <a:ext cx="142876" cy="21431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1400" b="1" smtClean="0"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endParaRPr lang="zh-CN" altLang="en-US" sz="1400" b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07" name="TextBox 106"/>
          <p:cNvSpPr txBox="1"/>
          <p:nvPr/>
        </p:nvSpPr>
        <p:spPr>
          <a:xfrm>
            <a:off x="5286380" y="1428736"/>
            <a:ext cx="142876" cy="21431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1400" b="1" smtClean="0"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endParaRPr lang="zh-CN" altLang="en-US" sz="1400" b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grpSp>
        <p:nvGrpSpPr>
          <p:cNvPr id="2" name="组合 133"/>
          <p:cNvGrpSpPr/>
          <p:nvPr/>
        </p:nvGrpSpPr>
        <p:grpSpPr>
          <a:xfrm>
            <a:off x="5763136" y="1212163"/>
            <a:ext cx="3024460" cy="3788473"/>
            <a:chOff x="6048888" y="1212163"/>
            <a:chExt cx="3024460" cy="3788473"/>
          </a:xfrm>
        </p:grpSpPr>
        <p:sp>
          <p:nvSpPr>
            <p:cNvPr id="105" name="TextBox 104"/>
            <p:cNvSpPr txBox="1"/>
            <p:nvPr/>
          </p:nvSpPr>
          <p:spPr>
            <a:xfrm>
              <a:off x="8430406" y="1212163"/>
              <a:ext cx="642942" cy="43088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zh-CN" sz="1400" b="1" spc="-150" smtClean="0">
                  <a:solidFill>
                    <a:srgbClr val="FF0000"/>
                  </a:solidFill>
                  <a:latin typeface="Consolas" panose="020B0609020204030204" pitchFamily="49" charset="0"/>
                  <a:ea typeface="微软雅黑" panose="020B0503020204020204" pitchFamily="34" charset="-122"/>
                  <a:cs typeface="Consolas" panose="020B0609020204030204" pitchFamily="49" charset="0"/>
                </a:rPr>
                <a:t>x1</a:t>
              </a:r>
              <a:r>
                <a:rPr lang="zh-CN" altLang="en-US" sz="1400" b="1" spc="-150" smtClean="0">
                  <a:solidFill>
                    <a:srgbClr val="0000FF"/>
                  </a:solidFill>
                  <a:latin typeface="Consolas" panose="020B0609020204030204" pitchFamily="49" charset="0"/>
                  <a:ea typeface="微软雅黑" panose="020B0503020204020204" pitchFamily="34" charset="-122"/>
                  <a:cs typeface="Consolas" panose="020B0609020204030204" pitchFamily="49" charset="0"/>
                </a:rPr>
                <a:t>：选或不选品</a:t>
              </a:r>
              <a:r>
                <a:rPr lang="en-US" altLang="zh-CN" sz="1400" b="1" spc="-150" smtClean="0">
                  <a:solidFill>
                    <a:srgbClr val="0000FF"/>
                  </a:solidFill>
                  <a:latin typeface="Consolas" panose="020B0609020204030204" pitchFamily="49" charset="0"/>
                  <a:ea typeface="微软雅黑" panose="020B0503020204020204" pitchFamily="34" charset="-122"/>
                  <a:cs typeface="Consolas" panose="020B0609020204030204" pitchFamily="49" charset="0"/>
                </a:rPr>
                <a:t>1</a:t>
              </a:r>
              <a:endParaRPr lang="zh-CN" altLang="en-US" sz="1400" b="1" spc="-150">
                <a:solidFill>
                  <a:srgbClr val="0000FF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endParaRPr>
            </a:p>
          </p:txBody>
        </p:sp>
        <p:sp>
          <p:nvSpPr>
            <p:cNvPr id="111" name="TextBox 110"/>
            <p:cNvSpPr txBox="1"/>
            <p:nvPr/>
          </p:nvSpPr>
          <p:spPr>
            <a:xfrm>
              <a:off x="8430406" y="2404053"/>
              <a:ext cx="642942" cy="43088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zh-CN" sz="1400" b="1" spc="-150" smtClean="0">
                  <a:solidFill>
                    <a:srgbClr val="FF0000"/>
                  </a:solidFill>
                  <a:latin typeface="Consolas" panose="020B0609020204030204" pitchFamily="49" charset="0"/>
                  <a:ea typeface="微软雅黑" panose="020B0503020204020204" pitchFamily="34" charset="-122"/>
                  <a:cs typeface="Consolas" panose="020B0609020204030204" pitchFamily="49" charset="0"/>
                </a:rPr>
                <a:t>x2</a:t>
              </a:r>
              <a:r>
                <a:rPr lang="zh-CN" altLang="en-US" sz="1400" b="1" spc="-150" smtClean="0">
                  <a:solidFill>
                    <a:srgbClr val="0000FF"/>
                  </a:solidFill>
                  <a:latin typeface="Consolas" panose="020B0609020204030204" pitchFamily="49" charset="0"/>
                  <a:ea typeface="微软雅黑" panose="020B0503020204020204" pitchFamily="34" charset="-122"/>
                  <a:cs typeface="Consolas" panose="020B0609020204030204" pitchFamily="49" charset="0"/>
                </a:rPr>
                <a:t>：选或不选品</a:t>
              </a:r>
              <a:r>
                <a:rPr lang="en-US" altLang="zh-CN" sz="1400" b="1" spc="-150" smtClean="0">
                  <a:solidFill>
                    <a:srgbClr val="0000FF"/>
                  </a:solidFill>
                  <a:latin typeface="Consolas" panose="020B0609020204030204" pitchFamily="49" charset="0"/>
                  <a:ea typeface="微软雅黑" panose="020B0503020204020204" pitchFamily="34" charset="-122"/>
                  <a:cs typeface="Consolas" panose="020B0609020204030204" pitchFamily="49" charset="0"/>
                </a:rPr>
                <a:t>2</a:t>
              </a:r>
              <a:endParaRPr lang="zh-CN" altLang="en-US" sz="1400" b="1" spc="-150">
                <a:solidFill>
                  <a:srgbClr val="0000FF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endParaRPr>
            </a:p>
          </p:txBody>
        </p:sp>
        <p:sp>
          <p:nvSpPr>
            <p:cNvPr id="112" name="TextBox 111"/>
            <p:cNvSpPr txBox="1"/>
            <p:nvPr/>
          </p:nvSpPr>
          <p:spPr>
            <a:xfrm>
              <a:off x="8430406" y="3426741"/>
              <a:ext cx="642942" cy="43088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zh-CN" sz="1400" b="1" spc="-150" smtClean="0">
                  <a:solidFill>
                    <a:srgbClr val="FF0000"/>
                  </a:solidFill>
                  <a:latin typeface="Consolas" panose="020B0609020204030204" pitchFamily="49" charset="0"/>
                  <a:ea typeface="微软雅黑" panose="020B0503020204020204" pitchFamily="34" charset="-122"/>
                  <a:cs typeface="Consolas" panose="020B0609020204030204" pitchFamily="49" charset="0"/>
                </a:rPr>
                <a:t>x3</a:t>
              </a:r>
              <a:r>
                <a:rPr lang="zh-CN" altLang="en-US" sz="1400" b="1" spc="-150" smtClean="0">
                  <a:solidFill>
                    <a:srgbClr val="0000FF"/>
                  </a:solidFill>
                  <a:latin typeface="Consolas" panose="020B0609020204030204" pitchFamily="49" charset="0"/>
                  <a:ea typeface="微软雅黑" panose="020B0503020204020204" pitchFamily="34" charset="-122"/>
                  <a:cs typeface="Consolas" panose="020B0609020204030204" pitchFamily="49" charset="0"/>
                </a:rPr>
                <a:t>：选或不选品</a:t>
              </a:r>
              <a:r>
                <a:rPr lang="en-US" altLang="zh-CN" sz="1400" b="1" spc="-150" smtClean="0">
                  <a:solidFill>
                    <a:srgbClr val="0000FF"/>
                  </a:solidFill>
                  <a:latin typeface="Consolas" panose="020B0609020204030204" pitchFamily="49" charset="0"/>
                  <a:ea typeface="微软雅黑" panose="020B0503020204020204" pitchFamily="34" charset="-122"/>
                  <a:cs typeface="Consolas" panose="020B0609020204030204" pitchFamily="49" charset="0"/>
                </a:rPr>
                <a:t>3</a:t>
              </a:r>
              <a:endParaRPr lang="zh-CN" altLang="en-US" sz="1400" b="1" spc="-150">
                <a:solidFill>
                  <a:srgbClr val="0000FF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endParaRPr>
            </a:p>
          </p:txBody>
        </p:sp>
        <p:sp>
          <p:nvSpPr>
            <p:cNvPr id="113" name="TextBox 112"/>
            <p:cNvSpPr txBox="1"/>
            <p:nvPr/>
          </p:nvSpPr>
          <p:spPr>
            <a:xfrm>
              <a:off x="8430406" y="4569749"/>
              <a:ext cx="642942" cy="43088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zh-CN" sz="1400" b="1" spc="-150" smtClean="0">
                  <a:solidFill>
                    <a:srgbClr val="FF0000"/>
                  </a:solidFill>
                  <a:latin typeface="Consolas" panose="020B0609020204030204" pitchFamily="49" charset="0"/>
                  <a:ea typeface="微软雅黑" panose="020B0503020204020204" pitchFamily="34" charset="-122"/>
                  <a:cs typeface="Consolas" panose="020B0609020204030204" pitchFamily="49" charset="0"/>
                </a:rPr>
                <a:t>x4</a:t>
              </a:r>
              <a:r>
                <a:rPr lang="zh-CN" altLang="en-US" sz="1400" b="1" spc="-150" smtClean="0">
                  <a:solidFill>
                    <a:srgbClr val="0000FF"/>
                  </a:solidFill>
                  <a:latin typeface="Consolas" panose="020B0609020204030204" pitchFamily="49" charset="0"/>
                  <a:ea typeface="微软雅黑" panose="020B0503020204020204" pitchFamily="34" charset="-122"/>
                  <a:cs typeface="Consolas" panose="020B0609020204030204" pitchFamily="49" charset="0"/>
                </a:rPr>
                <a:t>：选或不选品</a:t>
              </a:r>
              <a:r>
                <a:rPr lang="en-US" altLang="zh-CN" sz="1400" b="1" spc="-150" smtClean="0">
                  <a:solidFill>
                    <a:srgbClr val="0000FF"/>
                  </a:solidFill>
                  <a:latin typeface="Consolas" panose="020B0609020204030204" pitchFamily="49" charset="0"/>
                  <a:ea typeface="微软雅黑" panose="020B0503020204020204" pitchFamily="34" charset="-122"/>
                  <a:cs typeface="Consolas" panose="020B0609020204030204" pitchFamily="49" charset="0"/>
                </a:rPr>
                <a:t>4</a:t>
              </a:r>
              <a:endParaRPr lang="zh-CN" altLang="en-US" sz="1400" b="1" spc="-150">
                <a:solidFill>
                  <a:srgbClr val="0000FF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endParaRPr>
            </a:p>
          </p:txBody>
        </p:sp>
        <p:cxnSp>
          <p:nvCxnSpPr>
            <p:cNvPr id="115" name="直接连接符 114"/>
            <p:cNvCxnSpPr/>
            <p:nvPr/>
          </p:nvCxnSpPr>
          <p:spPr>
            <a:xfrm>
              <a:off x="6048888" y="1500174"/>
              <a:ext cx="2286016" cy="0"/>
            </a:xfrm>
            <a:prstGeom prst="line">
              <a:avLst/>
            </a:prstGeom>
            <a:ln>
              <a:prstDash val="dash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16" name="直接连接符 115"/>
            <p:cNvCxnSpPr/>
            <p:nvPr/>
          </p:nvCxnSpPr>
          <p:spPr>
            <a:xfrm>
              <a:off x="7203928" y="2620626"/>
              <a:ext cx="1143008" cy="0"/>
            </a:xfrm>
            <a:prstGeom prst="line">
              <a:avLst/>
            </a:prstGeom>
            <a:ln>
              <a:prstDash val="dash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17" name="直接连接符 116"/>
            <p:cNvCxnSpPr/>
            <p:nvPr/>
          </p:nvCxnSpPr>
          <p:spPr>
            <a:xfrm>
              <a:off x="7930340" y="3643314"/>
              <a:ext cx="500066" cy="0"/>
            </a:xfrm>
            <a:prstGeom prst="line">
              <a:avLst/>
            </a:prstGeom>
            <a:ln>
              <a:prstDash val="dash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18" name="直接连接符 117"/>
            <p:cNvCxnSpPr/>
            <p:nvPr/>
          </p:nvCxnSpPr>
          <p:spPr>
            <a:xfrm>
              <a:off x="8143900" y="4786322"/>
              <a:ext cx="360000" cy="0"/>
            </a:xfrm>
            <a:prstGeom prst="line">
              <a:avLst/>
            </a:prstGeom>
            <a:ln>
              <a:prstDash val="dash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3" name="组合 134"/>
          <p:cNvGrpSpPr/>
          <p:nvPr/>
        </p:nvGrpSpPr>
        <p:grpSpPr>
          <a:xfrm>
            <a:off x="4286248" y="571480"/>
            <a:ext cx="4441188" cy="4738218"/>
            <a:chOff x="4572000" y="571480"/>
            <a:chExt cx="4441188" cy="4738218"/>
          </a:xfrm>
        </p:grpSpPr>
        <p:sp>
          <p:nvSpPr>
            <p:cNvPr id="121" name="TextBox 120"/>
            <p:cNvSpPr txBox="1"/>
            <p:nvPr/>
          </p:nvSpPr>
          <p:spPr>
            <a:xfrm>
              <a:off x="4572000" y="571480"/>
              <a:ext cx="1214446" cy="28575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zh-CN" altLang="en-US" sz="1800" b="1" spc="-150" smtClean="0">
                  <a:solidFill>
                    <a:srgbClr val="0000FF"/>
                  </a:solidFill>
                  <a:latin typeface="Consolas" panose="020B0609020204030204" pitchFamily="49" charset="0"/>
                  <a:ea typeface="微软雅黑" panose="020B0503020204020204" pitchFamily="34" charset="-122"/>
                  <a:cs typeface="Consolas" panose="020B0609020204030204" pitchFamily="49" charset="0"/>
                </a:rPr>
                <a:t>根结点：</a:t>
              </a:r>
              <a:r>
                <a:rPr lang="en-US" altLang="zh-CN" sz="1800" b="1" i="1" spc="-150" smtClean="0">
                  <a:solidFill>
                    <a:srgbClr val="FF0000"/>
                  </a:solidFill>
                  <a:latin typeface="Consolas" panose="020B0609020204030204" pitchFamily="49" charset="0"/>
                  <a:ea typeface="微软雅黑" panose="020B0503020204020204" pitchFamily="34" charset="-122"/>
                  <a:cs typeface="Consolas" panose="020B0609020204030204" pitchFamily="49" charset="0"/>
                </a:rPr>
                <a:t>i=</a:t>
              </a:r>
              <a:r>
                <a:rPr lang="en-US" altLang="zh-CN" sz="1800" b="1" spc="-150" smtClean="0">
                  <a:solidFill>
                    <a:srgbClr val="FF0000"/>
                  </a:solidFill>
                  <a:latin typeface="Consolas" panose="020B0609020204030204" pitchFamily="49" charset="0"/>
                  <a:ea typeface="微软雅黑" panose="020B0503020204020204" pitchFamily="34" charset="-122"/>
                  <a:cs typeface="Consolas" panose="020B0609020204030204" pitchFamily="49" charset="0"/>
                </a:rPr>
                <a:t>1</a:t>
              </a:r>
              <a:endParaRPr lang="zh-CN" altLang="en-US" sz="1800" b="1" spc="-15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endParaRPr>
            </a:p>
          </p:txBody>
        </p:sp>
        <p:sp>
          <p:nvSpPr>
            <p:cNvPr id="122" name="TextBox 121"/>
            <p:cNvSpPr txBox="1"/>
            <p:nvPr/>
          </p:nvSpPr>
          <p:spPr>
            <a:xfrm>
              <a:off x="8655998" y="2034452"/>
              <a:ext cx="357190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zh-CN" sz="1400" b="1" i="1" spc="-150" smtClean="0">
                  <a:solidFill>
                    <a:srgbClr val="C00000"/>
                  </a:solidFill>
                  <a:latin typeface="Consolas" panose="020B0609020204030204" pitchFamily="49" charset="0"/>
                  <a:ea typeface="微软雅黑" panose="020B0503020204020204" pitchFamily="34" charset="-122"/>
                  <a:cs typeface="Consolas" panose="020B0609020204030204" pitchFamily="49" charset="0"/>
                </a:rPr>
                <a:t>i=</a:t>
              </a:r>
              <a:r>
                <a:rPr lang="en-US" altLang="zh-CN" sz="1400" b="1" spc="-150" smtClean="0">
                  <a:solidFill>
                    <a:srgbClr val="C00000"/>
                  </a:solidFill>
                  <a:latin typeface="Consolas" panose="020B0609020204030204" pitchFamily="49" charset="0"/>
                  <a:ea typeface="微软雅黑" panose="020B0503020204020204" pitchFamily="34" charset="-122"/>
                  <a:cs typeface="Consolas" panose="020B0609020204030204" pitchFamily="49" charset="0"/>
                </a:rPr>
                <a:t>2</a:t>
              </a:r>
              <a:endParaRPr lang="zh-CN" altLang="en-US" sz="1400" b="1" spc="-150">
                <a:solidFill>
                  <a:srgbClr val="C0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endParaRPr>
            </a:p>
          </p:txBody>
        </p:sp>
        <p:sp>
          <p:nvSpPr>
            <p:cNvPr id="123" name="TextBox 122"/>
            <p:cNvSpPr txBox="1"/>
            <p:nvPr/>
          </p:nvSpPr>
          <p:spPr>
            <a:xfrm>
              <a:off x="8655998" y="2987964"/>
              <a:ext cx="357190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zh-CN" sz="1400" b="1" i="1" spc="-150" smtClean="0">
                  <a:solidFill>
                    <a:srgbClr val="C00000"/>
                  </a:solidFill>
                  <a:latin typeface="Consolas" panose="020B0609020204030204" pitchFamily="49" charset="0"/>
                  <a:ea typeface="微软雅黑" panose="020B0503020204020204" pitchFamily="34" charset="-122"/>
                  <a:cs typeface="Consolas" panose="020B0609020204030204" pitchFamily="49" charset="0"/>
                </a:rPr>
                <a:t>i=</a:t>
              </a:r>
              <a:r>
                <a:rPr lang="en-US" altLang="zh-CN" sz="1400" b="1" spc="-150" smtClean="0">
                  <a:solidFill>
                    <a:srgbClr val="C00000"/>
                  </a:solidFill>
                  <a:latin typeface="Consolas" panose="020B0609020204030204" pitchFamily="49" charset="0"/>
                  <a:ea typeface="微软雅黑" panose="020B0503020204020204" pitchFamily="34" charset="-122"/>
                  <a:cs typeface="Consolas" panose="020B0609020204030204" pitchFamily="49" charset="0"/>
                </a:rPr>
                <a:t>3</a:t>
              </a:r>
              <a:endParaRPr lang="zh-CN" altLang="en-US" sz="1400" b="1" spc="-150">
                <a:solidFill>
                  <a:srgbClr val="C0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endParaRPr>
            </a:p>
          </p:txBody>
        </p:sp>
        <p:sp>
          <p:nvSpPr>
            <p:cNvPr id="124" name="TextBox 123"/>
            <p:cNvSpPr txBox="1"/>
            <p:nvPr/>
          </p:nvSpPr>
          <p:spPr>
            <a:xfrm>
              <a:off x="8655998" y="4166314"/>
              <a:ext cx="357190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zh-CN" sz="1400" b="1" i="1" spc="-150" smtClean="0">
                  <a:solidFill>
                    <a:srgbClr val="C00000"/>
                  </a:solidFill>
                  <a:latin typeface="Consolas" panose="020B0609020204030204" pitchFamily="49" charset="0"/>
                  <a:ea typeface="微软雅黑" panose="020B0503020204020204" pitchFamily="34" charset="-122"/>
                  <a:cs typeface="Consolas" panose="020B0609020204030204" pitchFamily="49" charset="0"/>
                </a:rPr>
                <a:t>i=</a:t>
              </a:r>
              <a:r>
                <a:rPr lang="en-US" altLang="zh-CN" sz="1400" b="1" spc="-150" smtClean="0">
                  <a:solidFill>
                    <a:srgbClr val="C00000"/>
                  </a:solidFill>
                  <a:latin typeface="Consolas" panose="020B0609020204030204" pitchFamily="49" charset="0"/>
                  <a:ea typeface="微软雅黑" panose="020B0503020204020204" pitchFamily="34" charset="-122"/>
                  <a:cs typeface="Consolas" panose="020B0609020204030204" pitchFamily="49" charset="0"/>
                </a:rPr>
                <a:t>4</a:t>
              </a:r>
              <a:endParaRPr lang="zh-CN" altLang="en-US" sz="1400" b="1" spc="-150">
                <a:solidFill>
                  <a:srgbClr val="C0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endParaRPr>
            </a:p>
          </p:txBody>
        </p:sp>
        <p:sp>
          <p:nvSpPr>
            <p:cNvPr id="125" name="TextBox 124"/>
            <p:cNvSpPr txBox="1"/>
            <p:nvPr/>
          </p:nvSpPr>
          <p:spPr>
            <a:xfrm>
              <a:off x="8655998" y="5094254"/>
              <a:ext cx="357190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zh-CN" sz="1400" b="1" i="1" spc="-150" smtClean="0">
                  <a:solidFill>
                    <a:srgbClr val="C00000"/>
                  </a:solidFill>
                  <a:latin typeface="Consolas" panose="020B0609020204030204" pitchFamily="49" charset="0"/>
                  <a:ea typeface="微软雅黑" panose="020B0503020204020204" pitchFamily="34" charset="-122"/>
                  <a:cs typeface="Consolas" panose="020B0609020204030204" pitchFamily="49" charset="0"/>
                </a:rPr>
                <a:t>i=</a:t>
              </a:r>
              <a:r>
                <a:rPr lang="en-US" altLang="zh-CN" sz="1400" b="1" spc="-150" smtClean="0">
                  <a:solidFill>
                    <a:srgbClr val="C00000"/>
                  </a:solidFill>
                  <a:latin typeface="Consolas" panose="020B0609020204030204" pitchFamily="49" charset="0"/>
                  <a:ea typeface="微软雅黑" panose="020B0503020204020204" pitchFamily="34" charset="-122"/>
                  <a:cs typeface="Consolas" panose="020B0609020204030204" pitchFamily="49" charset="0"/>
                </a:rPr>
                <a:t>5</a:t>
              </a:r>
              <a:endParaRPr lang="zh-CN" altLang="en-US" sz="1400" b="1" spc="-150">
                <a:solidFill>
                  <a:srgbClr val="C0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endParaRPr>
            </a:p>
          </p:txBody>
        </p:sp>
        <p:cxnSp>
          <p:nvCxnSpPr>
            <p:cNvPr id="126" name="直接连接符 125"/>
            <p:cNvCxnSpPr/>
            <p:nvPr/>
          </p:nvCxnSpPr>
          <p:spPr>
            <a:xfrm>
              <a:off x="6715140" y="2178458"/>
              <a:ext cx="1908000" cy="0"/>
            </a:xfrm>
            <a:prstGeom prst="line">
              <a:avLst/>
            </a:prstGeom>
            <a:ln>
              <a:prstDash val="dash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27" name="直接连接符 126"/>
            <p:cNvCxnSpPr/>
            <p:nvPr/>
          </p:nvCxnSpPr>
          <p:spPr>
            <a:xfrm>
              <a:off x="7563966" y="3095874"/>
              <a:ext cx="1080000" cy="0"/>
            </a:xfrm>
            <a:prstGeom prst="line">
              <a:avLst/>
            </a:prstGeom>
            <a:ln>
              <a:prstDash val="dash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28" name="直接连接符 127"/>
            <p:cNvCxnSpPr/>
            <p:nvPr/>
          </p:nvCxnSpPr>
          <p:spPr>
            <a:xfrm>
              <a:off x="8176062" y="4286256"/>
              <a:ext cx="504000" cy="0"/>
            </a:xfrm>
            <a:prstGeom prst="line">
              <a:avLst/>
            </a:prstGeom>
            <a:ln>
              <a:prstDash val="dash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29" name="直接连接符 128"/>
            <p:cNvCxnSpPr/>
            <p:nvPr/>
          </p:nvCxnSpPr>
          <p:spPr>
            <a:xfrm>
              <a:off x="8355404" y="5214950"/>
              <a:ext cx="360000" cy="0"/>
            </a:xfrm>
            <a:prstGeom prst="line">
              <a:avLst/>
            </a:prstGeom>
            <a:ln>
              <a:prstDash val="dash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130" name="TextBox 129"/>
          <p:cNvSpPr txBox="1"/>
          <p:nvPr/>
        </p:nvSpPr>
        <p:spPr>
          <a:xfrm>
            <a:off x="2239347" y="5857892"/>
            <a:ext cx="31257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 smtClean="0">
                <a:solidFill>
                  <a:srgbClr val="0000FF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进一步剪枝的解空间树</a:t>
            </a:r>
            <a:endParaRPr lang="zh-CN" altLang="en-US" sz="2000" b="1" dirty="0">
              <a:solidFill>
                <a:srgbClr val="0000FF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136" name="TextBox 135"/>
          <p:cNvSpPr txBox="1"/>
          <p:nvPr/>
        </p:nvSpPr>
        <p:spPr>
          <a:xfrm>
            <a:off x="214282" y="428604"/>
            <a:ext cx="2571768" cy="400110"/>
          </a:xfrm>
          <a:prstGeom prst="rect">
            <a:avLst/>
          </a:prstGeom>
          <a:solidFill>
            <a:srgbClr val="006600"/>
          </a:solidFill>
        </p:spPr>
        <p:txBody>
          <a:bodyPr wrap="square" rtlCol="0">
            <a:spAutoFit/>
          </a:bodyPr>
          <a:lstStyle/>
          <a:p>
            <a:r>
              <a:rPr lang="en-US" altLang="zh-CN" sz="2000" b="1" dirty="0" smtClean="0">
                <a:solidFill>
                  <a:schemeClr val="bg1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(</a:t>
            </a:r>
            <a:r>
              <a:rPr lang="zh-CN" altLang="en-US" sz="2000" b="1" dirty="0" smtClean="0">
                <a:solidFill>
                  <a:schemeClr val="bg1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总重量</a:t>
            </a:r>
            <a:r>
              <a:rPr lang="en-US" altLang="zh-CN" sz="2000" b="1" dirty="0" smtClean="0">
                <a:solidFill>
                  <a:schemeClr val="bg1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tw,</a:t>
            </a:r>
            <a:r>
              <a:rPr lang="zh-CN" altLang="en-US" sz="2000" b="1" dirty="0" smtClean="0">
                <a:solidFill>
                  <a:schemeClr val="bg1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总价值</a:t>
            </a:r>
            <a:r>
              <a:rPr lang="en-US" altLang="zh-CN" sz="2000" b="1" dirty="0" smtClean="0">
                <a:solidFill>
                  <a:schemeClr val="bg1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tv)</a:t>
            </a:r>
            <a:endParaRPr lang="zh-CN" altLang="en-US" sz="2000" b="1" dirty="0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cxnSp>
        <p:nvCxnSpPr>
          <p:cNvPr id="138" name="直接箭头连接符 137"/>
          <p:cNvCxnSpPr>
            <a:stCxn id="136" idx="2"/>
            <a:endCxn id="45" idx="1"/>
          </p:cNvCxnSpPr>
          <p:nvPr/>
        </p:nvCxnSpPr>
        <p:spPr>
          <a:xfrm rot="16200000" flipH="1">
            <a:off x="993749" y="1335130"/>
            <a:ext cx="1240063" cy="227229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100" name="椭圆 99"/>
          <p:cNvSpPr/>
          <p:nvPr/>
        </p:nvSpPr>
        <p:spPr>
          <a:xfrm>
            <a:off x="6572264" y="2928934"/>
            <a:ext cx="576000" cy="46800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b="1" smtClean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Symbol" panose="05050102010706020507"/>
              </a:rPr>
              <a:t></a:t>
            </a:r>
            <a:endParaRPr lang="zh-CN" altLang="en-US" b="1" smtClean="0">
              <a:solidFill>
                <a:srgbClr val="FF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02" name="椭圆 101"/>
          <p:cNvSpPr/>
          <p:nvPr/>
        </p:nvSpPr>
        <p:spPr>
          <a:xfrm>
            <a:off x="5214942" y="4000504"/>
            <a:ext cx="576000" cy="46800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b="1" smtClean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Symbol" panose="05050102010706020507"/>
              </a:rPr>
              <a:t></a:t>
            </a:r>
            <a:endParaRPr lang="zh-CN" altLang="en-US" b="1" smtClean="0">
              <a:solidFill>
                <a:srgbClr val="FF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cxnSp>
        <p:nvCxnSpPr>
          <p:cNvPr id="108" name="直接连接符 107"/>
          <p:cNvCxnSpPr>
            <a:stCxn id="70" idx="4"/>
            <a:endCxn id="102" idx="0"/>
          </p:cNvCxnSpPr>
          <p:nvPr/>
        </p:nvCxnSpPr>
        <p:spPr>
          <a:xfrm rot="16200000" flipH="1">
            <a:off x="4935934" y="3433496"/>
            <a:ext cx="642942" cy="49107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9" name="TextBox 108"/>
          <p:cNvSpPr txBox="1"/>
          <p:nvPr/>
        </p:nvSpPr>
        <p:spPr>
          <a:xfrm>
            <a:off x="5357818" y="3571876"/>
            <a:ext cx="142876" cy="21431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1400" b="1" smtClean="0"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endParaRPr lang="zh-CN" altLang="en-US" sz="1400" b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19" name="椭圆 118"/>
          <p:cNvSpPr/>
          <p:nvPr/>
        </p:nvSpPr>
        <p:spPr>
          <a:xfrm>
            <a:off x="4513088" y="4975584"/>
            <a:ext cx="576000" cy="46800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b="1" smtClean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Symbol" panose="05050102010706020507"/>
              </a:rPr>
              <a:t></a:t>
            </a:r>
            <a:endParaRPr lang="zh-CN" altLang="en-US" b="1" smtClean="0">
              <a:solidFill>
                <a:srgbClr val="FF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14282" y="357166"/>
            <a:ext cx="8643998" cy="596929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lIns="144000" tIns="144000" bIns="144000" rtlCol="0">
            <a:spAutoFit/>
          </a:bodyPr>
          <a:lstStyle/>
          <a:p>
            <a:r>
              <a:rPr lang="en-US" altLang="zh-CN" sz="1800" b="1" dirty="0" smtClean="0">
                <a:solidFill>
                  <a:srgbClr val="FF000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void </a:t>
            </a:r>
            <a:r>
              <a:rPr lang="en-US" altLang="zh-CN" b="1" dirty="0" smtClean="0">
                <a:solidFill>
                  <a:srgbClr val="FF000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Knapsack</a:t>
            </a:r>
            <a:r>
              <a:rPr lang="en-US" altLang="zh-CN" sz="1800" b="1" dirty="0" smtClean="0">
                <a:solidFill>
                  <a:srgbClr val="FF000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(int i,int tw,int tv,int rw,int op[]) //</a:t>
            </a:r>
            <a:r>
              <a:rPr lang="zh-CN" altLang="zh-CN" sz="1800" b="1" dirty="0" smtClean="0">
                <a:solidFill>
                  <a:srgbClr val="FF000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求解</a:t>
            </a:r>
            <a:r>
              <a:rPr lang="en-US" altLang="zh-CN" sz="1800" b="1" dirty="0" smtClean="0">
                <a:solidFill>
                  <a:srgbClr val="FF000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0/1</a:t>
            </a:r>
            <a:r>
              <a:rPr lang="zh-CN" altLang="zh-CN" sz="1800" b="1" dirty="0" smtClean="0">
                <a:solidFill>
                  <a:srgbClr val="FF000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背包问题</a:t>
            </a:r>
          </a:p>
          <a:p>
            <a:r>
              <a:rPr lang="en-US" altLang="zh-CN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{  //</a:t>
            </a:r>
            <a:r>
              <a:rPr lang="zh-CN" altLang="zh-CN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初始调用时</a:t>
            </a:r>
            <a:r>
              <a:rPr lang="en-US" altLang="zh-CN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rw</a:t>
            </a:r>
            <a:r>
              <a:rPr lang="zh-CN" altLang="zh-CN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为所有物品重量和</a:t>
            </a:r>
          </a:p>
          <a:p>
            <a:r>
              <a:rPr lang="en-US" altLang="zh-CN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   </a:t>
            </a:r>
            <a:endParaRPr lang="zh-CN" altLang="zh-CN" sz="1800" b="1" dirty="0" smtClean="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  <a:cs typeface="Consolas" panose="020B0609020204030204" pitchFamily="49" charset="0"/>
            </a:endParaRPr>
          </a:p>
          <a:p>
            <a:r>
              <a:rPr lang="en-US" altLang="zh-CN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   if (i&gt;n)				</a:t>
            </a:r>
            <a:r>
              <a:rPr lang="en-US" altLang="zh-CN" sz="1800" b="1" dirty="0" smtClean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//</a:t>
            </a:r>
            <a:r>
              <a:rPr lang="zh-CN" altLang="zh-CN" sz="1800" b="1" dirty="0" smtClean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找到一个叶子结点</a:t>
            </a:r>
          </a:p>
          <a:p>
            <a:r>
              <a:rPr lang="en-US" altLang="zh-CN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   {  if (tw==W &amp;&amp; tv&gt;maxv) 		</a:t>
            </a:r>
            <a:r>
              <a:rPr lang="en-US" altLang="zh-CN" sz="1800" b="1" dirty="0" smtClean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//</a:t>
            </a:r>
            <a:r>
              <a:rPr lang="zh-CN" altLang="zh-CN" sz="1800" b="1" dirty="0" smtClean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找到一个满足条件的更优解</a:t>
            </a:r>
            <a:r>
              <a:rPr lang="en-US" altLang="zh-CN" sz="1800" b="1" dirty="0" smtClean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,</a:t>
            </a:r>
            <a:r>
              <a:rPr lang="zh-CN" altLang="zh-CN" sz="1800" b="1" dirty="0" smtClean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保存</a:t>
            </a:r>
          </a:p>
          <a:p>
            <a:r>
              <a:rPr lang="en-US" altLang="zh-CN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      {  maxv=tv;</a:t>
            </a:r>
            <a:endParaRPr lang="zh-CN" altLang="zh-CN" sz="1800" b="1" dirty="0" smtClean="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  <a:cs typeface="Consolas" panose="020B0609020204030204" pitchFamily="49" charset="0"/>
            </a:endParaRPr>
          </a:p>
          <a:p>
            <a:r>
              <a:rPr lang="en-US" altLang="zh-CN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         for (int j=1;j&lt;=n;j++)		</a:t>
            </a:r>
            <a:r>
              <a:rPr lang="en-US" altLang="zh-CN" sz="1800" b="1" dirty="0" smtClean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//</a:t>
            </a:r>
            <a:r>
              <a:rPr lang="zh-CN" altLang="zh-CN" sz="1800" b="1" dirty="0" smtClean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复制最优解</a:t>
            </a:r>
          </a:p>
          <a:p>
            <a:r>
              <a:rPr lang="en-US" altLang="zh-CN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            x[j]=op[j];</a:t>
            </a:r>
            <a:endParaRPr lang="zh-CN" altLang="zh-CN" sz="1800" b="1" dirty="0" smtClean="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  <a:cs typeface="Consolas" panose="020B0609020204030204" pitchFamily="49" charset="0"/>
            </a:endParaRPr>
          </a:p>
          <a:p>
            <a:r>
              <a:rPr lang="en-US" altLang="zh-CN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      }</a:t>
            </a:r>
            <a:endParaRPr lang="zh-CN" altLang="zh-CN" sz="1800" b="1" dirty="0" smtClean="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  <a:cs typeface="Consolas" panose="020B0609020204030204" pitchFamily="49" charset="0"/>
            </a:endParaRPr>
          </a:p>
          <a:p>
            <a:r>
              <a:rPr lang="en-US" altLang="zh-CN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   }</a:t>
            </a:r>
            <a:endParaRPr lang="zh-CN" altLang="zh-CN" sz="1800" b="1" dirty="0" smtClean="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  <a:cs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   else					</a:t>
            </a:r>
            <a:r>
              <a:rPr lang="en-US" altLang="zh-CN" sz="1800" b="1" dirty="0" smtClean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//</a:t>
            </a:r>
            <a:r>
              <a:rPr lang="zh-CN" altLang="zh-CN" sz="1800" b="1" dirty="0" smtClean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尚未找完所有物品</a:t>
            </a:r>
          </a:p>
          <a:p>
            <a:r>
              <a:rPr lang="en-US" altLang="zh-CN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   {  if (tw+w[i]&lt;=W)			</a:t>
            </a:r>
            <a:r>
              <a:rPr lang="en-US" altLang="zh-CN" sz="1800" b="1" dirty="0" smtClean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//</a:t>
            </a:r>
            <a:r>
              <a:rPr lang="zh-CN" altLang="zh-CN" sz="1800" b="1" dirty="0" smtClean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左孩子结点剪枝</a:t>
            </a:r>
          </a:p>
          <a:p>
            <a:r>
              <a:rPr lang="en-US" altLang="zh-CN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      {  op[i]=1;			</a:t>
            </a:r>
            <a:r>
              <a:rPr lang="en-US" altLang="zh-CN" sz="1800" b="1" dirty="0" smtClean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//</a:t>
            </a:r>
            <a:r>
              <a:rPr lang="zh-CN" altLang="zh-CN" sz="1800" b="1" dirty="0" smtClean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选取第</a:t>
            </a:r>
            <a:r>
              <a:rPr lang="en-US" altLang="zh-CN" sz="1800" b="1" dirty="0" smtClean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i</a:t>
            </a:r>
            <a:r>
              <a:rPr lang="zh-CN" altLang="zh-CN" sz="1800" b="1" dirty="0" smtClean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个物品</a:t>
            </a:r>
          </a:p>
          <a:p>
            <a:r>
              <a:rPr lang="en-US" altLang="zh-CN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         </a:t>
            </a:r>
            <a:r>
              <a:rPr lang="en-US" altLang="zh-CN" b="1" dirty="0" smtClean="0">
                <a:solidFill>
                  <a:srgbClr val="FF000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Knapsack</a:t>
            </a:r>
            <a:r>
              <a:rPr lang="en-US" altLang="zh-CN" sz="1800" b="1" dirty="0" smtClean="0">
                <a:solidFill>
                  <a:srgbClr val="FF000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(i+1,tw+w[i],tv+v[i],rw-w[i],op);</a:t>
            </a:r>
            <a:endParaRPr lang="zh-CN" altLang="zh-CN" sz="1800" b="1" dirty="0" smtClean="0">
              <a:solidFill>
                <a:srgbClr val="FF0000"/>
              </a:solidFill>
              <a:latin typeface="Consolas" panose="020B0609020204030204" pitchFamily="49" charset="0"/>
              <a:ea typeface="仿宋" panose="02010609060101010101" pitchFamily="49" charset="-122"/>
              <a:cs typeface="Consolas" panose="020B0609020204030204" pitchFamily="49" charset="0"/>
            </a:endParaRPr>
          </a:p>
          <a:p>
            <a:r>
              <a:rPr lang="en-US" altLang="zh-CN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      }</a:t>
            </a:r>
            <a:endParaRPr lang="zh-CN" altLang="zh-CN" sz="1800" b="1" dirty="0" smtClean="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  <a:cs typeface="Consolas" panose="020B0609020204030204" pitchFamily="49" charset="0"/>
            </a:endParaRPr>
          </a:p>
          <a:p>
            <a:r>
              <a:rPr lang="en-US" altLang="zh-CN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      op[i]=0;				</a:t>
            </a:r>
            <a:r>
              <a:rPr lang="en-US" altLang="zh-CN" sz="1800" b="1" dirty="0" smtClean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//</a:t>
            </a:r>
            <a:r>
              <a:rPr lang="zh-CN" altLang="zh-CN" sz="1800" b="1" dirty="0" smtClean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不选取第</a:t>
            </a:r>
            <a:r>
              <a:rPr lang="en-US" altLang="zh-CN" sz="1800" b="1" dirty="0" smtClean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i</a:t>
            </a:r>
            <a:r>
              <a:rPr lang="zh-CN" altLang="zh-CN" sz="1800" b="1" dirty="0" smtClean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个物品</a:t>
            </a:r>
            <a:r>
              <a:rPr lang="en-US" altLang="zh-CN" sz="1800" b="1" dirty="0" smtClean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,</a:t>
            </a:r>
            <a:r>
              <a:rPr lang="zh-CN" altLang="zh-CN" sz="1800" b="1" dirty="0" smtClean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回溯</a:t>
            </a:r>
          </a:p>
          <a:p>
            <a:r>
              <a:rPr lang="en-US" altLang="zh-CN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      if (tw+rw&gt;W)			</a:t>
            </a:r>
            <a:r>
              <a:rPr lang="en-US" altLang="zh-CN" sz="1800" b="1" dirty="0" smtClean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//</a:t>
            </a:r>
            <a:r>
              <a:rPr lang="zh-CN" altLang="zh-CN" sz="1800" b="1" dirty="0" smtClean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右孩子结点剪枝</a:t>
            </a:r>
          </a:p>
          <a:p>
            <a:r>
              <a:rPr lang="en-US" altLang="zh-CN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         </a:t>
            </a:r>
            <a:r>
              <a:rPr lang="en-US" altLang="zh-CN" b="1" dirty="0" smtClean="0">
                <a:solidFill>
                  <a:srgbClr val="FF000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Knapsack</a:t>
            </a:r>
            <a:r>
              <a:rPr lang="en-US" altLang="zh-CN" sz="1800" b="1" dirty="0" smtClean="0">
                <a:solidFill>
                  <a:srgbClr val="FF000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(i+1,tw,tv,rw-w[i],op);</a:t>
            </a:r>
            <a:endParaRPr lang="zh-CN" altLang="zh-CN" sz="1800" b="1" dirty="0" smtClean="0">
              <a:solidFill>
                <a:srgbClr val="FF0000"/>
              </a:solidFill>
              <a:latin typeface="Consolas" panose="020B0609020204030204" pitchFamily="49" charset="0"/>
              <a:ea typeface="仿宋" panose="02010609060101010101" pitchFamily="49" charset="-122"/>
              <a:cs typeface="Consolas" panose="020B0609020204030204" pitchFamily="49" charset="0"/>
            </a:endParaRPr>
          </a:p>
          <a:p>
            <a:r>
              <a:rPr lang="en-US" altLang="zh-CN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   }</a:t>
            </a:r>
            <a:endParaRPr lang="zh-CN" altLang="zh-CN" sz="1800" b="1" dirty="0" smtClean="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  <a:cs typeface="Consolas" panose="020B0609020204030204" pitchFamily="49" charset="0"/>
            </a:endParaRPr>
          </a:p>
          <a:p>
            <a:r>
              <a:rPr lang="en-US" altLang="zh-CN" sz="1800" b="1" dirty="0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}</a:t>
            </a:r>
            <a:endParaRPr lang="zh-CN" altLang="zh-CN" sz="1800" b="1" dirty="0" smtClean="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  <a:cs typeface="Consolas" panose="020B0609020204030204" pitchFamily="49" charset="0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86637" y="2345763"/>
            <a:ext cx="750099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   </a:t>
            </a:r>
            <a:r>
              <a:rPr lang="en-US" altLang="zh-CN" sz="2000" b="1" dirty="0" smtClean="0">
                <a:solidFill>
                  <a:srgbClr val="FF0000"/>
                </a:solidFill>
                <a:latin typeface="+mn-ea"/>
                <a:cs typeface="Consolas" panose="020B0609020204030204" pitchFamily="49" charset="0"/>
              </a:rPr>
              <a:t>   </a:t>
            </a:r>
            <a:r>
              <a:rPr lang="zh-CN" altLang="zh-CN" sz="20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该算法不考虑剪枝时解空间树中有</a:t>
            </a:r>
            <a:r>
              <a:rPr lang="en-US" altLang="zh-CN" sz="20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2</a:t>
            </a:r>
            <a:r>
              <a:rPr lang="en-US" altLang="zh-CN" sz="2000" b="1" i="1" baseline="30000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n</a:t>
            </a:r>
            <a:r>
              <a:rPr lang="en-US" altLang="zh-CN" sz="2000" b="1" baseline="30000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+1</a:t>
            </a:r>
            <a:r>
              <a:rPr lang="en-US" altLang="zh-CN" sz="20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-1</a:t>
            </a:r>
            <a:r>
              <a:rPr lang="zh-CN" altLang="zh-CN" sz="20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个结点，对应的算法时间复杂度为</a:t>
            </a:r>
            <a:r>
              <a:rPr lang="en-US" altLang="zh-CN" sz="20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O(2</a:t>
            </a:r>
            <a:r>
              <a:rPr lang="en-US" altLang="zh-CN" sz="2000" b="1" i="1" baseline="30000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n</a:t>
            </a:r>
            <a:r>
              <a:rPr lang="en-US" altLang="zh-CN" sz="20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)</a:t>
            </a:r>
            <a:r>
              <a:rPr lang="zh-CN" altLang="zh-CN" sz="2000" b="1" dirty="0" smtClean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。</a:t>
            </a:r>
          </a:p>
        </p:txBody>
      </p:sp>
      <p:sp>
        <p:nvSpPr>
          <p:cNvPr id="4" name="文本占位符 5"/>
          <p:cNvSpPr>
            <a:spLocks noGrp="1"/>
          </p:cNvSpPr>
          <p:nvPr>
            <p:ph type="body" sz="quarter" idx="13"/>
          </p:nvPr>
        </p:nvSpPr>
        <p:spPr>
          <a:xfrm>
            <a:off x="-498107" y="261275"/>
            <a:ext cx="7262260" cy="864000"/>
          </a:xfrm>
        </p:spPr>
        <p:txBody>
          <a:bodyPr/>
          <a:lstStyle/>
          <a:p>
            <a:pPr lvl="0"/>
            <a:r>
              <a:rPr lang="en-US" altLang="zh-CN" sz="3600" dirty="0" smtClean="0">
                <a:sym typeface="+mn-ea"/>
              </a:rPr>
              <a:t>求解0/1背包问题</a:t>
            </a:r>
          </a:p>
        </p:txBody>
      </p:sp>
      <p:sp>
        <p:nvSpPr>
          <p:cNvPr id="5" name="文本框 10"/>
          <p:cNvSpPr txBox="1"/>
          <p:nvPr/>
        </p:nvSpPr>
        <p:spPr>
          <a:xfrm>
            <a:off x="298580" y="1452451"/>
            <a:ext cx="2514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2400" b="1" dirty="0" smtClean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四、算法分析</a:t>
            </a:r>
            <a:endParaRPr lang="zh-CN" altLang="en-US" sz="2400" b="1" dirty="0">
              <a:solidFill>
                <a:srgbClr val="FF0000"/>
              </a:solidFill>
              <a:latin typeface="Consolas" pitchFamily="49" charset="0"/>
              <a:cs typeface="Consolas" pitchFamily="49" charset="0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40" name="Rectangle 4"/>
          <p:cNvSpPr>
            <a:spLocks noChangeArrowheads="1"/>
          </p:cNvSpPr>
          <p:nvPr/>
        </p:nvSpPr>
        <p:spPr bwMode="auto">
          <a:xfrm>
            <a:off x="367297" y="1315033"/>
            <a:ext cx="8280400" cy="1015663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zh-CN" sz="2000" b="1" dirty="0" smtClean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【</a:t>
            </a:r>
            <a:r>
              <a:rPr lang="zh-CN" altLang="en-US" sz="2000" b="1" dirty="0" smtClean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练习</a:t>
            </a:r>
            <a:r>
              <a:rPr lang="en-US" altLang="zh-CN" sz="2000" b="1" dirty="0" smtClean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1】</a:t>
            </a:r>
            <a:r>
              <a:rPr kumimoji="1" lang="zh-CN" altLang="en-US" sz="2000" b="1" dirty="0" smtClean="0">
                <a:solidFill>
                  <a:srgbClr val="0000FF"/>
                </a:solidFill>
                <a:latin typeface="+mn-ea"/>
                <a:ea typeface="+mn-ea"/>
                <a:cs typeface="+mn-cs"/>
              </a:rPr>
              <a:t>对</a:t>
            </a:r>
            <a:r>
              <a:rPr kumimoji="1" lang="zh-CN" altLang="en-US" sz="2000" b="1" dirty="0">
                <a:solidFill>
                  <a:srgbClr val="0000FF"/>
                </a:solidFill>
                <a:latin typeface="+mn-ea"/>
                <a:ea typeface="+mn-ea"/>
                <a:cs typeface="+mn-cs"/>
              </a:rPr>
              <a:t>于</a:t>
            </a:r>
            <a:r>
              <a:rPr kumimoji="1" lang="en-US" altLang="zh-CN" sz="2000" b="1" i="1" dirty="0">
                <a:solidFill>
                  <a:srgbClr val="0000FF"/>
                </a:solidFill>
                <a:latin typeface="+mn-ea"/>
                <a:ea typeface="+mn-ea"/>
                <a:cs typeface="+mn-cs"/>
              </a:rPr>
              <a:t>n</a:t>
            </a:r>
            <a:r>
              <a:rPr kumimoji="1" lang="en-US" altLang="zh-CN" sz="2000" b="1" dirty="0">
                <a:solidFill>
                  <a:srgbClr val="0000FF"/>
                </a:solidFill>
                <a:latin typeface="+mn-ea"/>
                <a:ea typeface="+mn-ea"/>
                <a:cs typeface="+mn-cs"/>
              </a:rPr>
              <a:t>=3</a:t>
            </a:r>
            <a:r>
              <a:rPr kumimoji="1" lang="zh-CN" altLang="en-US" sz="2000" b="1" dirty="0">
                <a:solidFill>
                  <a:srgbClr val="0000FF"/>
                </a:solidFill>
                <a:latin typeface="+mn-ea"/>
                <a:ea typeface="+mn-ea"/>
                <a:cs typeface="+mn-cs"/>
              </a:rPr>
              <a:t>的</a:t>
            </a:r>
            <a:r>
              <a:rPr kumimoji="1" lang="en-US" altLang="zh-CN" sz="2000" b="1" dirty="0">
                <a:solidFill>
                  <a:srgbClr val="0000FF"/>
                </a:solidFill>
                <a:latin typeface="+mn-ea"/>
                <a:ea typeface="+mn-ea"/>
                <a:cs typeface="+mn-cs"/>
              </a:rPr>
              <a:t>0/1</a:t>
            </a:r>
            <a:r>
              <a:rPr kumimoji="1" lang="zh-CN" altLang="en-US" sz="2000" b="1" dirty="0">
                <a:solidFill>
                  <a:srgbClr val="0000FF"/>
                </a:solidFill>
                <a:latin typeface="+mn-ea"/>
                <a:ea typeface="+mn-ea"/>
                <a:cs typeface="+mn-cs"/>
              </a:rPr>
              <a:t>背包问题</a:t>
            </a:r>
            <a:r>
              <a:rPr kumimoji="1" lang="zh-CN" altLang="en-US" sz="2000" b="1" dirty="0" smtClean="0">
                <a:solidFill>
                  <a:srgbClr val="0000FF"/>
                </a:solidFill>
                <a:latin typeface="+mn-ea"/>
              </a:rPr>
              <a:t>，三个物品的重量为</a:t>
            </a:r>
            <a:r>
              <a:rPr kumimoji="1" lang="en-US" altLang="zh-CN" sz="2000" b="1" dirty="0" smtClean="0">
                <a:solidFill>
                  <a:srgbClr val="0000FF"/>
                </a:solidFill>
                <a:latin typeface="+mn-ea"/>
              </a:rPr>
              <a:t>{20, 15, 10}</a:t>
            </a:r>
            <a:r>
              <a:rPr kumimoji="1" lang="zh-CN" altLang="en-US" sz="2000" b="1" dirty="0" smtClean="0">
                <a:solidFill>
                  <a:srgbClr val="0000FF"/>
                </a:solidFill>
                <a:latin typeface="+mn-ea"/>
              </a:rPr>
              <a:t>，价值为</a:t>
            </a:r>
            <a:r>
              <a:rPr kumimoji="1" lang="en-US" altLang="zh-CN" sz="2000" b="1" dirty="0" smtClean="0">
                <a:solidFill>
                  <a:srgbClr val="0000FF"/>
                </a:solidFill>
                <a:latin typeface="+mn-ea"/>
              </a:rPr>
              <a:t>{20, 30, 25}</a:t>
            </a:r>
            <a:r>
              <a:rPr kumimoji="1" lang="zh-CN" altLang="en-US" sz="2000" b="1" dirty="0" smtClean="0">
                <a:solidFill>
                  <a:srgbClr val="0000FF"/>
                </a:solidFill>
                <a:latin typeface="+mn-ea"/>
              </a:rPr>
              <a:t>，</a:t>
            </a:r>
            <a:r>
              <a:rPr kumimoji="1" lang="zh-CN" altLang="en-US" sz="2000" b="1" dirty="0" smtClean="0">
                <a:solidFill>
                  <a:srgbClr val="0000FF"/>
                </a:solidFill>
                <a:latin typeface="+mn-ea"/>
                <a:ea typeface="+mn-ea"/>
                <a:cs typeface="+mn-cs"/>
              </a:rPr>
              <a:t>背</a:t>
            </a:r>
            <a:r>
              <a:rPr kumimoji="1" lang="zh-CN" altLang="en-US" sz="2000" b="1" dirty="0">
                <a:solidFill>
                  <a:srgbClr val="0000FF"/>
                </a:solidFill>
                <a:latin typeface="+mn-ea"/>
                <a:ea typeface="+mn-ea"/>
                <a:cs typeface="+mn-cs"/>
              </a:rPr>
              <a:t>包容</a:t>
            </a:r>
            <a:r>
              <a:rPr kumimoji="1" lang="zh-CN" altLang="en-US" sz="2000" b="1" dirty="0" smtClean="0">
                <a:solidFill>
                  <a:srgbClr val="0000FF"/>
                </a:solidFill>
                <a:latin typeface="+mn-ea"/>
                <a:ea typeface="+mn-ea"/>
                <a:cs typeface="+mn-cs"/>
              </a:rPr>
              <a:t>量</a:t>
            </a:r>
            <a:r>
              <a:rPr kumimoji="1" lang="en-US" altLang="zh-CN" sz="2000" b="1" dirty="0" smtClean="0">
                <a:solidFill>
                  <a:srgbClr val="0000FF"/>
                </a:solidFill>
                <a:latin typeface="+mn-ea"/>
                <a:ea typeface="+mn-ea"/>
                <a:cs typeface="+mn-cs"/>
              </a:rPr>
              <a:t>W</a:t>
            </a:r>
            <a:r>
              <a:rPr kumimoji="1" lang="zh-CN" altLang="en-US" sz="2000" b="1" dirty="0" smtClean="0">
                <a:solidFill>
                  <a:srgbClr val="0000FF"/>
                </a:solidFill>
                <a:latin typeface="+mn-ea"/>
                <a:ea typeface="+mn-ea"/>
                <a:cs typeface="+mn-cs"/>
              </a:rPr>
              <a:t>为</a:t>
            </a:r>
            <a:r>
              <a:rPr kumimoji="1" lang="en-US" altLang="zh-CN" sz="2000" b="1" dirty="0" smtClean="0">
                <a:solidFill>
                  <a:srgbClr val="0000FF"/>
                </a:solidFill>
                <a:latin typeface="+mn-ea"/>
                <a:ea typeface="+mn-ea"/>
                <a:cs typeface="+mn-cs"/>
              </a:rPr>
              <a:t>25</a:t>
            </a:r>
            <a:r>
              <a:rPr kumimoji="1" lang="zh-CN" altLang="en-US" sz="2000" b="1" dirty="0" smtClean="0">
                <a:solidFill>
                  <a:srgbClr val="0000FF"/>
                </a:solidFill>
                <a:latin typeface="+mn-ea"/>
              </a:rPr>
              <a:t>。</a:t>
            </a:r>
            <a:r>
              <a:rPr kumimoji="1" lang="zh-CN" altLang="en-US" sz="2000" b="1" dirty="0" smtClean="0">
                <a:solidFill>
                  <a:srgbClr val="0000FF"/>
                </a:solidFill>
                <a:latin typeface="+mn-ea"/>
                <a:ea typeface="+mn-ea"/>
                <a:cs typeface="+mn-cs"/>
              </a:rPr>
              <a:t> 应用约束条件剪枝，请画出利用回溯法搜索解空间得到的搜索树。</a:t>
            </a:r>
            <a:endParaRPr kumimoji="1" lang="zh-CN" altLang="en-US" sz="2000" b="1" dirty="0">
              <a:solidFill>
                <a:srgbClr val="0000FF"/>
              </a:solidFill>
              <a:latin typeface="+mn-ea"/>
              <a:ea typeface="+mn-ea"/>
              <a:cs typeface="+mn-cs"/>
            </a:endParaRPr>
          </a:p>
        </p:txBody>
      </p:sp>
      <p:sp>
        <p:nvSpPr>
          <p:cNvPr id="31749" name="Text Box 6"/>
          <p:cNvSpPr txBox="1">
            <a:spLocks noChangeArrowheads="1"/>
          </p:cNvSpPr>
          <p:nvPr/>
        </p:nvSpPr>
        <p:spPr bwMode="auto">
          <a:xfrm>
            <a:off x="4816475" y="4870450"/>
            <a:ext cx="280987" cy="263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algn="just" eaLnBrk="0" hangingPunct="0">
              <a:lnSpc>
                <a:spcPct val="80000"/>
              </a:lnSpc>
            </a:pPr>
            <a:r>
              <a:rPr lang="en-US" altLang="zh-CN" sz="20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1</a:t>
            </a:r>
          </a:p>
        </p:txBody>
      </p:sp>
      <p:sp>
        <p:nvSpPr>
          <p:cNvPr id="31750" name="Text Box 8"/>
          <p:cNvSpPr txBox="1">
            <a:spLocks noChangeArrowheads="1"/>
          </p:cNvSpPr>
          <p:nvPr/>
        </p:nvSpPr>
        <p:spPr bwMode="auto">
          <a:xfrm>
            <a:off x="1743075" y="5918200"/>
            <a:ext cx="1201737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algn="just" eaLnBrk="0" hangingPunct="0">
              <a:lnSpc>
                <a:spcPct val="80000"/>
              </a:lnSpc>
            </a:pPr>
            <a:r>
              <a:rPr lang="zh-CN" altLang="en-US" sz="2000" b="1" dirty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不可行解</a:t>
            </a:r>
          </a:p>
        </p:txBody>
      </p:sp>
      <p:sp>
        <p:nvSpPr>
          <p:cNvPr id="31751" name="Text Box 9"/>
          <p:cNvSpPr txBox="1">
            <a:spLocks noChangeArrowheads="1"/>
          </p:cNvSpPr>
          <p:nvPr/>
        </p:nvSpPr>
        <p:spPr bwMode="auto">
          <a:xfrm>
            <a:off x="3006725" y="5922963"/>
            <a:ext cx="1044575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algn="just" eaLnBrk="0" hangingPunct="0">
              <a:lnSpc>
                <a:spcPct val="80000"/>
              </a:lnSpc>
            </a:pPr>
            <a:r>
              <a:rPr lang="zh-CN" altLang="en-US" sz="2000" b="1" dirty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价值</a:t>
            </a:r>
            <a:r>
              <a:rPr lang="en-US" altLang="zh-CN" sz="2000" b="1" dirty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=20</a:t>
            </a:r>
          </a:p>
        </p:txBody>
      </p:sp>
      <p:sp>
        <p:nvSpPr>
          <p:cNvPr id="31752" name="Text Box 10"/>
          <p:cNvSpPr txBox="1">
            <a:spLocks noChangeArrowheads="1"/>
          </p:cNvSpPr>
          <p:nvPr/>
        </p:nvSpPr>
        <p:spPr bwMode="auto">
          <a:xfrm>
            <a:off x="4292600" y="5918200"/>
            <a:ext cx="1044575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algn="just" eaLnBrk="0" hangingPunct="0">
              <a:lnSpc>
                <a:spcPct val="80000"/>
              </a:lnSpc>
            </a:pPr>
            <a:r>
              <a:rPr lang="zh-CN" altLang="en-US" sz="20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价值</a:t>
            </a:r>
            <a:r>
              <a:rPr lang="en-US" altLang="zh-CN" sz="20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=55</a:t>
            </a:r>
          </a:p>
        </p:txBody>
      </p:sp>
      <p:sp>
        <p:nvSpPr>
          <p:cNvPr id="31753" name="Text Box 11"/>
          <p:cNvSpPr txBox="1">
            <a:spLocks noChangeArrowheads="1"/>
          </p:cNvSpPr>
          <p:nvPr/>
        </p:nvSpPr>
        <p:spPr bwMode="auto">
          <a:xfrm>
            <a:off x="5392738" y="5918200"/>
            <a:ext cx="1046162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algn="just" eaLnBrk="0" hangingPunct="0">
              <a:lnSpc>
                <a:spcPct val="80000"/>
              </a:lnSpc>
            </a:pPr>
            <a:r>
              <a:rPr lang="zh-CN" altLang="en-US" sz="2000" b="1" dirty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价值</a:t>
            </a:r>
            <a:r>
              <a:rPr lang="en-US" altLang="zh-CN" sz="2000" b="1" dirty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=30</a:t>
            </a:r>
          </a:p>
        </p:txBody>
      </p:sp>
      <p:sp>
        <p:nvSpPr>
          <p:cNvPr id="31754" name="Text Box 12"/>
          <p:cNvSpPr txBox="1">
            <a:spLocks noChangeArrowheads="1"/>
          </p:cNvSpPr>
          <p:nvPr/>
        </p:nvSpPr>
        <p:spPr bwMode="auto">
          <a:xfrm>
            <a:off x="6469063" y="5918200"/>
            <a:ext cx="1046162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algn="just" eaLnBrk="0" hangingPunct="0">
              <a:lnSpc>
                <a:spcPct val="80000"/>
              </a:lnSpc>
            </a:pPr>
            <a:r>
              <a:rPr lang="zh-CN" altLang="en-US" sz="2000" b="1" dirty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价值</a:t>
            </a:r>
            <a:r>
              <a:rPr lang="en-US" altLang="zh-CN" sz="2000" b="1" dirty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=25</a:t>
            </a:r>
          </a:p>
        </p:txBody>
      </p:sp>
      <p:sp>
        <p:nvSpPr>
          <p:cNvPr id="31755" name="Text Box 13"/>
          <p:cNvSpPr txBox="1">
            <a:spLocks noChangeArrowheads="1"/>
          </p:cNvSpPr>
          <p:nvPr/>
        </p:nvSpPr>
        <p:spPr bwMode="auto">
          <a:xfrm>
            <a:off x="7593013" y="5922963"/>
            <a:ext cx="966787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algn="just" eaLnBrk="0" hangingPunct="0">
              <a:lnSpc>
                <a:spcPct val="80000"/>
              </a:lnSpc>
            </a:pPr>
            <a:r>
              <a:rPr lang="zh-CN" altLang="en-US" sz="2000" b="1" dirty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价值</a:t>
            </a:r>
            <a:r>
              <a:rPr lang="en-US" altLang="zh-CN" sz="2000" b="1" dirty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=0</a:t>
            </a:r>
          </a:p>
        </p:txBody>
      </p:sp>
      <p:sp>
        <p:nvSpPr>
          <p:cNvPr id="31756" name="Line 14"/>
          <p:cNvSpPr>
            <a:spLocks noChangeShapeType="1"/>
          </p:cNvSpPr>
          <p:nvPr/>
        </p:nvSpPr>
        <p:spPr bwMode="auto">
          <a:xfrm flipH="1">
            <a:off x="2211388" y="3036888"/>
            <a:ext cx="1716087" cy="49688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757" name="Line 15"/>
          <p:cNvSpPr>
            <a:spLocks noChangeShapeType="1"/>
          </p:cNvSpPr>
          <p:nvPr/>
        </p:nvSpPr>
        <p:spPr bwMode="auto">
          <a:xfrm>
            <a:off x="4329404" y="2967135"/>
            <a:ext cx="1856792" cy="56916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758" name="Line 16"/>
          <p:cNvSpPr>
            <a:spLocks noChangeShapeType="1"/>
          </p:cNvSpPr>
          <p:nvPr/>
        </p:nvSpPr>
        <p:spPr bwMode="auto">
          <a:xfrm flipH="1">
            <a:off x="1258888" y="3760788"/>
            <a:ext cx="609600" cy="59848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759" name="Line 17"/>
          <p:cNvSpPr>
            <a:spLocks noChangeShapeType="1"/>
          </p:cNvSpPr>
          <p:nvPr/>
        </p:nvSpPr>
        <p:spPr bwMode="auto">
          <a:xfrm>
            <a:off x="2179638" y="3786188"/>
            <a:ext cx="593725" cy="6000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760" name="Line 18"/>
          <p:cNvSpPr>
            <a:spLocks noChangeShapeType="1"/>
          </p:cNvSpPr>
          <p:nvPr/>
        </p:nvSpPr>
        <p:spPr bwMode="auto">
          <a:xfrm flipH="1">
            <a:off x="5564188" y="3700463"/>
            <a:ext cx="655637" cy="69056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761" name="Line 19"/>
          <p:cNvSpPr>
            <a:spLocks noChangeShapeType="1"/>
          </p:cNvSpPr>
          <p:nvPr/>
        </p:nvSpPr>
        <p:spPr bwMode="auto">
          <a:xfrm>
            <a:off x="6546850" y="3725863"/>
            <a:ext cx="703262" cy="68262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762" name="Line 20"/>
          <p:cNvSpPr>
            <a:spLocks noChangeShapeType="1"/>
          </p:cNvSpPr>
          <p:nvPr/>
        </p:nvSpPr>
        <p:spPr bwMode="auto">
          <a:xfrm flipH="1">
            <a:off x="2492375" y="4681538"/>
            <a:ext cx="342900" cy="67151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763" name="Line 21"/>
          <p:cNvSpPr>
            <a:spLocks noChangeShapeType="1"/>
          </p:cNvSpPr>
          <p:nvPr/>
        </p:nvSpPr>
        <p:spPr bwMode="auto">
          <a:xfrm>
            <a:off x="3068638" y="4657725"/>
            <a:ext cx="328612" cy="7175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764" name="Line 22"/>
          <p:cNvSpPr>
            <a:spLocks noChangeShapeType="1"/>
          </p:cNvSpPr>
          <p:nvPr/>
        </p:nvSpPr>
        <p:spPr bwMode="auto">
          <a:xfrm flipH="1">
            <a:off x="4972050" y="4662488"/>
            <a:ext cx="342900" cy="72231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765" name="Line 23"/>
          <p:cNvSpPr>
            <a:spLocks noChangeShapeType="1"/>
          </p:cNvSpPr>
          <p:nvPr/>
        </p:nvSpPr>
        <p:spPr bwMode="auto">
          <a:xfrm>
            <a:off x="5580063" y="4676775"/>
            <a:ext cx="312737" cy="72072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766" name="Line 24"/>
          <p:cNvSpPr>
            <a:spLocks noChangeShapeType="1"/>
          </p:cNvSpPr>
          <p:nvPr/>
        </p:nvSpPr>
        <p:spPr bwMode="auto">
          <a:xfrm flipH="1">
            <a:off x="6985000" y="4681538"/>
            <a:ext cx="279400" cy="6985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767" name="Line 25"/>
          <p:cNvSpPr>
            <a:spLocks noChangeShapeType="1"/>
          </p:cNvSpPr>
          <p:nvPr/>
        </p:nvSpPr>
        <p:spPr bwMode="auto">
          <a:xfrm>
            <a:off x="7545388" y="4692650"/>
            <a:ext cx="250825" cy="67786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768" name="Text Box 26"/>
          <p:cNvSpPr txBox="1">
            <a:spLocks noChangeArrowheads="1"/>
          </p:cNvSpPr>
          <p:nvPr/>
        </p:nvSpPr>
        <p:spPr bwMode="auto">
          <a:xfrm>
            <a:off x="2803525" y="2935288"/>
            <a:ext cx="280987" cy="263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algn="just" eaLnBrk="0" hangingPunct="0">
              <a:lnSpc>
                <a:spcPct val="80000"/>
              </a:lnSpc>
            </a:pPr>
            <a:r>
              <a:rPr lang="en-US" altLang="zh-CN" sz="20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1</a:t>
            </a:r>
          </a:p>
        </p:txBody>
      </p:sp>
      <p:sp>
        <p:nvSpPr>
          <p:cNvPr id="31769" name="Text Box 27"/>
          <p:cNvSpPr txBox="1">
            <a:spLocks noChangeArrowheads="1"/>
          </p:cNvSpPr>
          <p:nvPr/>
        </p:nvSpPr>
        <p:spPr bwMode="auto">
          <a:xfrm>
            <a:off x="1166813" y="3883025"/>
            <a:ext cx="279400" cy="263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algn="just" eaLnBrk="0" hangingPunct="0">
              <a:lnSpc>
                <a:spcPct val="80000"/>
              </a:lnSpc>
            </a:pPr>
            <a:r>
              <a:rPr lang="en-US" altLang="zh-CN" sz="20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1</a:t>
            </a:r>
          </a:p>
        </p:txBody>
      </p:sp>
      <p:sp>
        <p:nvSpPr>
          <p:cNvPr id="31770" name="Text Box 28"/>
          <p:cNvSpPr txBox="1">
            <a:spLocks noChangeArrowheads="1"/>
          </p:cNvSpPr>
          <p:nvPr/>
        </p:nvSpPr>
        <p:spPr bwMode="auto">
          <a:xfrm>
            <a:off x="2273300" y="4833938"/>
            <a:ext cx="280987" cy="265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algn="just" eaLnBrk="0" hangingPunct="0">
              <a:lnSpc>
                <a:spcPct val="80000"/>
              </a:lnSpc>
            </a:pPr>
            <a:r>
              <a:rPr lang="en-US" altLang="zh-CN" sz="20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1</a:t>
            </a:r>
          </a:p>
        </p:txBody>
      </p:sp>
      <p:sp>
        <p:nvSpPr>
          <p:cNvPr id="31771" name="Text Box 29"/>
          <p:cNvSpPr txBox="1">
            <a:spLocks noChangeArrowheads="1"/>
          </p:cNvSpPr>
          <p:nvPr/>
        </p:nvSpPr>
        <p:spPr bwMode="auto">
          <a:xfrm>
            <a:off x="6750050" y="4865688"/>
            <a:ext cx="280987" cy="263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algn="just" eaLnBrk="0" hangingPunct="0">
              <a:lnSpc>
                <a:spcPct val="80000"/>
              </a:lnSpc>
            </a:pPr>
            <a:r>
              <a:rPr lang="en-US" altLang="zh-CN" sz="20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1</a:t>
            </a:r>
          </a:p>
        </p:txBody>
      </p:sp>
      <p:sp>
        <p:nvSpPr>
          <p:cNvPr id="31772" name="Text Box 30"/>
          <p:cNvSpPr txBox="1">
            <a:spLocks noChangeArrowheads="1"/>
          </p:cNvSpPr>
          <p:nvPr/>
        </p:nvSpPr>
        <p:spPr bwMode="auto">
          <a:xfrm>
            <a:off x="5191125" y="2905125"/>
            <a:ext cx="279400" cy="263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algn="just" eaLnBrk="0" hangingPunct="0">
              <a:lnSpc>
                <a:spcPct val="80000"/>
              </a:lnSpc>
            </a:pPr>
            <a:r>
              <a:rPr lang="en-US" altLang="zh-CN" sz="20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0</a:t>
            </a:r>
          </a:p>
        </p:txBody>
      </p:sp>
      <p:sp>
        <p:nvSpPr>
          <p:cNvPr id="31773" name="Text Box 31"/>
          <p:cNvSpPr txBox="1">
            <a:spLocks noChangeArrowheads="1"/>
          </p:cNvSpPr>
          <p:nvPr/>
        </p:nvSpPr>
        <p:spPr bwMode="auto">
          <a:xfrm>
            <a:off x="2616200" y="3887788"/>
            <a:ext cx="280987" cy="263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algn="just" eaLnBrk="0" hangingPunct="0">
              <a:lnSpc>
                <a:spcPct val="80000"/>
              </a:lnSpc>
            </a:pPr>
            <a:r>
              <a:rPr lang="en-US" altLang="zh-CN" sz="20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0</a:t>
            </a:r>
          </a:p>
        </p:txBody>
      </p:sp>
      <p:sp>
        <p:nvSpPr>
          <p:cNvPr id="31774" name="Text Box 32"/>
          <p:cNvSpPr txBox="1">
            <a:spLocks noChangeArrowheads="1"/>
          </p:cNvSpPr>
          <p:nvPr/>
        </p:nvSpPr>
        <p:spPr bwMode="auto">
          <a:xfrm>
            <a:off x="3381375" y="4838700"/>
            <a:ext cx="280987" cy="263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algn="just" eaLnBrk="0" hangingPunct="0">
              <a:lnSpc>
                <a:spcPct val="80000"/>
              </a:lnSpc>
            </a:pPr>
            <a:r>
              <a:rPr lang="en-US" altLang="zh-CN" sz="20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0</a:t>
            </a:r>
          </a:p>
        </p:txBody>
      </p:sp>
      <p:sp>
        <p:nvSpPr>
          <p:cNvPr id="31775" name="Text Box 33"/>
          <p:cNvSpPr txBox="1">
            <a:spLocks noChangeArrowheads="1"/>
          </p:cNvSpPr>
          <p:nvPr/>
        </p:nvSpPr>
        <p:spPr bwMode="auto">
          <a:xfrm>
            <a:off x="5861050" y="4856163"/>
            <a:ext cx="280987" cy="265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algn="just" eaLnBrk="0" hangingPunct="0">
              <a:lnSpc>
                <a:spcPct val="80000"/>
              </a:lnSpc>
            </a:pPr>
            <a:r>
              <a:rPr lang="en-US" altLang="zh-CN" sz="20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0</a:t>
            </a:r>
          </a:p>
        </p:txBody>
      </p:sp>
      <p:sp>
        <p:nvSpPr>
          <p:cNvPr id="31776" name="Text Box 34"/>
          <p:cNvSpPr txBox="1">
            <a:spLocks noChangeArrowheads="1"/>
          </p:cNvSpPr>
          <p:nvPr/>
        </p:nvSpPr>
        <p:spPr bwMode="auto">
          <a:xfrm>
            <a:off x="7062788" y="3932238"/>
            <a:ext cx="280987" cy="263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algn="just" eaLnBrk="0" hangingPunct="0">
              <a:lnSpc>
                <a:spcPct val="80000"/>
              </a:lnSpc>
            </a:pPr>
            <a:r>
              <a:rPr lang="en-US" altLang="zh-CN" sz="20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0</a:t>
            </a:r>
          </a:p>
        </p:txBody>
      </p:sp>
      <p:sp>
        <p:nvSpPr>
          <p:cNvPr id="31777" name="Text Box 35"/>
          <p:cNvSpPr txBox="1">
            <a:spLocks noChangeArrowheads="1"/>
          </p:cNvSpPr>
          <p:nvPr/>
        </p:nvSpPr>
        <p:spPr bwMode="auto">
          <a:xfrm>
            <a:off x="7842250" y="4838700"/>
            <a:ext cx="280987" cy="263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algn="just" eaLnBrk="0" hangingPunct="0">
              <a:lnSpc>
                <a:spcPct val="80000"/>
              </a:lnSpc>
            </a:pPr>
            <a:r>
              <a:rPr lang="en-US" altLang="zh-CN" sz="20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0</a:t>
            </a:r>
          </a:p>
        </p:txBody>
      </p:sp>
      <p:sp>
        <p:nvSpPr>
          <p:cNvPr id="31778" name="Text Box 36"/>
          <p:cNvSpPr txBox="1">
            <a:spLocks noChangeArrowheads="1"/>
          </p:cNvSpPr>
          <p:nvPr/>
        </p:nvSpPr>
        <p:spPr bwMode="auto">
          <a:xfrm>
            <a:off x="5595938" y="3797300"/>
            <a:ext cx="280987" cy="263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algn="just" eaLnBrk="0" hangingPunct="0">
              <a:lnSpc>
                <a:spcPct val="80000"/>
              </a:lnSpc>
            </a:pPr>
            <a:r>
              <a:rPr lang="en-US" altLang="zh-CN" sz="20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1</a:t>
            </a:r>
          </a:p>
        </p:txBody>
      </p:sp>
      <p:sp>
        <p:nvSpPr>
          <p:cNvPr id="31779" name="Oval 37"/>
          <p:cNvSpPr>
            <a:spLocks noChangeArrowheads="1"/>
          </p:cNvSpPr>
          <p:nvPr/>
        </p:nvSpPr>
        <p:spPr bwMode="auto">
          <a:xfrm>
            <a:off x="3911600" y="2781300"/>
            <a:ext cx="423862" cy="373063"/>
          </a:xfrm>
          <a:prstGeom prst="ellips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lIns="28800" tIns="0" rIns="0" bIns="0"/>
          <a:lstStyle/>
          <a:p>
            <a:pPr algn="just" eaLnBrk="0" hangingPunct="0">
              <a:lnSpc>
                <a:spcPct val="72000"/>
              </a:lnSpc>
            </a:pPr>
            <a:r>
              <a:rPr lang="en-US" altLang="zh-CN" sz="20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1</a:t>
            </a:r>
            <a:endParaRPr lang="en-US" altLang="zh-CN" sz="2000" b="1" i="1">
              <a:solidFill>
                <a:schemeClr val="tx1"/>
              </a:solidFill>
              <a:latin typeface="Times New Roman" pitchFamily="18" charset="0"/>
              <a:ea typeface="宋体" charset="-122"/>
            </a:endParaRPr>
          </a:p>
        </p:txBody>
      </p:sp>
      <p:sp>
        <p:nvSpPr>
          <p:cNvPr id="31780" name="Oval 38"/>
          <p:cNvSpPr>
            <a:spLocks noChangeArrowheads="1"/>
          </p:cNvSpPr>
          <p:nvPr/>
        </p:nvSpPr>
        <p:spPr bwMode="auto">
          <a:xfrm>
            <a:off x="1820863" y="3440113"/>
            <a:ext cx="423862" cy="373063"/>
          </a:xfrm>
          <a:prstGeom prst="ellips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lIns="28800" tIns="0" rIns="0" bIns="0"/>
          <a:lstStyle/>
          <a:p>
            <a:pPr algn="just" eaLnBrk="0" hangingPunct="0">
              <a:lnSpc>
                <a:spcPct val="72000"/>
              </a:lnSpc>
            </a:pPr>
            <a:r>
              <a:rPr lang="en-US" altLang="zh-CN" sz="20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2</a:t>
            </a:r>
            <a:endParaRPr lang="en-US" altLang="zh-CN" sz="2000" b="1" i="1">
              <a:solidFill>
                <a:schemeClr val="tx1"/>
              </a:solidFill>
              <a:latin typeface="Times New Roman" pitchFamily="18" charset="0"/>
              <a:ea typeface="宋体" charset="-122"/>
            </a:endParaRPr>
          </a:p>
        </p:txBody>
      </p:sp>
      <p:sp>
        <p:nvSpPr>
          <p:cNvPr id="31781" name="Oval 39"/>
          <p:cNvSpPr>
            <a:spLocks noChangeArrowheads="1"/>
          </p:cNvSpPr>
          <p:nvPr/>
        </p:nvSpPr>
        <p:spPr bwMode="auto">
          <a:xfrm>
            <a:off x="900113" y="4319588"/>
            <a:ext cx="425450" cy="374650"/>
          </a:xfrm>
          <a:prstGeom prst="ellips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lIns="28800" tIns="0" rIns="0" bIns="0"/>
          <a:lstStyle/>
          <a:p>
            <a:pPr algn="just" eaLnBrk="0" hangingPunct="0"/>
            <a:endParaRPr lang="zh-CN" altLang="zh-CN" sz="2000" b="1">
              <a:solidFill>
                <a:schemeClr val="tx1"/>
              </a:solidFill>
              <a:latin typeface="Times New Roman" pitchFamily="18" charset="0"/>
              <a:ea typeface="宋体" charset="-122"/>
            </a:endParaRPr>
          </a:p>
        </p:txBody>
      </p:sp>
      <p:sp>
        <p:nvSpPr>
          <p:cNvPr id="31782" name="Oval 40"/>
          <p:cNvSpPr>
            <a:spLocks noChangeArrowheads="1"/>
          </p:cNvSpPr>
          <p:nvPr/>
        </p:nvSpPr>
        <p:spPr bwMode="auto">
          <a:xfrm>
            <a:off x="3225800" y="5359400"/>
            <a:ext cx="423862" cy="373063"/>
          </a:xfrm>
          <a:prstGeom prst="ellips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lIns="28800" tIns="0" rIns="0" bIns="0"/>
          <a:lstStyle/>
          <a:p>
            <a:pPr algn="just" eaLnBrk="0" hangingPunct="0">
              <a:lnSpc>
                <a:spcPct val="72000"/>
              </a:lnSpc>
            </a:pPr>
            <a:r>
              <a:rPr lang="en-US" altLang="zh-CN" sz="20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8</a:t>
            </a:r>
            <a:endParaRPr lang="en-US" altLang="zh-CN" sz="2000" b="1" i="1">
              <a:solidFill>
                <a:schemeClr val="tx1"/>
              </a:solidFill>
              <a:latin typeface="Times New Roman" pitchFamily="18" charset="0"/>
              <a:ea typeface="宋体" charset="-122"/>
            </a:endParaRPr>
          </a:p>
        </p:txBody>
      </p:sp>
      <p:sp>
        <p:nvSpPr>
          <p:cNvPr id="31783" name="Oval 41"/>
          <p:cNvSpPr>
            <a:spLocks noChangeArrowheads="1"/>
          </p:cNvSpPr>
          <p:nvPr/>
        </p:nvSpPr>
        <p:spPr bwMode="auto">
          <a:xfrm>
            <a:off x="4752975" y="5356225"/>
            <a:ext cx="425450" cy="374650"/>
          </a:xfrm>
          <a:prstGeom prst="ellips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lIns="0" tIns="0" rIns="0" bIns="0"/>
          <a:lstStyle/>
          <a:p>
            <a:pPr algn="just" eaLnBrk="0" hangingPunct="0">
              <a:lnSpc>
                <a:spcPct val="72000"/>
              </a:lnSpc>
            </a:pPr>
            <a:r>
              <a:rPr lang="en-US" altLang="zh-CN" sz="20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11</a:t>
            </a:r>
            <a:endParaRPr lang="en-US" altLang="zh-CN" sz="2000" b="1" i="1">
              <a:solidFill>
                <a:schemeClr val="tx1"/>
              </a:solidFill>
              <a:latin typeface="Times New Roman" pitchFamily="18" charset="0"/>
              <a:ea typeface="宋体" charset="-122"/>
            </a:endParaRPr>
          </a:p>
        </p:txBody>
      </p:sp>
      <p:sp>
        <p:nvSpPr>
          <p:cNvPr id="31784" name="Oval 42"/>
          <p:cNvSpPr>
            <a:spLocks noChangeArrowheads="1"/>
          </p:cNvSpPr>
          <p:nvPr/>
        </p:nvSpPr>
        <p:spPr bwMode="auto">
          <a:xfrm>
            <a:off x="5721350" y="5389563"/>
            <a:ext cx="423862" cy="374650"/>
          </a:xfrm>
          <a:prstGeom prst="ellips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lIns="0" tIns="0" rIns="0" bIns="0"/>
          <a:lstStyle/>
          <a:p>
            <a:pPr algn="just" eaLnBrk="0" hangingPunct="0">
              <a:lnSpc>
                <a:spcPct val="72000"/>
              </a:lnSpc>
            </a:pPr>
            <a:r>
              <a:rPr lang="en-US" altLang="zh-CN" sz="20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12</a:t>
            </a:r>
            <a:endParaRPr lang="en-US" altLang="zh-CN" sz="2000" b="1" i="1">
              <a:solidFill>
                <a:schemeClr val="tx1"/>
              </a:solidFill>
              <a:latin typeface="Times New Roman" pitchFamily="18" charset="0"/>
              <a:ea typeface="宋体" charset="-122"/>
            </a:endParaRPr>
          </a:p>
        </p:txBody>
      </p:sp>
      <p:sp>
        <p:nvSpPr>
          <p:cNvPr id="31785" name="Oval 43"/>
          <p:cNvSpPr>
            <a:spLocks noChangeArrowheads="1"/>
          </p:cNvSpPr>
          <p:nvPr/>
        </p:nvSpPr>
        <p:spPr bwMode="auto">
          <a:xfrm>
            <a:off x="6750050" y="5373688"/>
            <a:ext cx="423862" cy="374650"/>
          </a:xfrm>
          <a:prstGeom prst="ellips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lIns="0" tIns="0" rIns="0" bIns="0"/>
          <a:lstStyle/>
          <a:p>
            <a:pPr algn="just" eaLnBrk="0" hangingPunct="0">
              <a:lnSpc>
                <a:spcPct val="72000"/>
              </a:lnSpc>
            </a:pPr>
            <a:r>
              <a:rPr lang="en-US" altLang="zh-CN" sz="20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14</a:t>
            </a:r>
            <a:endParaRPr lang="en-US" altLang="zh-CN" sz="2000" b="1" i="1">
              <a:solidFill>
                <a:schemeClr val="tx1"/>
              </a:solidFill>
              <a:latin typeface="Times New Roman" pitchFamily="18" charset="0"/>
              <a:ea typeface="宋体" charset="-122"/>
            </a:endParaRPr>
          </a:p>
        </p:txBody>
      </p:sp>
      <p:sp>
        <p:nvSpPr>
          <p:cNvPr id="31786" name="Oval 44"/>
          <p:cNvSpPr>
            <a:spLocks noChangeArrowheads="1"/>
          </p:cNvSpPr>
          <p:nvPr/>
        </p:nvSpPr>
        <p:spPr bwMode="auto">
          <a:xfrm>
            <a:off x="7686675" y="5373688"/>
            <a:ext cx="423862" cy="374650"/>
          </a:xfrm>
          <a:prstGeom prst="ellips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lIns="0" tIns="0" rIns="0" bIns="0"/>
          <a:lstStyle/>
          <a:p>
            <a:pPr algn="just" eaLnBrk="0" hangingPunct="0">
              <a:lnSpc>
                <a:spcPct val="72000"/>
              </a:lnSpc>
            </a:pPr>
            <a:r>
              <a:rPr lang="en-US" altLang="zh-CN" sz="20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15</a:t>
            </a:r>
            <a:endParaRPr lang="en-US" altLang="zh-CN" sz="2000" b="1" i="1">
              <a:solidFill>
                <a:schemeClr val="tx1"/>
              </a:solidFill>
              <a:latin typeface="Times New Roman" pitchFamily="18" charset="0"/>
              <a:ea typeface="宋体" charset="-122"/>
            </a:endParaRPr>
          </a:p>
        </p:txBody>
      </p:sp>
      <p:sp>
        <p:nvSpPr>
          <p:cNvPr id="31787" name="Oval 45"/>
          <p:cNvSpPr>
            <a:spLocks noChangeArrowheads="1"/>
          </p:cNvSpPr>
          <p:nvPr/>
        </p:nvSpPr>
        <p:spPr bwMode="auto">
          <a:xfrm>
            <a:off x="7186613" y="4351338"/>
            <a:ext cx="425450" cy="373063"/>
          </a:xfrm>
          <a:prstGeom prst="ellips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lIns="0" tIns="0" rIns="0" bIns="0"/>
          <a:lstStyle/>
          <a:p>
            <a:pPr algn="just" eaLnBrk="0" hangingPunct="0">
              <a:lnSpc>
                <a:spcPct val="72000"/>
              </a:lnSpc>
            </a:pPr>
            <a:r>
              <a:rPr lang="en-US" altLang="zh-CN" sz="20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13</a:t>
            </a:r>
            <a:endParaRPr lang="en-US" altLang="zh-CN" sz="2000" b="1" i="1">
              <a:solidFill>
                <a:schemeClr val="tx1"/>
              </a:solidFill>
              <a:latin typeface="Times New Roman" pitchFamily="18" charset="0"/>
              <a:ea typeface="宋体" charset="-122"/>
            </a:endParaRPr>
          </a:p>
        </p:txBody>
      </p:sp>
      <p:sp>
        <p:nvSpPr>
          <p:cNvPr id="31788" name="Oval 46"/>
          <p:cNvSpPr>
            <a:spLocks noChangeArrowheads="1"/>
          </p:cNvSpPr>
          <p:nvPr/>
        </p:nvSpPr>
        <p:spPr bwMode="auto">
          <a:xfrm>
            <a:off x="5253038" y="4329113"/>
            <a:ext cx="423862" cy="373063"/>
          </a:xfrm>
          <a:prstGeom prst="ellips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lIns="0" tIns="0" rIns="0" bIns="0"/>
          <a:lstStyle/>
          <a:p>
            <a:pPr algn="just" eaLnBrk="0" hangingPunct="0">
              <a:lnSpc>
                <a:spcPct val="72000"/>
              </a:lnSpc>
            </a:pPr>
            <a:r>
              <a:rPr lang="en-US" altLang="zh-CN" sz="20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10</a:t>
            </a:r>
            <a:endParaRPr lang="en-US" altLang="zh-CN" sz="2000" b="1" i="1">
              <a:solidFill>
                <a:schemeClr val="tx1"/>
              </a:solidFill>
              <a:latin typeface="Times New Roman" pitchFamily="18" charset="0"/>
              <a:ea typeface="宋体" charset="-122"/>
            </a:endParaRPr>
          </a:p>
        </p:txBody>
      </p:sp>
      <p:sp>
        <p:nvSpPr>
          <p:cNvPr id="31789" name="Oval 47"/>
          <p:cNvSpPr>
            <a:spLocks noChangeArrowheads="1"/>
          </p:cNvSpPr>
          <p:nvPr/>
        </p:nvSpPr>
        <p:spPr bwMode="auto">
          <a:xfrm>
            <a:off x="2725738" y="4351338"/>
            <a:ext cx="423862" cy="373063"/>
          </a:xfrm>
          <a:prstGeom prst="ellips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lIns="28800" tIns="0" rIns="0" bIns="0"/>
          <a:lstStyle/>
          <a:p>
            <a:pPr algn="just" eaLnBrk="0" hangingPunct="0">
              <a:lnSpc>
                <a:spcPct val="72000"/>
              </a:lnSpc>
            </a:pPr>
            <a:r>
              <a:rPr lang="en-US" altLang="zh-CN" sz="20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6</a:t>
            </a:r>
            <a:endParaRPr lang="en-US" altLang="zh-CN" sz="2000" b="1" i="1">
              <a:solidFill>
                <a:schemeClr val="tx1"/>
              </a:solidFill>
              <a:latin typeface="Times New Roman" pitchFamily="18" charset="0"/>
              <a:ea typeface="宋体" charset="-122"/>
            </a:endParaRPr>
          </a:p>
        </p:txBody>
      </p:sp>
      <p:sp>
        <p:nvSpPr>
          <p:cNvPr id="31790" name="Oval 48"/>
          <p:cNvSpPr>
            <a:spLocks noChangeArrowheads="1"/>
          </p:cNvSpPr>
          <p:nvPr/>
        </p:nvSpPr>
        <p:spPr bwMode="auto">
          <a:xfrm>
            <a:off x="6173788" y="3400425"/>
            <a:ext cx="423862" cy="373063"/>
          </a:xfrm>
          <a:prstGeom prst="ellips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lIns="28800" tIns="0" rIns="0" bIns="0"/>
          <a:lstStyle/>
          <a:p>
            <a:pPr algn="just" eaLnBrk="0" hangingPunct="0">
              <a:lnSpc>
                <a:spcPct val="72000"/>
              </a:lnSpc>
            </a:pPr>
            <a:r>
              <a:rPr lang="en-US" altLang="zh-CN" sz="20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9</a:t>
            </a:r>
            <a:endParaRPr lang="en-US" altLang="zh-CN" sz="2000" b="1" i="1">
              <a:solidFill>
                <a:schemeClr val="tx1"/>
              </a:solidFill>
              <a:latin typeface="Times New Roman" pitchFamily="18" charset="0"/>
              <a:ea typeface="宋体" charset="-122"/>
            </a:endParaRPr>
          </a:p>
        </p:txBody>
      </p:sp>
      <p:sp>
        <p:nvSpPr>
          <p:cNvPr id="31791" name="Line 49"/>
          <p:cNvSpPr>
            <a:spLocks noChangeShapeType="1"/>
          </p:cNvSpPr>
          <p:nvPr/>
        </p:nvSpPr>
        <p:spPr bwMode="auto">
          <a:xfrm>
            <a:off x="979488" y="4367213"/>
            <a:ext cx="265112" cy="27622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792" name="Line 50"/>
          <p:cNvSpPr>
            <a:spLocks noChangeShapeType="1"/>
          </p:cNvSpPr>
          <p:nvPr/>
        </p:nvSpPr>
        <p:spPr bwMode="auto">
          <a:xfrm flipH="1">
            <a:off x="979488" y="4379913"/>
            <a:ext cx="265112" cy="29051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793" name="Oval 51"/>
          <p:cNvSpPr>
            <a:spLocks noChangeArrowheads="1"/>
          </p:cNvSpPr>
          <p:nvPr/>
        </p:nvSpPr>
        <p:spPr bwMode="auto">
          <a:xfrm>
            <a:off x="2243138" y="5346700"/>
            <a:ext cx="423862" cy="373063"/>
          </a:xfrm>
          <a:prstGeom prst="ellips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lIns="28800" tIns="0" rIns="0" bIns="0"/>
          <a:lstStyle/>
          <a:p>
            <a:pPr algn="just" eaLnBrk="0" hangingPunct="0"/>
            <a:endParaRPr lang="zh-CN" altLang="zh-CN" sz="2000" b="1">
              <a:solidFill>
                <a:schemeClr val="tx1"/>
              </a:solidFill>
              <a:latin typeface="Times New Roman" pitchFamily="18" charset="0"/>
              <a:ea typeface="宋体" charset="-122"/>
            </a:endParaRPr>
          </a:p>
        </p:txBody>
      </p:sp>
      <p:sp>
        <p:nvSpPr>
          <p:cNvPr id="31794" name="Line 52"/>
          <p:cNvSpPr>
            <a:spLocks noChangeShapeType="1"/>
          </p:cNvSpPr>
          <p:nvPr/>
        </p:nvSpPr>
        <p:spPr bwMode="auto">
          <a:xfrm>
            <a:off x="2320925" y="5392738"/>
            <a:ext cx="265112" cy="27781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795" name="Line 53"/>
          <p:cNvSpPr>
            <a:spLocks noChangeShapeType="1"/>
          </p:cNvSpPr>
          <p:nvPr/>
        </p:nvSpPr>
        <p:spPr bwMode="auto">
          <a:xfrm flipH="1">
            <a:off x="2320925" y="5407025"/>
            <a:ext cx="265112" cy="28892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747" name="Text Box 54"/>
          <p:cNvSpPr txBox="1">
            <a:spLocks noChangeArrowheads="1"/>
          </p:cNvSpPr>
          <p:nvPr/>
        </p:nvSpPr>
        <p:spPr bwMode="auto">
          <a:xfrm>
            <a:off x="611188" y="4919663"/>
            <a:ext cx="1201737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algn="just" eaLnBrk="0" hangingPunct="0">
              <a:lnSpc>
                <a:spcPct val="80000"/>
              </a:lnSpc>
            </a:pPr>
            <a:r>
              <a:rPr lang="zh-CN" altLang="en-US" sz="2000" b="1" dirty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不可行解</a:t>
            </a:r>
          </a:p>
        </p:txBody>
      </p:sp>
      <p:sp>
        <p:nvSpPr>
          <p:cNvPr id="53" name="文本占位符 5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 smtClean="0"/>
              <a:t>扩展练习</a:t>
            </a:r>
            <a:endParaRPr lang="zh-CN" altLang="en-US" dirty="0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17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317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317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317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317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17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0"/>
                                        <p:tgtEl>
                                          <p:spTgt spid="317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000"/>
                                        <p:tgtEl>
                                          <p:spTgt spid="31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000"/>
                                        <p:tgtEl>
                                          <p:spTgt spid="317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000"/>
                                        <p:tgtEl>
                                          <p:spTgt spid="317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17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2000"/>
                                        <p:tgtEl>
                                          <p:spTgt spid="317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000"/>
                                        <p:tgtEl>
                                          <p:spTgt spid="317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2000"/>
                                        <p:tgtEl>
                                          <p:spTgt spid="317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2000"/>
                                        <p:tgtEl>
                                          <p:spTgt spid="317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000"/>
                                        <p:tgtEl>
                                          <p:spTgt spid="317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2000"/>
                                        <p:tgtEl>
                                          <p:spTgt spid="317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2000"/>
                                        <p:tgtEl>
                                          <p:spTgt spid="317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2000"/>
                                        <p:tgtEl>
                                          <p:spTgt spid="317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2000"/>
                                        <p:tgtEl>
                                          <p:spTgt spid="317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000"/>
                                        <p:tgtEl>
                                          <p:spTgt spid="317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2000"/>
                                        <p:tgtEl>
                                          <p:spTgt spid="317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2000"/>
                                        <p:tgtEl>
                                          <p:spTgt spid="317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2000"/>
                                        <p:tgtEl>
                                          <p:spTgt spid="317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2000"/>
                                        <p:tgtEl>
                                          <p:spTgt spid="317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2000"/>
                                        <p:tgtEl>
                                          <p:spTgt spid="317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2000"/>
                                        <p:tgtEl>
                                          <p:spTgt spid="317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2000"/>
                                        <p:tgtEl>
                                          <p:spTgt spid="317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2000"/>
                                        <p:tgtEl>
                                          <p:spTgt spid="317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2000"/>
                                        <p:tgtEl>
                                          <p:spTgt spid="317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2000"/>
                                        <p:tgtEl>
                                          <p:spTgt spid="317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2000"/>
                                        <p:tgtEl>
                                          <p:spTgt spid="317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2000"/>
                                        <p:tgtEl>
                                          <p:spTgt spid="317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2000"/>
                                        <p:tgtEl>
                                          <p:spTgt spid="317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2000"/>
                                        <p:tgtEl>
                                          <p:spTgt spid="317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2000"/>
                                        <p:tgtEl>
                                          <p:spTgt spid="317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2000"/>
                                        <p:tgtEl>
                                          <p:spTgt spid="317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2000"/>
                                        <p:tgtEl>
                                          <p:spTgt spid="317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2000"/>
                                        <p:tgtEl>
                                          <p:spTgt spid="317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2000"/>
                                        <p:tgtEl>
                                          <p:spTgt spid="317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2000"/>
                                        <p:tgtEl>
                                          <p:spTgt spid="31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2000"/>
                                        <p:tgtEl>
                                          <p:spTgt spid="317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2000"/>
                                        <p:tgtEl>
                                          <p:spTgt spid="317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2000"/>
                                        <p:tgtEl>
                                          <p:spTgt spid="317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2000"/>
                                        <p:tgtEl>
                                          <p:spTgt spid="317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2000"/>
                                        <p:tgtEl>
                                          <p:spTgt spid="317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2000"/>
                                        <p:tgtEl>
                                          <p:spTgt spid="317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2000"/>
                                        <p:tgtEl>
                                          <p:spTgt spid="317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49" grpId="0"/>
      <p:bldP spid="31750" grpId="0"/>
      <p:bldP spid="31751" grpId="0"/>
      <p:bldP spid="31752" grpId="0"/>
      <p:bldP spid="31753" grpId="0"/>
      <p:bldP spid="31754" grpId="0"/>
      <p:bldP spid="31755" grpId="0"/>
      <p:bldP spid="31756" grpId="0" animBg="1"/>
      <p:bldP spid="31757" grpId="0" animBg="1"/>
      <p:bldP spid="31758" grpId="0" animBg="1"/>
      <p:bldP spid="31759" grpId="0" animBg="1"/>
      <p:bldP spid="31760" grpId="0" animBg="1"/>
      <p:bldP spid="31761" grpId="0" animBg="1"/>
      <p:bldP spid="31762" grpId="0" animBg="1"/>
      <p:bldP spid="31763" grpId="0" animBg="1"/>
      <p:bldP spid="31764" grpId="0" animBg="1"/>
      <p:bldP spid="31765" grpId="0" animBg="1"/>
      <p:bldP spid="31766" grpId="0" animBg="1"/>
      <p:bldP spid="31767" grpId="0" animBg="1"/>
      <p:bldP spid="31768" grpId="0"/>
      <p:bldP spid="31769" grpId="0"/>
      <p:bldP spid="31770" grpId="0"/>
      <p:bldP spid="31771" grpId="0"/>
      <p:bldP spid="31772" grpId="0"/>
      <p:bldP spid="31773" grpId="0"/>
      <p:bldP spid="31774" grpId="0"/>
      <p:bldP spid="31775" grpId="0"/>
      <p:bldP spid="31776" grpId="0"/>
      <p:bldP spid="31777" grpId="0"/>
      <p:bldP spid="31778" grpId="0"/>
      <p:bldP spid="31779" grpId="0" animBg="1"/>
      <p:bldP spid="31780" grpId="0" animBg="1"/>
      <p:bldP spid="31781" grpId="0" animBg="1"/>
      <p:bldP spid="31782" grpId="0" animBg="1"/>
      <p:bldP spid="31783" grpId="0" animBg="1"/>
      <p:bldP spid="31784" grpId="0" animBg="1"/>
      <p:bldP spid="31785" grpId="0" animBg="1"/>
      <p:bldP spid="31786" grpId="0" animBg="1"/>
      <p:bldP spid="31787" grpId="0" animBg="1"/>
      <p:bldP spid="31788" grpId="0" animBg="1"/>
      <p:bldP spid="31789" grpId="0" animBg="1"/>
      <p:bldP spid="31790" grpId="0" animBg="1"/>
      <p:bldP spid="31791" grpId="0" animBg="1"/>
      <p:bldP spid="31792" grpId="0" animBg="1"/>
      <p:bldP spid="31793" grpId="0" animBg="1"/>
      <p:bldP spid="31794" grpId="0" animBg="1"/>
      <p:bldP spid="31795" grpId="0" animBg="1"/>
      <p:bldP spid="31747" grpId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ext Box 2"/>
          <p:cNvSpPr txBox="1">
            <a:spLocks noChangeArrowheads="1"/>
          </p:cNvSpPr>
          <p:nvPr/>
        </p:nvSpPr>
        <p:spPr bwMode="auto">
          <a:xfrm>
            <a:off x="244269" y="1221597"/>
            <a:ext cx="5428615" cy="133267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ct val="50000"/>
              </a:spcBef>
            </a:pPr>
            <a:r>
              <a:rPr lang="en-US" altLang="zh-CN" sz="2000" b="1" dirty="0" smtClean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【</a:t>
            </a:r>
            <a:r>
              <a:rPr lang="zh-CN" altLang="en-US" sz="2000" b="1" dirty="0" smtClean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练习</a:t>
            </a:r>
            <a:r>
              <a:rPr lang="en-US" altLang="zh-CN" sz="2000" b="1" dirty="0" smtClean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1】</a:t>
            </a:r>
            <a:r>
              <a:rPr lang="zh-CN" altLang="en-US" sz="2000" b="1" dirty="0" smtClean="0">
                <a:solidFill>
                  <a:srgbClr val="0000FF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如</a:t>
            </a:r>
            <a:r>
              <a:rPr lang="zh-CN" altLang="en-US" sz="2000" b="1" dirty="0">
                <a:solidFill>
                  <a:srgbClr val="0000FF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图所示，请</a:t>
            </a:r>
            <a:r>
              <a:rPr lang="zh-CN" altLang="en-US" sz="2000" b="1" dirty="0">
                <a:solidFill>
                  <a:srgbClr val="0000FF"/>
                </a:solidFill>
                <a:latin typeface="宋体" panose="02010600030101010101" pitchFamily="2" charset="-122"/>
                <a:cs typeface="Times New Roman" panose="02020603050405020304" pitchFamily="18" charset="0"/>
                <a:sym typeface="+mn-ea"/>
              </a:rPr>
              <a:t>采用合适的剪枝策略，利用回溯法</a:t>
            </a:r>
            <a:r>
              <a:rPr lang="zh-CN" altLang="en-US" sz="2000" b="1" dirty="0">
                <a:solidFill>
                  <a:srgbClr val="0000FF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求</a:t>
            </a:r>
            <a:r>
              <a:rPr lang="zh-CN" altLang="en-US" sz="2000" b="1" dirty="0" smtClean="0">
                <a:solidFill>
                  <a:srgbClr val="0000FF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出该</a:t>
            </a:r>
            <a:r>
              <a:rPr lang="en-US" altLang="zh-CN" sz="2000" b="1" dirty="0" smtClean="0">
                <a:solidFill>
                  <a:srgbClr val="0000FF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TSP</a:t>
            </a:r>
            <a:r>
              <a:rPr lang="zh-CN" altLang="en-US" sz="2000" b="1" dirty="0" smtClean="0">
                <a:solidFill>
                  <a:srgbClr val="0000FF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问题的最</a:t>
            </a:r>
            <a:r>
              <a:rPr lang="zh-CN" altLang="en-US" sz="2000" b="1" dirty="0">
                <a:solidFill>
                  <a:srgbClr val="0000FF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优解</a:t>
            </a:r>
            <a:r>
              <a:rPr lang="zh-CN" altLang="en-US" sz="2000" b="1" dirty="0" smtClean="0">
                <a:solidFill>
                  <a:srgbClr val="0000FF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。请</a:t>
            </a:r>
            <a:r>
              <a:rPr lang="zh-CN" altLang="en-US" sz="2000" b="1" dirty="0">
                <a:solidFill>
                  <a:srgbClr val="0000FF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画出其对应的解空间树及求解过程。</a:t>
            </a:r>
          </a:p>
        </p:txBody>
      </p:sp>
      <p:graphicFrame>
        <p:nvGraphicFramePr>
          <p:cNvPr id="9218" name="Object 3"/>
          <p:cNvGraphicFramePr>
            <a:graphicFrameLocks noChangeAspect="1"/>
          </p:cNvGraphicFramePr>
          <p:nvPr/>
        </p:nvGraphicFramePr>
        <p:xfrm>
          <a:off x="5997886" y="2839072"/>
          <a:ext cx="2426970" cy="25279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594" name="图片" r:id="rId3" imgW="1323792" imgH="990453" progId="">
                  <p:embed/>
                </p:oleObj>
              </mc:Choice>
              <mc:Fallback>
                <p:oleObj name="图片" r:id="rId3" imgW="1323792" imgH="990453" progId="">
                  <p:embed/>
                  <p:pic>
                    <p:nvPicPr>
                      <p:cNvPr id="0" name="Object 3" descr="image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97886" y="2839072"/>
                        <a:ext cx="2426970" cy="252793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 Box 2"/>
          <p:cNvSpPr txBox="1">
            <a:spLocks noChangeArrowheads="1"/>
          </p:cNvSpPr>
          <p:nvPr/>
        </p:nvSpPr>
        <p:spPr bwMode="auto">
          <a:xfrm>
            <a:off x="347332" y="2597280"/>
            <a:ext cx="5428615" cy="320087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ct val="50000"/>
              </a:spcBef>
            </a:pPr>
            <a:r>
              <a:rPr lang="zh-CN" altLang="en-US" sz="2000" b="1" dirty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剪枝函数</a:t>
            </a:r>
            <a:r>
              <a:rPr lang="zh-CN" altLang="en-US" sz="20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：</a:t>
            </a:r>
          </a:p>
          <a:p>
            <a:pPr>
              <a:lnSpc>
                <a:spcPct val="130000"/>
              </a:lnSpc>
              <a:spcBef>
                <a:spcPct val="50000"/>
              </a:spcBef>
            </a:pPr>
            <a:r>
              <a:rPr lang="zh-CN" altLang="en-US" sz="20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　　当找到一个叶子结点时，求出其</a:t>
            </a:r>
            <a:r>
              <a:rPr lang="en-US" altLang="zh-CN" sz="20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path</a:t>
            </a:r>
            <a:r>
              <a:rPr lang="zh-CN" altLang="en-US" sz="20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对应的路径长度</a:t>
            </a:r>
            <a:r>
              <a:rPr lang="en-US" altLang="zh-CN" sz="2000" b="1" dirty="0" err="1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pathlen</a:t>
            </a:r>
            <a:r>
              <a:rPr lang="zh-CN" altLang="en-US" sz="20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，通过比较，将最短路径长度保存在</a:t>
            </a:r>
            <a:r>
              <a:rPr lang="en-US" altLang="zh-CN" sz="2000" b="1" dirty="0" err="1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minpathlen</a:t>
            </a:r>
            <a:r>
              <a:rPr lang="zh-CN" altLang="en-US" sz="20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中。</a:t>
            </a:r>
          </a:p>
          <a:p>
            <a:pPr>
              <a:lnSpc>
                <a:spcPct val="130000"/>
              </a:lnSpc>
              <a:spcBef>
                <a:spcPct val="50000"/>
              </a:spcBef>
            </a:pPr>
            <a:r>
              <a:rPr lang="zh-CN" altLang="en-US" sz="20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　　采用的</a:t>
            </a:r>
            <a:r>
              <a:rPr lang="zh-CN" altLang="en-US" sz="2000" b="1" dirty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剪</a:t>
            </a:r>
            <a:r>
              <a:rPr lang="zh-CN" altLang="en-US" sz="2000" b="1" dirty="0" smtClean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枝策略</a:t>
            </a:r>
            <a:r>
              <a:rPr lang="zh-CN" altLang="en-US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是</a:t>
            </a:r>
            <a:r>
              <a:rPr lang="zh-CN" altLang="en-US" sz="20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：当一个结点的当前路径长度</a:t>
            </a:r>
            <a:r>
              <a:rPr lang="en-US" altLang="zh-CN" sz="2000" b="1" dirty="0" err="1">
                <a:solidFill>
                  <a:srgbClr val="0000FF"/>
                </a:solidFill>
                <a:latin typeface="Consolas" pitchFamily="49" charset="0"/>
                <a:cs typeface="Consolas" pitchFamily="49" charset="0"/>
                <a:sym typeface="+mn-ea"/>
              </a:rPr>
              <a:t>pathlen&gt;=</a:t>
            </a:r>
            <a:r>
              <a:rPr lang="en-US" altLang="zh-CN" sz="2000" b="1" dirty="0" err="1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minpathlen</a:t>
            </a:r>
            <a:r>
              <a:rPr lang="zh-CN" altLang="en-US" sz="20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，该结点变成死结点。</a:t>
            </a:r>
          </a:p>
        </p:txBody>
      </p:sp>
      <p:sp>
        <p:nvSpPr>
          <p:cNvPr id="7" name="文本占位符 5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 smtClean="0">
                <a:sym typeface="+mn-ea"/>
              </a:rPr>
              <a:t>回溯法的设计思想</a:t>
            </a:r>
            <a:endParaRPr lang="zh-CN" altLang="en-US" dirty="0"/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610" name="Text Box 2"/>
          <p:cNvSpPr>
            <a:spLocks noChangeArrowheads="1"/>
          </p:cNvSpPr>
          <p:nvPr/>
        </p:nvSpPr>
        <p:spPr bwMode="auto">
          <a:xfrm>
            <a:off x="468630" y="-18415"/>
            <a:ext cx="7643495" cy="1076325"/>
          </a:xfrm>
          <a:prstGeom prst="rect">
            <a:avLst/>
          </a:prstGeom>
          <a:noFill/>
          <a:ln w="9525">
            <a:noFill/>
          </a:ln>
        </p:spPr>
        <p:txBody>
          <a:bodyPr vert="horz" rtlCol="0" anchor="ctr">
            <a:normAutofit/>
          </a:bodyPr>
          <a:lstStyle/>
          <a:p>
            <a:pPr lvl="0" algn="ctr" eaLnBrk="0" hangingPunct="0"/>
            <a:r>
              <a:rPr lang="en-US" altLang="zh-CN" sz="3200" b="1" kern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j-cs"/>
                <a:sym typeface="+mn-ea"/>
              </a:rPr>
              <a:t>采用回溯法求解TSP问题</a:t>
            </a:r>
          </a:p>
        </p:txBody>
      </p:sp>
      <p:graphicFrame>
        <p:nvGraphicFramePr>
          <p:cNvPr id="9218" name="Object 3"/>
          <p:cNvGraphicFramePr>
            <a:graphicFrameLocks noChangeAspect="1"/>
          </p:cNvGraphicFramePr>
          <p:nvPr/>
        </p:nvGraphicFramePr>
        <p:xfrm>
          <a:off x="70485" y="2183252"/>
          <a:ext cx="2426970" cy="25279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626" name="图片" r:id="rId3" imgW="1323792" imgH="990453" progId="">
                  <p:embed/>
                </p:oleObj>
              </mc:Choice>
              <mc:Fallback>
                <p:oleObj name="图片" r:id="rId3" imgW="1323792" imgH="990453" progId="">
                  <p:embed/>
                  <p:pic>
                    <p:nvPicPr>
                      <p:cNvPr id="0" name="Object 3" descr="image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485" y="2183252"/>
                        <a:ext cx="2426970" cy="252793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21" name="Text Box 4"/>
          <p:cNvSpPr txBox="1">
            <a:spLocks noChangeArrowheads="1"/>
          </p:cNvSpPr>
          <p:nvPr/>
        </p:nvSpPr>
        <p:spPr bwMode="auto">
          <a:xfrm>
            <a:off x="194945" y="1125855"/>
            <a:ext cx="8769985" cy="10156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0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　　</a:t>
            </a:r>
            <a:r>
              <a:rPr lang="en-US" altLang="zh-CN" sz="2000" b="1" dirty="0" smtClean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【</a:t>
            </a:r>
            <a:r>
              <a:rPr lang="zh-CN" altLang="en-US" sz="2000" b="1" dirty="0" smtClean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练习</a:t>
            </a:r>
            <a:r>
              <a:rPr lang="en-US" altLang="zh-CN" sz="2000" b="1" dirty="0" smtClean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2】</a:t>
            </a:r>
            <a:r>
              <a:rPr lang="zh-CN" altLang="en-US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设</a:t>
            </a:r>
            <a:r>
              <a:rPr lang="en-US" altLang="zh-CN" sz="2000" b="1" i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f</a:t>
            </a:r>
            <a:r>
              <a:rPr lang="en-US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(</a:t>
            </a:r>
            <a:r>
              <a:rPr lang="en-US" altLang="zh-CN" sz="2000" b="1" i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i</a:t>
            </a:r>
            <a:r>
              <a:rPr lang="en-US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,V‘)</a:t>
            </a:r>
            <a:r>
              <a:rPr lang="zh-CN" altLang="en-US" sz="20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表示从顶点</a:t>
            </a:r>
            <a:r>
              <a:rPr lang="en-US" altLang="zh-CN" sz="2000" b="1" i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i</a:t>
            </a:r>
            <a:r>
              <a:rPr lang="zh-CN" altLang="en-US" sz="20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出发经过</a:t>
            </a:r>
            <a:r>
              <a:rPr lang="en-US" altLang="zh-CN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V’</a:t>
            </a:r>
            <a:r>
              <a:rPr lang="zh-CN" altLang="en-US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（</a:t>
            </a:r>
            <a:r>
              <a:rPr lang="zh-CN" altLang="en-US" sz="20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它是一个顶点的集合）中各个顶点一次且仅一次，最后回到出发点</a:t>
            </a:r>
            <a:r>
              <a:rPr lang="en-US" altLang="zh-CN" sz="2000" b="1" i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s</a:t>
            </a:r>
            <a:r>
              <a:rPr lang="zh-CN" altLang="en-US" sz="20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的最短路径长度，采用回溯法求解该</a:t>
            </a:r>
            <a:r>
              <a:rPr lang="en-US" altLang="zh-CN" sz="20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TSP</a:t>
            </a:r>
            <a:r>
              <a:rPr lang="zh-CN" altLang="en-US" sz="20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问题的搜</a:t>
            </a:r>
            <a:r>
              <a:rPr lang="zh-CN" altLang="en-US" sz="2000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索树。</a:t>
            </a:r>
            <a:endParaRPr lang="en-US" altLang="zh-CN" sz="2000" b="1" dirty="0" smtClean="0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9222" name="Rectangle 6"/>
          <p:cNvSpPr>
            <a:spLocks noChangeArrowheads="1"/>
          </p:cNvSpPr>
          <p:nvPr/>
        </p:nvSpPr>
        <p:spPr bwMode="auto">
          <a:xfrm>
            <a:off x="0" y="2271713"/>
            <a:ext cx="9144000" cy="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9223" name="AutoShape 7"/>
          <p:cNvSpPr>
            <a:spLocks noChangeArrowheads="1"/>
          </p:cNvSpPr>
          <p:nvPr/>
        </p:nvSpPr>
        <p:spPr bwMode="auto">
          <a:xfrm>
            <a:off x="2497455" y="3618865"/>
            <a:ext cx="336550" cy="327660"/>
          </a:xfrm>
          <a:prstGeom prst="rightArrow">
            <a:avLst>
              <a:gd name="adj1" fmla="val 50000"/>
              <a:gd name="adj2" fmla="val 25000"/>
            </a:avLst>
          </a:prstGeom>
          <a:solidFill>
            <a:srgbClr val="006600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" name="组合 2"/>
          <p:cNvGrpSpPr/>
          <p:nvPr/>
        </p:nvGrpSpPr>
        <p:grpSpPr>
          <a:xfrm>
            <a:off x="2898775" y="1952112"/>
            <a:ext cx="6119495" cy="4032250"/>
            <a:chOff x="6065" y="4493"/>
            <a:chExt cx="7768" cy="5365"/>
          </a:xfrm>
        </p:grpSpPr>
        <p:graphicFrame>
          <p:nvGraphicFramePr>
            <p:cNvPr id="9219" name="Object 5"/>
            <p:cNvGraphicFramePr>
              <a:graphicFrameLocks noChangeAspect="1"/>
            </p:cNvGraphicFramePr>
            <p:nvPr/>
          </p:nvGraphicFramePr>
          <p:xfrm>
            <a:off x="6065" y="4493"/>
            <a:ext cx="7768" cy="531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8627" name="图片" r:id="rId5" imgW="3758668" imgH="2568591" progId="">
                    <p:embed/>
                  </p:oleObj>
                </mc:Choice>
                <mc:Fallback>
                  <p:oleObj name="图片" r:id="rId5" imgW="3758668" imgH="2568591" progId="">
                    <p:embed/>
                    <p:pic>
                      <p:nvPicPr>
                        <p:cNvPr id="0" name="Object 5" descr="image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065" y="4493"/>
                          <a:ext cx="7768" cy="531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" name="任意多边形 7"/>
            <p:cNvSpPr/>
            <p:nvPr/>
          </p:nvSpPr>
          <p:spPr>
            <a:xfrm>
              <a:off x="10195" y="5095"/>
              <a:ext cx="924" cy="4763"/>
            </a:xfrm>
            <a:custGeom>
              <a:avLst/>
              <a:gdLst>
                <a:gd name="connsiteX0" fmla="*/ 0 w 692385"/>
                <a:gd name="connsiteY0" fmla="*/ 0 h 3251200"/>
                <a:gd name="connsiteX1" fmla="*/ 135467 w 692385"/>
                <a:gd name="connsiteY1" fmla="*/ 1196623 h 3251200"/>
                <a:gd name="connsiteX2" fmla="*/ 609600 w 692385"/>
                <a:gd name="connsiteY2" fmla="*/ 1817512 h 3251200"/>
                <a:gd name="connsiteX3" fmla="*/ 632178 w 692385"/>
                <a:gd name="connsiteY3" fmla="*/ 3251200 h 3251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92385" h="3251200">
                  <a:moveTo>
                    <a:pt x="0" y="0"/>
                  </a:moveTo>
                  <a:cubicBezTo>
                    <a:pt x="16933" y="446852"/>
                    <a:pt x="33867" y="893704"/>
                    <a:pt x="135467" y="1196623"/>
                  </a:cubicBezTo>
                  <a:cubicBezTo>
                    <a:pt x="237067" y="1499542"/>
                    <a:pt x="526815" y="1475083"/>
                    <a:pt x="609600" y="1817512"/>
                  </a:cubicBezTo>
                  <a:cubicBezTo>
                    <a:pt x="692385" y="2159941"/>
                    <a:pt x="662281" y="2705570"/>
                    <a:pt x="632178" y="3251200"/>
                  </a:cubicBezTo>
                </a:path>
              </a:pathLst>
            </a:custGeom>
            <a:ln w="38100">
              <a:solidFill>
                <a:srgbClr val="CC3300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>
                <a:ln w="38100">
                  <a:noFill/>
                </a:ln>
              </a:endParaRPr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6516280" y="6063506"/>
            <a:ext cx="107157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 smtClean="0">
                <a:solidFill>
                  <a:srgbClr val="FF0000"/>
                </a:solidFill>
                <a:latin typeface="宋体" panose="02010600030101010101" pitchFamily="2" charset="-122"/>
              </a:rPr>
              <a:t>终点</a:t>
            </a:r>
            <a:r>
              <a:rPr lang="en-US" altLang="zh-CN" sz="1600" b="1" dirty="0" smtClean="0">
                <a:solidFill>
                  <a:srgbClr val="FF0000"/>
                </a:solidFill>
                <a:latin typeface="宋体" panose="02010600030101010101" pitchFamily="2" charset="-122"/>
              </a:rPr>
              <a:t>0</a:t>
            </a:r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 smtClean="0"/>
              <a:t>扩展练习</a:t>
            </a:r>
          </a:p>
        </p:txBody>
      </p:sp>
      <p:sp>
        <p:nvSpPr>
          <p:cNvPr id="12" name="矩形 11"/>
          <p:cNvSpPr/>
          <p:nvPr/>
        </p:nvSpPr>
        <p:spPr>
          <a:xfrm>
            <a:off x="317240" y="5979664"/>
            <a:ext cx="542108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图中阴影框表示最优解结点，每个结点旁的数字表示访问顺序，带</a:t>
            </a:r>
            <a:r>
              <a:rPr lang="zh-CN" altLang="en-US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</a:t>
            </a:r>
            <a:r>
              <a:rPr lang="zh-CN" altLang="en-US" b="1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的结点表示死结点。</a:t>
            </a:r>
            <a:endParaRPr lang="zh-CN" altLang="en-US" b="1" dirty="0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微软雅黑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2863</TotalTime>
  <Words>6204</Words>
  <Application>Microsoft Office PowerPoint</Application>
  <PresentationFormat>全屏显示(4:3)</PresentationFormat>
  <Paragraphs>1304</Paragraphs>
  <Slides>73</Slides>
  <Notes>1</Notes>
  <HiddenSlides>0</HiddenSlides>
  <MMClips>0</MMClips>
  <ScaleCrop>false</ScaleCrop>
  <HeadingPairs>
    <vt:vector size="6" baseType="variant"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73</vt:i4>
      </vt:variant>
    </vt:vector>
  </HeadingPairs>
  <TitlesOfParts>
    <vt:vector size="75" baseType="lpstr">
      <vt:lpstr>Office 主题​​</vt:lpstr>
      <vt:lpstr>图片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上图解向量表示为X[4,6,8,2,7,1,3,5]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四、算法分析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huangjin</dc:creator>
  <cp:lastModifiedBy>Windows User</cp:lastModifiedBy>
  <cp:revision>191</cp:revision>
  <dcterms:created xsi:type="dcterms:W3CDTF">2018-12-14T12:48:52Z</dcterms:created>
  <dcterms:modified xsi:type="dcterms:W3CDTF">2019-12-17T02:43:05Z</dcterms:modified>
</cp:coreProperties>
</file>