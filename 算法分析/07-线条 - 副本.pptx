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0" autoAdjust="0"/>
    <p:restoredTop sz="94660"/>
  </p:normalViewPr>
  <p:slideViewPr>
    <p:cSldViewPr snapToGrid="0">
      <p:cViewPr varScale="1">
        <p:scale>
          <a:sx n="85" d="100"/>
          <a:sy n="85" d="100"/>
        </p:scale>
        <p:origin x="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29002-8B23-41CC-8963-1AC123553F5B}" type="datetimeFigureOut">
              <a:rPr lang="zh-CN" altLang="en-US" smtClean="0"/>
              <a:t>2017/7/12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C76DC-1BD7-4FFC-A537-6414BCE5D5DD}" type="slidenum">
              <a:rPr lang="zh-CN" altLang="en-US" smtClean="0"/>
              <a:t>‹#›</a:t>
            </a:fld>
            <a:endParaRPr lang="zh-CN" altLang="en-US"/>
          </a:p>
        </p:txBody>
      </p:sp>
    </p:spTree>
    <p:extLst>
      <p:ext uri="{BB962C8B-B14F-4D97-AF65-F5344CB8AC3E}">
        <p14:creationId xmlns:p14="http://schemas.microsoft.com/office/powerpoint/2010/main" val="3090252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42888" y="1431925"/>
            <a:ext cx="6872287" cy="386556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4261582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3470756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485047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77462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3079890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169969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508535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208180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2115384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739275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204806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237174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909056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3257524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4102989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724169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539572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882608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672658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1561628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632663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852412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2242280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3418599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1663974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2930581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42888" y="1431925"/>
            <a:ext cx="6872287" cy="386556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1208424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63738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3954504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2787317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657764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115656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312675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3842521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3993513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2192862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110586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D6D1417-214A-4D8C-A3EF-1320484C7201}" type="datetimeFigureOut">
              <a:rPr lang="zh-CN" altLang="en-US" smtClean="0"/>
              <a:t>2017/7/12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1373415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6D1417-214A-4D8C-A3EF-1320484C7201}" type="datetimeFigureOut">
              <a:rPr lang="zh-CN" altLang="en-US" smtClean="0"/>
              <a:t>2017/7/12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26B6AB-8961-46A8-B041-5CDFC6676F66}" type="slidenum">
              <a:rPr lang="zh-CN" altLang="en-US" smtClean="0"/>
              <a:t>‹#›</a:t>
            </a:fld>
            <a:endParaRPr lang="zh-CN" altLang="en-US"/>
          </a:p>
        </p:txBody>
      </p:sp>
    </p:spTree>
    <p:extLst>
      <p:ext uri="{BB962C8B-B14F-4D97-AF65-F5344CB8AC3E}">
        <p14:creationId xmlns:p14="http://schemas.microsoft.com/office/powerpoint/2010/main" val="2907528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bd24218a68ba4b70c817e5e6e508ee7e"/>
          <p:cNvPicPr>
            <a:picLocks noChangeAspect="1"/>
          </p:cNvPicPr>
          <p:nvPr/>
        </p:nvPicPr>
        <p:blipFill>
          <a:blip r:embed="rId3">
            <a:lum bright="-100000" contrast="-72000"/>
          </a:blip>
          <a:stretch>
            <a:fillRect/>
          </a:stretch>
        </p:blipFill>
        <p:spPr>
          <a:xfrm rot="2760000" flipH="1">
            <a:off x="-2854325" y="-1299845"/>
            <a:ext cx="5967730" cy="7909560"/>
          </a:xfrm>
          <a:prstGeom prst="rect">
            <a:avLst/>
          </a:prstGeom>
        </p:spPr>
      </p:pic>
      <p:pic>
        <p:nvPicPr>
          <p:cNvPr id="8" name="图片 7" descr="bd24218a68ba4b70c817e5e6e508ee7e"/>
          <p:cNvPicPr>
            <a:picLocks noChangeAspect="1"/>
          </p:cNvPicPr>
          <p:nvPr/>
        </p:nvPicPr>
        <p:blipFill>
          <a:blip r:embed="rId3">
            <a:lum bright="-100000" contrast="-96000"/>
          </a:blip>
          <a:stretch>
            <a:fillRect/>
          </a:stretch>
        </p:blipFill>
        <p:spPr>
          <a:xfrm rot="2700000" flipH="1">
            <a:off x="10078598" y="-654050"/>
            <a:ext cx="5615305" cy="7442200"/>
          </a:xfrm>
          <a:prstGeom prst="rect">
            <a:avLst/>
          </a:prstGeom>
        </p:spPr>
      </p:pic>
      <p:sp>
        <p:nvSpPr>
          <p:cNvPr id="11" name="文本框 10"/>
          <p:cNvSpPr txBox="1"/>
          <p:nvPr/>
        </p:nvSpPr>
        <p:spPr>
          <a:xfrm>
            <a:off x="5573660" y="564527"/>
            <a:ext cx="1415772" cy="4524315"/>
          </a:xfrm>
          <a:prstGeom prst="rect">
            <a:avLst/>
          </a:prstGeom>
          <a:noFill/>
        </p:spPr>
        <p:txBody>
          <a:bodyPr vert="horz" wrap="square" rtlCol="0">
            <a:spAutoFit/>
          </a:bodyPr>
          <a:lstStyle/>
          <a:p>
            <a:pPr algn="ctr"/>
            <a:r>
              <a:rPr lang="zh-CN" altLang="en-US" sz="7200" spc="600" dirty="0" smtClean="0">
                <a:latin typeface="造字工房悦黑体验版纤细体" pitchFamily="50" charset="-122"/>
                <a:ea typeface="造字工房悦黑体验版纤细体" pitchFamily="50" charset="-122"/>
              </a:rPr>
              <a:t>线条艺术</a:t>
            </a:r>
            <a:endParaRPr lang="zh-CN" altLang="en-US" sz="7200" spc="600" dirty="0">
              <a:latin typeface="造字工房悦黑体验版纤细体" pitchFamily="50" charset="-122"/>
              <a:ea typeface="造字工房悦黑体验版纤细体" pitchFamily="50" charset="-122"/>
            </a:endParaRPr>
          </a:p>
        </p:txBody>
      </p:sp>
      <p:sp>
        <p:nvSpPr>
          <p:cNvPr id="9" name="文本框 8"/>
          <p:cNvSpPr txBox="1"/>
          <p:nvPr/>
        </p:nvSpPr>
        <p:spPr>
          <a:xfrm>
            <a:off x="3369527" y="5305474"/>
            <a:ext cx="5838206" cy="646331"/>
          </a:xfrm>
          <a:prstGeom prst="rect">
            <a:avLst/>
          </a:prstGeom>
          <a:noFill/>
        </p:spPr>
        <p:txBody>
          <a:bodyPr vert="horz" wrap="square" rtlCol="0">
            <a:spAutoFit/>
          </a:bodyPr>
          <a:lstStyle>
            <a:defPPr>
              <a:defRPr lang="zh-CN"/>
            </a:defPPr>
            <a:lvl1pPr algn="ctr">
              <a:defRPr sz="8800" spc="600">
                <a:latin typeface="造字工房悦黑体验版纤细体" pitchFamily="50" charset="-122"/>
                <a:ea typeface="造字工房悦黑体验版纤细体" pitchFamily="50" charset="-122"/>
              </a:defRPr>
            </a:lvl1pPr>
          </a:lstStyle>
          <a:p>
            <a:r>
              <a:rPr lang="en-US" altLang="zh-CN" sz="3600" dirty="0"/>
              <a:t>Business Template</a:t>
            </a:r>
          </a:p>
        </p:txBody>
      </p:sp>
    </p:spTree>
    <p:extLst>
      <p:ext uri="{BB962C8B-B14F-4D97-AF65-F5344CB8AC3E}">
        <p14:creationId xmlns:p14="http://schemas.microsoft.com/office/powerpoint/2010/main" val="3007512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bd24218a68ba4b70c817e5e6e508ee7e"/>
          <p:cNvPicPr>
            <a:picLocks noChangeAspect="1"/>
          </p:cNvPicPr>
          <p:nvPr/>
        </p:nvPicPr>
        <p:blipFill>
          <a:blip r:embed="rId3">
            <a:lum bright="-100000" contrast="-48000"/>
          </a:blip>
          <a:stretch>
            <a:fillRect/>
          </a:stretch>
        </p:blipFill>
        <p:spPr>
          <a:xfrm rot="18840000">
            <a:off x="7812405" y="-1583055"/>
            <a:ext cx="5967730" cy="7909560"/>
          </a:xfrm>
          <a:prstGeom prst="rect">
            <a:avLst/>
          </a:prstGeom>
        </p:spPr>
      </p:pic>
      <p:sp>
        <p:nvSpPr>
          <p:cNvPr id="6" name="文本框 5"/>
          <p:cNvSpPr txBox="1"/>
          <p:nvPr/>
        </p:nvSpPr>
        <p:spPr>
          <a:xfrm>
            <a:off x="412115" y="148590"/>
            <a:ext cx="4362450" cy="1859280"/>
          </a:xfrm>
          <a:prstGeom prst="rect">
            <a:avLst/>
          </a:prstGeom>
          <a:noFill/>
        </p:spPr>
        <p:txBody>
          <a:bodyPr wrap="square" rtlCol="0">
            <a:spAutoFit/>
          </a:bodyPr>
          <a:lstStyle/>
          <a:p>
            <a:r>
              <a:rPr lang="en-US" altLang="zh-CN" sz="11500">
                <a:ln w="3175">
                  <a:solidFill>
                    <a:sysClr val="windowText" lastClr="000000"/>
                  </a:solidFill>
                </a:ln>
                <a:solidFill>
                  <a:schemeClr val="bg1"/>
                </a:solidFill>
                <a:latin typeface="+mj-lt"/>
              </a:rPr>
              <a:t>C</a:t>
            </a:r>
            <a:r>
              <a:rPr lang="en-US" altLang="zh-CN" sz="5400">
                <a:latin typeface="+mj-lt"/>
              </a:rPr>
              <a:t>ONTENTS</a:t>
            </a:r>
          </a:p>
        </p:txBody>
      </p:sp>
      <p:grpSp>
        <p:nvGrpSpPr>
          <p:cNvPr id="11" name="组合 10"/>
          <p:cNvGrpSpPr/>
          <p:nvPr/>
        </p:nvGrpSpPr>
        <p:grpSpPr>
          <a:xfrm>
            <a:off x="1045210" y="2233930"/>
            <a:ext cx="5368925" cy="795020"/>
            <a:chOff x="1646" y="3518"/>
            <a:chExt cx="8455" cy="1252"/>
          </a:xfrm>
        </p:grpSpPr>
        <p:sp>
          <p:nvSpPr>
            <p:cNvPr id="8" name="文本框 7"/>
            <p:cNvSpPr txBox="1"/>
            <p:nvPr/>
          </p:nvSpPr>
          <p:spPr>
            <a:xfrm>
              <a:off x="1646" y="3611"/>
              <a:ext cx="2730" cy="1104"/>
            </a:xfrm>
            <a:prstGeom prst="rect">
              <a:avLst/>
            </a:prstGeom>
            <a:noFill/>
          </p:spPr>
          <p:txBody>
            <a:bodyPr wrap="square" rtlCol="0">
              <a:spAutoFit/>
            </a:bodyPr>
            <a:lstStyle/>
            <a:p>
              <a:r>
                <a:rPr lang="en-US" altLang="zh-CN" sz="4000">
                  <a:latin typeface="方正细圆简体" panose="02010601030101010101" charset="-122"/>
                  <a:ea typeface="方正细圆简体" panose="02010601030101010101" charset="-122"/>
                </a:rPr>
                <a:t>PART</a:t>
              </a:r>
              <a:endParaRPr lang="en-US" altLang="zh-CN" sz="4000" b="1">
                <a:latin typeface="方正细圆简体" panose="02010601030101010101" charset="-122"/>
                <a:ea typeface="方正细圆简体" panose="02010601030101010101" charset="-122"/>
              </a:endParaRPr>
            </a:p>
          </p:txBody>
        </p:sp>
        <p:sp>
          <p:nvSpPr>
            <p:cNvPr id="9" name="菱形 8"/>
            <p:cNvSpPr/>
            <p:nvPr/>
          </p:nvSpPr>
          <p:spPr>
            <a:xfrm>
              <a:off x="3725" y="3605"/>
              <a:ext cx="1024" cy="1024"/>
            </a:xfrm>
            <a:prstGeom prst="diamond">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方正细圆简体" panose="02010601030101010101" charset="-122"/>
                  <a:ea typeface="方正细圆简体" panose="02010601030101010101" charset="-122"/>
                </a:rPr>
                <a:t>1</a:t>
              </a:r>
            </a:p>
          </p:txBody>
        </p:sp>
        <p:sp>
          <p:nvSpPr>
            <p:cNvPr id="10" name="文本框 9"/>
            <p:cNvSpPr txBox="1"/>
            <p:nvPr/>
          </p:nvSpPr>
          <p:spPr>
            <a:xfrm>
              <a:off x="4749" y="3518"/>
              <a:ext cx="5352" cy="1252"/>
            </a:xfrm>
            <a:prstGeom prst="rect">
              <a:avLst/>
            </a:prstGeom>
            <a:noFill/>
          </p:spPr>
          <p:txBody>
            <a:bodyPr wrap="square" rtlCol="0">
              <a:spAutoFit/>
            </a:bodyPr>
            <a:lstStyle/>
            <a:p>
              <a:pPr algn="ctr">
                <a:lnSpc>
                  <a:spcPct val="11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p>
            <a:p>
              <a:pPr algn="ctr">
                <a:lnSpc>
                  <a:spcPct val="110000"/>
                </a:lnSpc>
              </a:pPr>
              <a:r>
                <a:rPr lang="zh-CN" altLang="en-US" sz="1400" spc="400">
                  <a:solidFill>
                    <a:schemeClr val="tx1"/>
                  </a:solidFill>
                  <a:uFillTx/>
                  <a:latin typeface="方正细圆简体" panose="02010601030101010101" charset="-122"/>
                  <a:ea typeface="方正细圆简体" panose="02010601030101010101" charset="-122"/>
                </a:rPr>
                <a:t>Click here to add title</a:t>
              </a:r>
            </a:p>
          </p:txBody>
        </p:sp>
      </p:grpSp>
      <p:grpSp>
        <p:nvGrpSpPr>
          <p:cNvPr id="12" name="组合 11"/>
          <p:cNvGrpSpPr/>
          <p:nvPr/>
        </p:nvGrpSpPr>
        <p:grpSpPr>
          <a:xfrm>
            <a:off x="1510665" y="3234690"/>
            <a:ext cx="5368925" cy="795020"/>
            <a:chOff x="1646" y="3518"/>
            <a:chExt cx="8455" cy="1252"/>
          </a:xfrm>
        </p:grpSpPr>
        <p:sp>
          <p:nvSpPr>
            <p:cNvPr id="13" name="文本框 12"/>
            <p:cNvSpPr txBox="1"/>
            <p:nvPr/>
          </p:nvSpPr>
          <p:spPr>
            <a:xfrm>
              <a:off x="1646" y="3653"/>
              <a:ext cx="2730" cy="1104"/>
            </a:xfrm>
            <a:prstGeom prst="rect">
              <a:avLst/>
            </a:prstGeom>
            <a:noFill/>
          </p:spPr>
          <p:txBody>
            <a:bodyPr wrap="square" rtlCol="0">
              <a:spAutoFit/>
            </a:bodyPr>
            <a:lstStyle/>
            <a:p>
              <a:r>
                <a:rPr lang="en-US" altLang="zh-CN" sz="4000">
                  <a:latin typeface="方正细圆简体" panose="02010601030101010101" charset="-122"/>
                  <a:ea typeface="方正细圆简体" panose="02010601030101010101" charset="-122"/>
                </a:rPr>
                <a:t>PART</a:t>
              </a:r>
              <a:endParaRPr lang="en-US" altLang="zh-CN" sz="4000" b="1">
                <a:latin typeface="方正细圆简体" panose="02010601030101010101" charset="-122"/>
                <a:ea typeface="方正细圆简体" panose="02010601030101010101" charset="-122"/>
              </a:endParaRPr>
            </a:p>
          </p:txBody>
        </p:sp>
        <p:sp>
          <p:nvSpPr>
            <p:cNvPr id="14" name="菱形 13"/>
            <p:cNvSpPr/>
            <p:nvPr/>
          </p:nvSpPr>
          <p:spPr>
            <a:xfrm>
              <a:off x="3725" y="3605"/>
              <a:ext cx="1024" cy="1024"/>
            </a:xfrm>
            <a:prstGeom prst="diamond">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方正细圆简体" panose="02010601030101010101" charset="-122"/>
                  <a:ea typeface="方正细圆简体" panose="02010601030101010101" charset="-122"/>
                </a:rPr>
                <a:t>2</a:t>
              </a:r>
            </a:p>
          </p:txBody>
        </p:sp>
        <p:sp>
          <p:nvSpPr>
            <p:cNvPr id="15" name="文本框 14"/>
            <p:cNvSpPr txBox="1"/>
            <p:nvPr/>
          </p:nvSpPr>
          <p:spPr>
            <a:xfrm>
              <a:off x="4749" y="3518"/>
              <a:ext cx="5352" cy="1252"/>
            </a:xfrm>
            <a:prstGeom prst="rect">
              <a:avLst/>
            </a:prstGeom>
            <a:noFill/>
          </p:spPr>
          <p:txBody>
            <a:bodyPr wrap="square" rtlCol="0">
              <a:spAutoFit/>
            </a:bodyPr>
            <a:lstStyle/>
            <a:p>
              <a:pPr algn="ctr">
                <a:lnSpc>
                  <a:spcPct val="11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p>
            <a:p>
              <a:pPr algn="ctr">
                <a:lnSpc>
                  <a:spcPct val="110000"/>
                </a:lnSpc>
              </a:pPr>
              <a:r>
                <a:rPr lang="zh-CN" altLang="en-US" sz="1400" spc="400">
                  <a:solidFill>
                    <a:schemeClr val="tx1"/>
                  </a:solidFill>
                  <a:uFillTx/>
                  <a:latin typeface="方正细圆简体" panose="02010601030101010101" charset="-122"/>
                  <a:ea typeface="方正细圆简体" panose="02010601030101010101" charset="-122"/>
                </a:rPr>
                <a:t>Click here to add title</a:t>
              </a:r>
            </a:p>
          </p:txBody>
        </p:sp>
      </p:grpSp>
      <p:grpSp>
        <p:nvGrpSpPr>
          <p:cNvPr id="16" name="组合 15"/>
          <p:cNvGrpSpPr/>
          <p:nvPr/>
        </p:nvGrpSpPr>
        <p:grpSpPr>
          <a:xfrm>
            <a:off x="2082800" y="4270375"/>
            <a:ext cx="5368925" cy="795020"/>
            <a:chOff x="1646" y="3518"/>
            <a:chExt cx="8455" cy="1252"/>
          </a:xfrm>
        </p:grpSpPr>
        <p:sp>
          <p:nvSpPr>
            <p:cNvPr id="17" name="文本框 16"/>
            <p:cNvSpPr txBox="1"/>
            <p:nvPr/>
          </p:nvSpPr>
          <p:spPr>
            <a:xfrm>
              <a:off x="1646" y="3653"/>
              <a:ext cx="2730" cy="1104"/>
            </a:xfrm>
            <a:prstGeom prst="rect">
              <a:avLst/>
            </a:prstGeom>
            <a:noFill/>
          </p:spPr>
          <p:txBody>
            <a:bodyPr wrap="square" rtlCol="0">
              <a:spAutoFit/>
            </a:bodyPr>
            <a:lstStyle/>
            <a:p>
              <a:r>
                <a:rPr lang="en-US" altLang="zh-CN" sz="4000">
                  <a:latin typeface="方正细圆简体" panose="02010601030101010101" charset="-122"/>
                  <a:ea typeface="方正细圆简体" panose="02010601030101010101" charset="-122"/>
                </a:rPr>
                <a:t>PART</a:t>
              </a:r>
              <a:endParaRPr lang="en-US" altLang="zh-CN" sz="4000" b="1">
                <a:latin typeface="方正细圆简体" panose="02010601030101010101" charset="-122"/>
                <a:ea typeface="方正细圆简体" panose="02010601030101010101" charset="-122"/>
              </a:endParaRPr>
            </a:p>
          </p:txBody>
        </p:sp>
        <p:sp>
          <p:nvSpPr>
            <p:cNvPr id="18" name="菱形 17"/>
            <p:cNvSpPr/>
            <p:nvPr/>
          </p:nvSpPr>
          <p:spPr>
            <a:xfrm>
              <a:off x="3725" y="3605"/>
              <a:ext cx="1024" cy="1024"/>
            </a:xfrm>
            <a:prstGeom prst="diamond">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方正细圆简体" panose="02010601030101010101" charset="-122"/>
                  <a:ea typeface="方正细圆简体" panose="02010601030101010101" charset="-122"/>
                </a:rPr>
                <a:t>3</a:t>
              </a:r>
            </a:p>
          </p:txBody>
        </p:sp>
        <p:sp>
          <p:nvSpPr>
            <p:cNvPr id="19" name="文本框 18"/>
            <p:cNvSpPr txBox="1"/>
            <p:nvPr/>
          </p:nvSpPr>
          <p:spPr>
            <a:xfrm>
              <a:off x="4749" y="3518"/>
              <a:ext cx="5352" cy="1252"/>
            </a:xfrm>
            <a:prstGeom prst="rect">
              <a:avLst/>
            </a:prstGeom>
            <a:noFill/>
          </p:spPr>
          <p:txBody>
            <a:bodyPr wrap="square" rtlCol="0">
              <a:spAutoFit/>
            </a:bodyPr>
            <a:lstStyle/>
            <a:p>
              <a:pPr algn="ctr">
                <a:lnSpc>
                  <a:spcPct val="11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p>
            <a:p>
              <a:pPr algn="ctr">
                <a:lnSpc>
                  <a:spcPct val="110000"/>
                </a:lnSpc>
              </a:pPr>
              <a:r>
                <a:rPr lang="zh-CN" altLang="en-US" sz="1400" spc="400">
                  <a:solidFill>
                    <a:schemeClr val="tx1"/>
                  </a:solidFill>
                  <a:uFillTx/>
                  <a:latin typeface="方正细圆简体" panose="02010601030101010101" charset="-122"/>
                  <a:ea typeface="方正细圆简体" panose="02010601030101010101" charset="-122"/>
                </a:rPr>
                <a:t>Click here to add title</a:t>
              </a:r>
            </a:p>
          </p:txBody>
        </p:sp>
      </p:grpSp>
      <p:grpSp>
        <p:nvGrpSpPr>
          <p:cNvPr id="20" name="组合 19"/>
          <p:cNvGrpSpPr/>
          <p:nvPr/>
        </p:nvGrpSpPr>
        <p:grpSpPr>
          <a:xfrm>
            <a:off x="2549525" y="5288915"/>
            <a:ext cx="5368925" cy="795020"/>
            <a:chOff x="1646" y="3518"/>
            <a:chExt cx="8455" cy="1252"/>
          </a:xfrm>
        </p:grpSpPr>
        <p:sp>
          <p:nvSpPr>
            <p:cNvPr id="21" name="文本框 20"/>
            <p:cNvSpPr txBox="1"/>
            <p:nvPr/>
          </p:nvSpPr>
          <p:spPr>
            <a:xfrm>
              <a:off x="1646" y="3653"/>
              <a:ext cx="2730" cy="1104"/>
            </a:xfrm>
            <a:prstGeom prst="rect">
              <a:avLst/>
            </a:prstGeom>
            <a:noFill/>
          </p:spPr>
          <p:txBody>
            <a:bodyPr wrap="square" rtlCol="0">
              <a:spAutoFit/>
            </a:bodyPr>
            <a:lstStyle/>
            <a:p>
              <a:r>
                <a:rPr lang="en-US" altLang="zh-CN" sz="4000">
                  <a:latin typeface="方正细圆简体" panose="02010601030101010101" charset="-122"/>
                  <a:ea typeface="方正细圆简体" panose="02010601030101010101" charset="-122"/>
                </a:rPr>
                <a:t>PART</a:t>
              </a:r>
              <a:endParaRPr lang="en-US" altLang="zh-CN" sz="4000" b="1">
                <a:latin typeface="方正细圆简体" panose="02010601030101010101" charset="-122"/>
                <a:ea typeface="方正细圆简体" panose="02010601030101010101" charset="-122"/>
              </a:endParaRPr>
            </a:p>
          </p:txBody>
        </p:sp>
        <p:sp>
          <p:nvSpPr>
            <p:cNvPr id="22" name="菱形 21"/>
            <p:cNvSpPr/>
            <p:nvPr/>
          </p:nvSpPr>
          <p:spPr>
            <a:xfrm>
              <a:off x="3725" y="3605"/>
              <a:ext cx="1024" cy="1024"/>
            </a:xfrm>
            <a:prstGeom prst="diamond">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方正细圆简体" panose="02010601030101010101" charset="-122"/>
                  <a:ea typeface="方正细圆简体" panose="02010601030101010101" charset="-122"/>
                </a:rPr>
                <a:t>4</a:t>
              </a:r>
            </a:p>
          </p:txBody>
        </p:sp>
        <p:sp>
          <p:nvSpPr>
            <p:cNvPr id="23" name="文本框 22"/>
            <p:cNvSpPr txBox="1"/>
            <p:nvPr/>
          </p:nvSpPr>
          <p:spPr>
            <a:xfrm>
              <a:off x="4749" y="3518"/>
              <a:ext cx="5352" cy="1252"/>
            </a:xfrm>
            <a:prstGeom prst="rect">
              <a:avLst/>
            </a:prstGeom>
            <a:noFill/>
          </p:spPr>
          <p:txBody>
            <a:bodyPr wrap="square" rtlCol="0">
              <a:spAutoFit/>
            </a:bodyPr>
            <a:lstStyle/>
            <a:p>
              <a:pPr algn="ctr">
                <a:lnSpc>
                  <a:spcPct val="11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p>
            <a:p>
              <a:pPr algn="ctr">
                <a:lnSpc>
                  <a:spcPct val="110000"/>
                </a:lnSpc>
              </a:pPr>
              <a:r>
                <a:rPr lang="zh-CN" altLang="en-US" sz="1400" spc="400">
                  <a:solidFill>
                    <a:schemeClr val="tx1"/>
                  </a:solidFill>
                  <a:uFillTx/>
                  <a:latin typeface="方正细圆简体" panose="02010601030101010101" charset="-122"/>
                  <a:ea typeface="方正细圆简体" panose="02010601030101010101" charset="-122"/>
                </a:rPr>
                <a:t>Click here to add title</a:t>
              </a:r>
            </a:p>
          </p:txBody>
        </p:sp>
      </p:grpSp>
    </p:spTree>
    <p:extLst>
      <p:ext uri="{BB962C8B-B14F-4D97-AF65-F5344CB8AC3E}">
        <p14:creationId xmlns:p14="http://schemas.microsoft.com/office/powerpoint/2010/main" val="1153818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bd24218a68ba4b70c817e5e6e508ee7e"/>
          <p:cNvPicPr>
            <a:picLocks noChangeAspect="1"/>
          </p:cNvPicPr>
          <p:nvPr/>
        </p:nvPicPr>
        <p:blipFill>
          <a:blip r:embed="rId3">
            <a:lum bright="-100000" contrast="-72000"/>
          </a:blip>
          <a:stretch>
            <a:fillRect/>
          </a:stretch>
        </p:blipFill>
        <p:spPr>
          <a:xfrm rot="2760000" flipH="1">
            <a:off x="546100" y="-3275330"/>
            <a:ext cx="5967730" cy="7909560"/>
          </a:xfrm>
          <a:prstGeom prst="rect">
            <a:avLst/>
          </a:prstGeom>
        </p:spPr>
      </p:pic>
      <p:pic>
        <p:nvPicPr>
          <p:cNvPr id="15" name="图片 14" descr="bd24218a68ba4b70c817e5e6e508ee7e"/>
          <p:cNvPicPr>
            <a:picLocks noChangeAspect="1"/>
          </p:cNvPicPr>
          <p:nvPr/>
        </p:nvPicPr>
        <p:blipFill>
          <a:blip r:embed="rId3">
            <a:lum bright="-100000" contrast="-72000"/>
          </a:blip>
          <a:stretch>
            <a:fillRect/>
          </a:stretch>
        </p:blipFill>
        <p:spPr>
          <a:xfrm rot="18840000" flipH="1" flipV="1">
            <a:off x="-1573530" y="2793365"/>
            <a:ext cx="5967730" cy="7909560"/>
          </a:xfrm>
          <a:prstGeom prst="rect">
            <a:avLst/>
          </a:prstGeom>
        </p:spPr>
      </p:pic>
      <p:sp>
        <p:nvSpPr>
          <p:cNvPr id="16" name="矩形 15"/>
          <p:cNvSpPr/>
          <p:nvPr/>
        </p:nvSpPr>
        <p:spPr>
          <a:xfrm>
            <a:off x="8048625" y="2012315"/>
            <a:ext cx="1899285" cy="189928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69875" tIns="136525" rIns="269875" bIns="136525" rtlCol="0" anchor="ctr" anchorCtr="1"/>
          <a:lstStyle/>
          <a:p>
            <a:pPr algn="ctr"/>
            <a:r>
              <a:rPr lang="en-US" altLang="zh-CN" sz="11500">
                <a:solidFill>
                  <a:schemeClr val="tx1"/>
                </a:solidFill>
                <a:latin typeface="方正细圆简体" panose="02010601030101010101" charset="-122"/>
                <a:ea typeface="方正细圆简体" panose="02010601030101010101" charset="-122"/>
              </a:rPr>
              <a:t>1</a:t>
            </a:r>
          </a:p>
        </p:txBody>
      </p:sp>
      <p:grpSp>
        <p:nvGrpSpPr>
          <p:cNvPr id="17" name="组合 16"/>
          <p:cNvGrpSpPr/>
          <p:nvPr/>
        </p:nvGrpSpPr>
        <p:grpSpPr>
          <a:xfrm>
            <a:off x="6351270" y="4180840"/>
            <a:ext cx="5260340" cy="631190"/>
            <a:chOff x="4877" y="6605"/>
            <a:chExt cx="8284" cy="994"/>
          </a:xfrm>
        </p:grpSpPr>
        <p:cxnSp>
          <p:nvCxnSpPr>
            <p:cNvPr id="18" name="直接连接符 17"/>
            <p:cNvCxnSpPr/>
            <p:nvPr/>
          </p:nvCxnSpPr>
          <p:spPr bwMode="auto">
            <a:xfrm flipH="1">
              <a:off x="8759" y="6605"/>
              <a:ext cx="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37"/>
            <p:cNvSpPr>
              <a:spLocks noChangeArrowheads="1"/>
            </p:cNvSpPr>
            <p:nvPr/>
          </p:nvSpPr>
          <p:spPr bwMode="auto">
            <a:xfrm>
              <a:off x="4877" y="6735"/>
              <a:ext cx="828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1000" dirty="0">
                  <a:solidFill>
                    <a:schemeClr val="tx1">
                      <a:lumMod val="50000"/>
                      <a:lumOff val="50000"/>
                    </a:schemeClr>
                  </a:solidFill>
                  <a:latin typeface="+mn-lt"/>
                  <a:cs typeface="Arial" panose="020B0604020202020204" pitchFamily="34" charset="0"/>
                </a:rPr>
                <a:t>I long to alleviate this evil, but I cannot, and I too suffer. This has been my life. I have found it worth living, and would gladly live it again if the chance were offered me.</a:t>
              </a:r>
            </a:p>
          </p:txBody>
        </p:sp>
      </p:grpSp>
    </p:spTree>
    <p:extLst>
      <p:ext uri="{BB962C8B-B14F-4D97-AF65-F5344CB8AC3E}">
        <p14:creationId xmlns:p14="http://schemas.microsoft.com/office/powerpoint/2010/main" val="1508869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5" name="组合 4"/>
          <p:cNvGrpSpPr/>
          <p:nvPr/>
        </p:nvGrpSpPr>
        <p:grpSpPr>
          <a:xfrm>
            <a:off x="1614805" y="2110105"/>
            <a:ext cx="9083675" cy="2185035"/>
            <a:chOff x="2543" y="3741"/>
            <a:chExt cx="14305" cy="3441"/>
          </a:xfrm>
        </p:grpSpPr>
        <p:sp>
          <p:nvSpPr>
            <p:cNvPr id="6" name="Freeform 3"/>
            <p:cNvSpPr/>
            <p:nvPr/>
          </p:nvSpPr>
          <p:spPr>
            <a:xfrm flipV="1">
              <a:off x="2543" y="4124"/>
              <a:ext cx="2488" cy="3058"/>
            </a:xfrm>
            <a:prstGeom prst="rect">
              <a:avLst/>
            </a:prstGeom>
            <a:solidFill>
              <a:schemeClr val="bg1"/>
            </a:solidFill>
            <a:ln w="9525" cap="flat" cmpd="sng" algn="ctr">
              <a:solidFill>
                <a:schemeClr val="tx1"/>
              </a:solidFill>
              <a:prstDash val="solid"/>
            </a:ln>
            <a:effectLst/>
          </p:spPr>
          <p:txBody>
            <a:bodyPr rtlCol="0" anchor="ctr"/>
            <a:lstStyle/>
            <a:p>
              <a:pPr marL="0" marR="0" lvl="0" indent="0" algn="ctr"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Freeform 10"/>
            <p:cNvSpPr/>
            <p:nvPr/>
          </p:nvSpPr>
          <p:spPr>
            <a:xfrm>
              <a:off x="5497" y="3741"/>
              <a:ext cx="2488" cy="3058"/>
            </a:xfrm>
            <a:prstGeom prst="rect">
              <a:avLst/>
            </a:prstGeom>
            <a:solidFill>
              <a:schemeClr val="tx1"/>
            </a:solidFill>
            <a:ln w="25400" cap="flat" cmpd="sng" algn="ctr">
              <a:noFill/>
              <a:prstDash val="solid"/>
            </a:ln>
            <a:effectLst/>
          </p:spPr>
          <p:txBody>
            <a:bodyPr rtlCol="0" anchor="ctr"/>
            <a:lstStyle/>
            <a:p>
              <a:pPr marL="0" marR="0" lvl="0" indent="0" algn="ctr"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9" name="Freeform 15"/>
            <p:cNvSpPr/>
            <p:nvPr/>
          </p:nvSpPr>
          <p:spPr>
            <a:xfrm flipV="1">
              <a:off x="8451" y="4124"/>
              <a:ext cx="2488" cy="3058"/>
            </a:xfrm>
            <a:prstGeom prst="rect">
              <a:avLst/>
            </a:prstGeom>
            <a:noFill/>
            <a:ln w="9525" cap="flat" cmpd="sng" algn="ctr">
              <a:solidFill>
                <a:schemeClr val="tx1"/>
              </a:solidFill>
              <a:prstDash val="solid"/>
            </a:ln>
            <a:effectLst/>
            <a:extLst>
              <a:ext uri="{909E8E84-426E-40DD-AFC4-6F175D3DCCD1}">
                <a14:hiddenFill xmlns:a14="http://schemas.microsoft.com/office/drawing/2010/main">
                  <a:solidFill>
                    <a:srgbClr val="E1363C"/>
                  </a:solidFill>
                </a14:hiddenFill>
              </a:ext>
            </a:extLst>
          </p:spPr>
          <p:txBody>
            <a:bodyPr rtlCol="0" anchor="ctr"/>
            <a:lstStyle/>
            <a:p>
              <a:pPr marL="0" marR="0" lvl="0" indent="0" algn="ctr"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1" name="Freeform 18"/>
            <p:cNvSpPr/>
            <p:nvPr/>
          </p:nvSpPr>
          <p:spPr>
            <a:xfrm>
              <a:off x="11406" y="3741"/>
              <a:ext cx="2488" cy="3058"/>
            </a:xfrm>
            <a:prstGeom prst="rect">
              <a:avLst/>
            </a:prstGeom>
            <a:solidFill>
              <a:schemeClr val="tx1"/>
            </a:solidFill>
            <a:ln w="25400" cap="flat" cmpd="sng" algn="ctr">
              <a:noFill/>
              <a:prstDash val="solid"/>
            </a:ln>
            <a:effectLst/>
          </p:spPr>
          <p:txBody>
            <a:bodyPr rtlCol="0" anchor="ctr"/>
            <a:lstStyle/>
            <a:p>
              <a:pPr marL="0" marR="0" lvl="0" indent="0" algn="ctr"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2" name="Freeform 21"/>
            <p:cNvSpPr/>
            <p:nvPr/>
          </p:nvSpPr>
          <p:spPr>
            <a:xfrm flipV="1">
              <a:off x="14360" y="4124"/>
              <a:ext cx="2488" cy="3058"/>
            </a:xfrm>
            <a:prstGeom prst="rect">
              <a:avLst/>
            </a:prstGeom>
            <a:solidFill>
              <a:schemeClr val="bg1"/>
            </a:solidFill>
            <a:ln w="9525" cap="flat" cmpd="sng" algn="ctr">
              <a:solidFill>
                <a:schemeClr val="tx1"/>
              </a:solidFill>
              <a:prstDash val="solid"/>
            </a:ln>
            <a:effectLst/>
          </p:spPr>
          <p:txBody>
            <a:bodyPr rtlCol="0" anchor="ctr"/>
            <a:lstStyle/>
            <a:p>
              <a:pPr marL="0" marR="0" lvl="0" indent="0" algn="ctr"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3" name="Freeform 90"/>
            <p:cNvSpPr>
              <a:spLocks noEditPoints="1"/>
            </p:cNvSpPr>
            <p:nvPr/>
          </p:nvSpPr>
          <p:spPr bwMode="auto">
            <a:xfrm>
              <a:off x="12160" y="4915"/>
              <a:ext cx="979" cy="979"/>
            </a:xfrm>
            <a:custGeom>
              <a:avLst/>
              <a:gdLst/>
              <a:ahLst/>
              <a:cxnLst>
                <a:cxn ang="0">
                  <a:pos x="77" y="14"/>
                </a:cxn>
                <a:cxn ang="0">
                  <a:pos x="51" y="34"/>
                </a:cxn>
                <a:cxn ang="0">
                  <a:pos x="0" y="54"/>
                </a:cxn>
                <a:cxn ang="0">
                  <a:pos x="23" y="80"/>
                </a:cxn>
                <a:cxn ang="0">
                  <a:pos x="31" y="123"/>
                </a:cxn>
                <a:cxn ang="0">
                  <a:pos x="54" y="115"/>
                </a:cxn>
                <a:cxn ang="0">
                  <a:pos x="50" y="103"/>
                </a:cxn>
                <a:cxn ang="0">
                  <a:pos x="50" y="76"/>
                </a:cxn>
                <a:cxn ang="0">
                  <a:pos x="51" y="74"/>
                </a:cxn>
                <a:cxn ang="0">
                  <a:pos x="52" y="73"/>
                </a:cxn>
                <a:cxn ang="0">
                  <a:pos x="53" y="73"/>
                </a:cxn>
                <a:cxn ang="0">
                  <a:pos x="77" y="94"/>
                </a:cxn>
                <a:cxn ang="0">
                  <a:pos x="123" y="54"/>
                </a:cxn>
                <a:cxn ang="0">
                  <a:pos x="77" y="54"/>
                </a:cxn>
                <a:cxn ang="0">
                  <a:pos x="88" y="42"/>
                </a:cxn>
                <a:cxn ang="0">
                  <a:pos x="88" y="65"/>
                </a:cxn>
                <a:cxn ang="0">
                  <a:pos x="77" y="54"/>
                </a:cxn>
                <a:cxn ang="0">
                  <a:pos x="15" y="42"/>
                </a:cxn>
                <a:cxn ang="0">
                  <a:pos x="38" y="54"/>
                </a:cxn>
                <a:cxn ang="0">
                  <a:pos x="15" y="65"/>
                </a:cxn>
                <a:cxn ang="0">
                  <a:pos x="46" y="115"/>
                </a:cxn>
                <a:cxn ang="0">
                  <a:pos x="31" y="80"/>
                </a:cxn>
                <a:cxn ang="0">
                  <a:pos x="31" y="73"/>
                </a:cxn>
                <a:cxn ang="0">
                  <a:pos x="43" y="73"/>
                </a:cxn>
                <a:cxn ang="0">
                  <a:pos x="42" y="103"/>
                </a:cxn>
                <a:cxn ang="0">
                  <a:pos x="46" y="112"/>
                </a:cxn>
                <a:cxn ang="0">
                  <a:pos x="51" y="65"/>
                </a:cxn>
                <a:cxn ang="0">
                  <a:pos x="50" y="65"/>
                </a:cxn>
                <a:cxn ang="0">
                  <a:pos x="50" y="42"/>
                </a:cxn>
                <a:cxn ang="0">
                  <a:pos x="71" y="34"/>
                </a:cxn>
                <a:cxn ang="0">
                  <a:pos x="71" y="73"/>
                </a:cxn>
                <a:cxn ang="0">
                  <a:pos x="96" y="100"/>
                </a:cxn>
                <a:cxn ang="0">
                  <a:pos x="88" y="73"/>
                </a:cxn>
                <a:cxn ang="0">
                  <a:pos x="88" y="34"/>
                </a:cxn>
                <a:cxn ang="0">
                  <a:pos x="96" y="8"/>
                </a:cxn>
                <a:cxn ang="0">
                  <a:pos x="96" y="100"/>
                </a:cxn>
                <a:cxn ang="0">
                  <a:pos x="96" y="100"/>
                </a:cxn>
              </a:cxnLst>
              <a:rect l="0" t="0" r="r" b="b"/>
              <a:pathLst>
                <a:path w="123" h="123">
                  <a:moveTo>
                    <a:pt x="96" y="0"/>
                  </a:moveTo>
                  <a:cubicBezTo>
                    <a:pt x="88" y="0"/>
                    <a:pt x="82" y="5"/>
                    <a:pt x="77" y="14"/>
                  </a:cubicBezTo>
                  <a:cubicBezTo>
                    <a:pt x="77" y="14"/>
                    <a:pt x="77" y="14"/>
                    <a:pt x="77" y="14"/>
                  </a:cubicBezTo>
                  <a:cubicBezTo>
                    <a:pt x="71" y="26"/>
                    <a:pt x="61" y="34"/>
                    <a:pt x="51" y="34"/>
                  </a:cubicBezTo>
                  <a:cubicBezTo>
                    <a:pt x="15" y="34"/>
                    <a:pt x="15" y="34"/>
                    <a:pt x="15" y="34"/>
                  </a:cubicBezTo>
                  <a:cubicBezTo>
                    <a:pt x="7" y="34"/>
                    <a:pt x="0" y="43"/>
                    <a:pt x="0" y="54"/>
                  </a:cubicBezTo>
                  <a:cubicBezTo>
                    <a:pt x="0" y="64"/>
                    <a:pt x="7" y="73"/>
                    <a:pt x="15" y="73"/>
                  </a:cubicBezTo>
                  <a:cubicBezTo>
                    <a:pt x="20" y="73"/>
                    <a:pt x="23" y="76"/>
                    <a:pt x="23" y="80"/>
                  </a:cubicBezTo>
                  <a:cubicBezTo>
                    <a:pt x="23" y="115"/>
                    <a:pt x="23" y="115"/>
                    <a:pt x="23" y="115"/>
                  </a:cubicBezTo>
                  <a:cubicBezTo>
                    <a:pt x="23" y="119"/>
                    <a:pt x="26" y="123"/>
                    <a:pt x="31" y="123"/>
                  </a:cubicBezTo>
                  <a:cubicBezTo>
                    <a:pt x="46" y="123"/>
                    <a:pt x="46" y="123"/>
                    <a:pt x="46" y="123"/>
                  </a:cubicBezTo>
                  <a:cubicBezTo>
                    <a:pt x="50" y="123"/>
                    <a:pt x="54" y="119"/>
                    <a:pt x="54" y="115"/>
                  </a:cubicBezTo>
                  <a:cubicBezTo>
                    <a:pt x="54" y="111"/>
                    <a:pt x="54" y="111"/>
                    <a:pt x="54" y="111"/>
                  </a:cubicBezTo>
                  <a:cubicBezTo>
                    <a:pt x="54" y="107"/>
                    <a:pt x="50" y="106"/>
                    <a:pt x="50" y="103"/>
                  </a:cubicBezTo>
                  <a:cubicBezTo>
                    <a:pt x="50" y="77"/>
                    <a:pt x="50" y="77"/>
                    <a:pt x="50" y="77"/>
                  </a:cubicBezTo>
                  <a:cubicBezTo>
                    <a:pt x="50" y="76"/>
                    <a:pt x="50" y="76"/>
                    <a:pt x="50" y="76"/>
                  </a:cubicBezTo>
                  <a:cubicBezTo>
                    <a:pt x="50" y="76"/>
                    <a:pt x="50" y="75"/>
                    <a:pt x="50" y="75"/>
                  </a:cubicBezTo>
                  <a:cubicBezTo>
                    <a:pt x="50" y="75"/>
                    <a:pt x="51" y="75"/>
                    <a:pt x="51" y="74"/>
                  </a:cubicBezTo>
                  <a:cubicBezTo>
                    <a:pt x="51" y="74"/>
                    <a:pt x="51" y="74"/>
                    <a:pt x="52" y="73"/>
                  </a:cubicBezTo>
                  <a:cubicBezTo>
                    <a:pt x="52" y="73"/>
                    <a:pt x="52" y="73"/>
                    <a:pt x="52" y="73"/>
                  </a:cubicBezTo>
                  <a:cubicBezTo>
                    <a:pt x="52" y="73"/>
                    <a:pt x="52" y="73"/>
                    <a:pt x="52" y="73"/>
                  </a:cubicBezTo>
                  <a:cubicBezTo>
                    <a:pt x="52" y="73"/>
                    <a:pt x="53" y="73"/>
                    <a:pt x="53" y="73"/>
                  </a:cubicBezTo>
                  <a:cubicBezTo>
                    <a:pt x="63" y="74"/>
                    <a:pt x="71" y="82"/>
                    <a:pt x="77" y="94"/>
                  </a:cubicBezTo>
                  <a:cubicBezTo>
                    <a:pt x="77" y="94"/>
                    <a:pt x="77" y="94"/>
                    <a:pt x="77" y="94"/>
                  </a:cubicBezTo>
                  <a:cubicBezTo>
                    <a:pt x="82" y="102"/>
                    <a:pt x="88" y="107"/>
                    <a:pt x="96" y="107"/>
                  </a:cubicBezTo>
                  <a:cubicBezTo>
                    <a:pt x="114" y="107"/>
                    <a:pt x="123" y="80"/>
                    <a:pt x="123" y="54"/>
                  </a:cubicBezTo>
                  <a:cubicBezTo>
                    <a:pt x="123" y="27"/>
                    <a:pt x="114" y="0"/>
                    <a:pt x="96" y="0"/>
                  </a:cubicBezTo>
                  <a:close/>
                  <a:moveTo>
                    <a:pt x="77" y="54"/>
                  </a:moveTo>
                  <a:cubicBezTo>
                    <a:pt x="77" y="50"/>
                    <a:pt x="77" y="46"/>
                    <a:pt x="77" y="42"/>
                  </a:cubicBezTo>
                  <a:cubicBezTo>
                    <a:pt x="88" y="42"/>
                    <a:pt x="88" y="42"/>
                    <a:pt x="88" y="42"/>
                  </a:cubicBezTo>
                  <a:cubicBezTo>
                    <a:pt x="92" y="42"/>
                    <a:pt x="96" y="47"/>
                    <a:pt x="96" y="54"/>
                  </a:cubicBezTo>
                  <a:cubicBezTo>
                    <a:pt x="96" y="60"/>
                    <a:pt x="92" y="65"/>
                    <a:pt x="88" y="65"/>
                  </a:cubicBezTo>
                  <a:cubicBezTo>
                    <a:pt x="77" y="65"/>
                    <a:pt x="77" y="65"/>
                    <a:pt x="77" y="65"/>
                  </a:cubicBezTo>
                  <a:cubicBezTo>
                    <a:pt x="77" y="61"/>
                    <a:pt x="77" y="58"/>
                    <a:pt x="77" y="54"/>
                  </a:cubicBezTo>
                  <a:close/>
                  <a:moveTo>
                    <a:pt x="8" y="54"/>
                  </a:moveTo>
                  <a:cubicBezTo>
                    <a:pt x="8" y="47"/>
                    <a:pt x="11" y="42"/>
                    <a:pt x="15" y="42"/>
                  </a:cubicBezTo>
                  <a:cubicBezTo>
                    <a:pt x="42" y="42"/>
                    <a:pt x="42" y="42"/>
                    <a:pt x="42" y="42"/>
                  </a:cubicBezTo>
                  <a:cubicBezTo>
                    <a:pt x="40" y="45"/>
                    <a:pt x="38" y="49"/>
                    <a:pt x="38" y="54"/>
                  </a:cubicBezTo>
                  <a:cubicBezTo>
                    <a:pt x="38" y="58"/>
                    <a:pt x="40" y="62"/>
                    <a:pt x="42" y="65"/>
                  </a:cubicBezTo>
                  <a:cubicBezTo>
                    <a:pt x="15" y="65"/>
                    <a:pt x="15" y="65"/>
                    <a:pt x="15" y="65"/>
                  </a:cubicBezTo>
                  <a:cubicBezTo>
                    <a:pt x="11" y="65"/>
                    <a:pt x="8" y="60"/>
                    <a:pt x="8" y="54"/>
                  </a:cubicBezTo>
                  <a:close/>
                  <a:moveTo>
                    <a:pt x="46" y="115"/>
                  </a:moveTo>
                  <a:cubicBezTo>
                    <a:pt x="31" y="115"/>
                    <a:pt x="31" y="115"/>
                    <a:pt x="31" y="115"/>
                  </a:cubicBezTo>
                  <a:cubicBezTo>
                    <a:pt x="31" y="80"/>
                    <a:pt x="31" y="80"/>
                    <a:pt x="31" y="80"/>
                  </a:cubicBezTo>
                  <a:cubicBezTo>
                    <a:pt x="31" y="78"/>
                    <a:pt x="30" y="75"/>
                    <a:pt x="29" y="73"/>
                  </a:cubicBezTo>
                  <a:cubicBezTo>
                    <a:pt x="31" y="73"/>
                    <a:pt x="31" y="73"/>
                    <a:pt x="31" y="73"/>
                  </a:cubicBezTo>
                  <a:cubicBezTo>
                    <a:pt x="31" y="73"/>
                    <a:pt x="31" y="73"/>
                    <a:pt x="31" y="73"/>
                  </a:cubicBezTo>
                  <a:cubicBezTo>
                    <a:pt x="43" y="73"/>
                    <a:pt x="43" y="73"/>
                    <a:pt x="43" y="73"/>
                  </a:cubicBezTo>
                  <a:cubicBezTo>
                    <a:pt x="42" y="74"/>
                    <a:pt x="42" y="75"/>
                    <a:pt x="42" y="77"/>
                  </a:cubicBezTo>
                  <a:cubicBezTo>
                    <a:pt x="42" y="103"/>
                    <a:pt x="42" y="103"/>
                    <a:pt x="42" y="103"/>
                  </a:cubicBezTo>
                  <a:cubicBezTo>
                    <a:pt x="42" y="107"/>
                    <a:pt x="44" y="110"/>
                    <a:pt x="46" y="111"/>
                  </a:cubicBezTo>
                  <a:cubicBezTo>
                    <a:pt x="46" y="111"/>
                    <a:pt x="46" y="111"/>
                    <a:pt x="46" y="112"/>
                  </a:cubicBezTo>
                  <a:lnTo>
                    <a:pt x="46" y="115"/>
                  </a:lnTo>
                  <a:close/>
                  <a:moveTo>
                    <a:pt x="51" y="65"/>
                  </a:moveTo>
                  <a:cubicBezTo>
                    <a:pt x="50" y="65"/>
                    <a:pt x="50" y="65"/>
                    <a:pt x="50" y="65"/>
                  </a:cubicBezTo>
                  <a:cubicBezTo>
                    <a:pt x="50" y="65"/>
                    <a:pt x="50" y="65"/>
                    <a:pt x="50" y="65"/>
                  </a:cubicBezTo>
                  <a:cubicBezTo>
                    <a:pt x="46" y="65"/>
                    <a:pt x="42" y="60"/>
                    <a:pt x="42" y="54"/>
                  </a:cubicBezTo>
                  <a:cubicBezTo>
                    <a:pt x="42" y="47"/>
                    <a:pt x="46" y="42"/>
                    <a:pt x="50" y="42"/>
                  </a:cubicBezTo>
                  <a:cubicBezTo>
                    <a:pt x="51" y="42"/>
                    <a:pt x="51" y="42"/>
                    <a:pt x="51" y="42"/>
                  </a:cubicBezTo>
                  <a:cubicBezTo>
                    <a:pt x="58" y="42"/>
                    <a:pt x="65" y="39"/>
                    <a:pt x="71" y="34"/>
                  </a:cubicBezTo>
                  <a:cubicBezTo>
                    <a:pt x="70" y="40"/>
                    <a:pt x="69" y="47"/>
                    <a:pt x="69" y="54"/>
                  </a:cubicBezTo>
                  <a:cubicBezTo>
                    <a:pt x="69" y="60"/>
                    <a:pt x="70" y="67"/>
                    <a:pt x="71" y="73"/>
                  </a:cubicBezTo>
                  <a:cubicBezTo>
                    <a:pt x="65" y="68"/>
                    <a:pt x="58" y="65"/>
                    <a:pt x="51" y="65"/>
                  </a:cubicBezTo>
                  <a:close/>
                  <a:moveTo>
                    <a:pt x="96" y="100"/>
                  </a:moveTo>
                  <a:cubicBezTo>
                    <a:pt x="88" y="100"/>
                    <a:pt x="82" y="89"/>
                    <a:pt x="79" y="73"/>
                  </a:cubicBezTo>
                  <a:cubicBezTo>
                    <a:pt x="88" y="73"/>
                    <a:pt x="88" y="73"/>
                    <a:pt x="88" y="73"/>
                  </a:cubicBezTo>
                  <a:cubicBezTo>
                    <a:pt x="97" y="73"/>
                    <a:pt x="104" y="64"/>
                    <a:pt x="104" y="54"/>
                  </a:cubicBezTo>
                  <a:cubicBezTo>
                    <a:pt x="104" y="43"/>
                    <a:pt x="97" y="34"/>
                    <a:pt x="88" y="34"/>
                  </a:cubicBezTo>
                  <a:cubicBezTo>
                    <a:pt x="79" y="34"/>
                    <a:pt x="79" y="34"/>
                    <a:pt x="79" y="34"/>
                  </a:cubicBezTo>
                  <a:cubicBezTo>
                    <a:pt x="82" y="19"/>
                    <a:pt x="88" y="8"/>
                    <a:pt x="96" y="8"/>
                  </a:cubicBezTo>
                  <a:cubicBezTo>
                    <a:pt x="107" y="8"/>
                    <a:pt x="115" y="28"/>
                    <a:pt x="115" y="54"/>
                  </a:cubicBezTo>
                  <a:cubicBezTo>
                    <a:pt x="115" y="79"/>
                    <a:pt x="107" y="100"/>
                    <a:pt x="96" y="100"/>
                  </a:cubicBezTo>
                  <a:close/>
                  <a:moveTo>
                    <a:pt x="96" y="100"/>
                  </a:moveTo>
                  <a:cubicBezTo>
                    <a:pt x="96" y="100"/>
                    <a:pt x="96" y="100"/>
                    <a:pt x="96" y="100"/>
                  </a:cubicBezTo>
                </a:path>
              </a:pathLst>
            </a:custGeom>
            <a:solidFill>
              <a:sysClr val="window" lastClr="FFFFFF"/>
            </a:solid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grpSp>
          <p:nvGrpSpPr>
            <p:cNvPr id="14" name="Group 28"/>
            <p:cNvGrpSpPr/>
            <p:nvPr/>
          </p:nvGrpSpPr>
          <p:grpSpPr>
            <a:xfrm>
              <a:off x="6221" y="4883"/>
              <a:ext cx="1040" cy="1045"/>
              <a:chOff x="4019550" y="3568701"/>
              <a:chExt cx="358775" cy="360363"/>
            </a:xfrm>
            <a:solidFill>
              <a:sysClr val="window" lastClr="FFFFFF"/>
            </a:solidFill>
          </p:grpSpPr>
          <p:sp>
            <p:nvSpPr>
              <p:cNvPr id="15" name="Freeform 105@|5FFC:0|FBC:0|LFC:16777215|LBC:16777215"/>
              <p:cNvSpPr>
                <a:spLocks noEditPoints="1"/>
              </p:cNvSpPr>
              <p:nvPr/>
            </p:nvSpPr>
            <p:spPr bwMode="auto">
              <a:xfrm>
                <a:off x="4019550" y="3568701"/>
                <a:ext cx="358775" cy="360363"/>
              </a:xfrm>
              <a:custGeom>
                <a:avLst/>
                <a:gdLst/>
                <a:ahLst/>
                <a:cxnLst>
                  <a:cxn ang="0">
                    <a:pos x="77" y="0"/>
                  </a:cxn>
                  <a:cxn ang="0">
                    <a:pos x="31" y="46"/>
                  </a:cxn>
                  <a:cxn ang="0">
                    <a:pos x="36" y="68"/>
                  </a:cxn>
                  <a:cxn ang="0">
                    <a:pos x="4" y="100"/>
                  </a:cxn>
                  <a:cxn ang="0">
                    <a:pos x="4" y="100"/>
                  </a:cxn>
                  <a:cxn ang="0">
                    <a:pos x="0" y="109"/>
                  </a:cxn>
                  <a:cxn ang="0">
                    <a:pos x="13" y="123"/>
                  </a:cxn>
                  <a:cxn ang="0">
                    <a:pos x="23" y="119"/>
                  </a:cxn>
                  <a:cxn ang="0">
                    <a:pos x="23" y="119"/>
                  </a:cxn>
                  <a:cxn ang="0">
                    <a:pos x="55" y="87"/>
                  </a:cxn>
                  <a:cxn ang="0">
                    <a:pos x="77" y="92"/>
                  </a:cxn>
                  <a:cxn ang="0">
                    <a:pos x="123" y="46"/>
                  </a:cxn>
                  <a:cxn ang="0">
                    <a:pos x="77" y="0"/>
                  </a:cxn>
                  <a:cxn ang="0">
                    <a:pos x="18" y="114"/>
                  </a:cxn>
                  <a:cxn ang="0">
                    <a:pos x="13" y="116"/>
                  </a:cxn>
                  <a:cxn ang="0">
                    <a:pos x="7" y="109"/>
                  </a:cxn>
                  <a:cxn ang="0">
                    <a:pos x="9" y="104"/>
                  </a:cxn>
                  <a:cxn ang="0">
                    <a:pos x="9" y="104"/>
                  </a:cxn>
                  <a:cxn ang="0">
                    <a:pos x="40" y="73"/>
                  </a:cxn>
                  <a:cxn ang="0">
                    <a:pos x="49" y="83"/>
                  </a:cxn>
                  <a:cxn ang="0">
                    <a:pos x="18" y="114"/>
                  </a:cxn>
                  <a:cxn ang="0">
                    <a:pos x="77" y="84"/>
                  </a:cxn>
                  <a:cxn ang="0">
                    <a:pos x="38" y="46"/>
                  </a:cxn>
                  <a:cxn ang="0">
                    <a:pos x="77" y="8"/>
                  </a:cxn>
                  <a:cxn ang="0">
                    <a:pos x="115" y="46"/>
                  </a:cxn>
                  <a:cxn ang="0">
                    <a:pos x="77" y="84"/>
                  </a:cxn>
                  <a:cxn ang="0">
                    <a:pos x="77" y="84"/>
                  </a:cxn>
                  <a:cxn ang="0">
                    <a:pos x="77" y="84"/>
                  </a:cxn>
                </a:cxnLst>
                <a:rect l="0" t="0" r="r" b="b"/>
                <a:pathLst>
                  <a:path w="123" h="123">
                    <a:moveTo>
                      <a:pt x="77" y="0"/>
                    </a:moveTo>
                    <a:cubicBezTo>
                      <a:pt x="51" y="0"/>
                      <a:pt x="31" y="21"/>
                      <a:pt x="31" y="46"/>
                    </a:cubicBezTo>
                    <a:cubicBezTo>
                      <a:pt x="31" y="54"/>
                      <a:pt x="33" y="61"/>
                      <a:pt x="36" y="68"/>
                    </a:cubicBezTo>
                    <a:cubicBezTo>
                      <a:pt x="4" y="100"/>
                      <a:pt x="4" y="100"/>
                      <a:pt x="4" y="100"/>
                    </a:cubicBezTo>
                    <a:cubicBezTo>
                      <a:pt x="4" y="100"/>
                      <a:pt x="4" y="100"/>
                      <a:pt x="4" y="100"/>
                    </a:cubicBezTo>
                    <a:cubicBezTo>
                      <a:pt x="2" y="102"/>
                      <a:pt x="0" y="105"/>
                      <a:pt x="0" y="109"/>
                    </a:cubicBezTo>
                    <a:cubicBezTo>
                      <a:pt x="0" y="117"/>
                      <a:pt x="6" y="123"/>
                      <a:pt x="13" y="123"/>
                    </a:cubicBezTo>
                    <a:cubicBezTo>
                      <a:pt x="17" y="123"/>
                      <a:pt x="21" y="121"/>
                      <a:pt x="23" y="119"/>
                    </a:cubicBezTo>
                    <a:cubicBezTo>
                      <a:pt x="23" y="119"/>
                      <a:pt x="23" y="119"/>
                      <a:pt x="23" y="119"/>
                    </a:cubicBezTo>
                    <a:cubicBezTo>
                      <a:pt x="55" y="87"/>
                      <a:pt x="55" y="87"/>
                      <a:pt x="55" y="87"/>
                    </a:cubicBezTo>
                    <a:cubicBezTo>
                      <a:pt x="62" y="90"/>
                      <a:pt x="69" y="92"/>
                      <a:pt x="77" y="92"/>
                    </a:cubicBezTo>
                    <a:cubicBezTo>
                      <a:pt x="102" y="92"/>
                      <a:pt x="123" y="71"/>
                      <a:pt x="123" y="46"/>
                    </a:cubicBezTo>
                    <a:cubicBezTo>
                      <a:pt x="123" y="21"/>
                      <a:pt x="102" y="0"/>
                      <a:pt x="77" y="0"/>
                    </a:cubicBezTo>
                    <a:close/>
                    <a:moveTo>
                      <a:pt x="18" y="114"/>
                    </a:moveTo>
                    <a:cubicBezTo>
                      <a:pt x="17" y="115"/>
                      <a:pt x="15" y="116"/>
                      <a:pt x="13" y="116"/>
                    </a:cubicBezTo>
                    <a:cubicBezTo>
                      <a:pt x="10" y="116"/>
                      <a:pt x="7" y="113"/>
                      <a:pt x="7" y="109"/>
                    </a:cubicBezTo>
                    <a:cubicBezTo>
                      <a:pt x="7" y="107"/>
                      <a:pt x="8" y="106"/>
                      <a:pt x="9" y="104"/>
                    </a:cubicBezTo>
                    <a:cubicBezTo>
                      <a:pt x="9" y="104"/>
                      <a:pt x="9" y="104"/>
                      <a:pt x="9" y="104"/>
                    </a:cubicBezTo>
                    <a:cubicBezTo>
                      <a:pt x="40" y="73"/>
                      <a:pt x="40" y="73"/>
                      <a:pt x="40" y="73"/>
                    </a:cubicBezTo>
                    <a:cubicBezTo>
                      <a:pt x="42" y="77"/>
                      <a:pt x="46" y="80"/>
                      <a:pt x="49" y="83"/>
                    </a:cubicBezTo>
                    <a:lnTo>
                      <a:pt x="18" y="114"/>
                    </a:lnTo>
                    <a:close/>
                    <a:moveTo>
                      <a:pt x="77" y="84"/>
                    </a:moveTo>
                    <a:cubicBezTo>
                      <a:pt x="55" y="84"/>
                      <a:pt x="38" y="67"/>
                      <a:pt x="38" y="46"/>
                    </a:cubicBezTo>
                    <a:cubicBezTo>
                      <a:pt x="38" y="25"/>
                      <a:pt x="55" y="8"/>
                      <a:pt x="77" y="8"/>
                    </a:cubicBezTo>
                    <a:cubicBezTo>
                      <a:pt x="98" y="8"/>
                      <a:pt x="115" y="25"/>
                      <a:pt x="115" y="46"/>
                    </a:cubicBezTo>
                    <a:cubicBezTo>
                      <a:pt x="115" y="67"/>
                      <a:pt x="98" y="84"/>
                      <a:pt x="77" y="84"/>
                    </a:cubicBezTo>
                    <a:close/>
                    <a:moveTo>
                      <a:pt x="77" y="84"/>
                    </a:moveTo>
                    <a:cubicBezTo>
                      <a:pt x="77" y="84"/>
                      <a:pt x="77" y="84"/>
                      <a:pt x="77" y="84"/>
                    </a:cubicBezTo>
                  </a:path>
                </a:pathLst>
              </a:custGeom>
              <a:grp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7" name="Freeform 106@|5FFC:0|FBC:0|LFC:16777215|LBC:16777215"/>
              <p:cNvSpPr>
                <a:spLocks noEditPoints="1"/>
              </p:cNvSpPr>
              <p:nvPr/>
            </p:nvSpPr>
            <p:spPr bwMode="auto">
              <a:xfrm>
                <a:off x="4165600" y="3624263"/>
                <a:ext cx="84138" cy="85725"/>
              </a:xfrm>
              <a:custGeom>
                <a:avLst/>
                <a:gdLst/>
                <a:ahLst/>
                <a:cxnLst>
                  <a:cxn ang="0">
                    <a:pos x="27" y="0"/>
                  </a:cxn>
                  <a:cxn ang="0">
                    <a:pos x="0" y="27"/>
                  </a:cxn>
                  <a:cxn ang="0">
                    <a:pos x="2" y="29"/>
                  </a:cxn>
                  <a:cxn ang="0">
                    <a:pos x="4" y="27"/>
                  </a:cxn>
                  <a:cxn ang="0">
                    <a:pos x="27" y="4"/>
                  </a:cxn>
                  <a:cxn ang="0">
                    <a:pos x="29" y="2"/>
                  </a:cxn>
                  <a:cxn ang="0">
                    <a:pos x="27" y="0"/>
                  </a:cxn>
                  <a:cxn ang="0">
                    <a:pos x="27" y="0"/>
                  </a:cxn>
                  <a:cxn ang="0">
                    <a:pos x="27" y="0"/>
                  </a:cxn>
                </a:cxnLst>
                <a:rect l="0" t="0" r="r" b="b"/>
                <a:pathLst>
                  <a:path w="29" h="29">
                    <a:moveTo>
                      <a:pt x="27" y="0"/>
                    </a:moveTo>
                    <a:cubicBezTo>
                      <a:pt x="12" y="0"/>
                      <a:pt x="0" y="12"/>
                      <a:pt x="0" y="27"/>
                    </a:cubicBezTo>
                    <a:cubicBezTo>
                      <a:pt x="0" y="28"/>
                      <a:pt x="1" y="29"/>
                      <a:pt x="2" y="29"/>
                    </a:cubicBezTo>
                    <a:cubicBezTo>
                      <a:pt x="3" y="29"/>
                      <a:pt x="4" y="28"/>
                      <a:pt x="4" y="27"/>
                    </a:cubicBezTo>
                    <a:cubicBezTo>
                      <a:pt x="4" y="14"/>
                      <a:pt x="14" y="4"/>
                      <a:pt x="27" y="4"/>
                    </a:cubicBezTo>
                    <a:cubicBezTo>
                      <a:pt x="28" y="4"/>
                      <a:pt x="29" y="3"/>
                      <a:pt x="29" y="2"/>
                    </a:cubicBezTo>
                    <a:cubicBezTo>
                      <a:pt x="29" y="1"/>
                      <a:pt x="28" y="0"/>
                      <a:pt x="27" y="0"/>
                    </a:cubicBezTo>
                    <a:close/>
                    <a:moveTo>
                      <a:pt x="27" y="0"/>
                    </a:moveTo>
                    <a:cubicBezTo>
                      <a:pt x="27" y="0"/>
                      <a:pt x="27" y="0"/>
                      <a:pt x="27" y="0"/>
                    </a:cubicBezTo>
                  </a:path>
                </a:pathLst>
              </a:custGeom>
              <a:grp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grpSp>
        <p:grpSp>
          <p:nvGrpSpPr>
            <p:cNvPr id="18" name="Group 31"/>
            <p:cNvGrpSpPr/>
            <p:nvPr/>
          </p:nvGrpSpPr>
          <p:grpSpPr>
            <a:xfrm>
              <a:off x="9172" y="4965"/>
              <a:ext cx="1048" cy="881"/>
              <a:chOff x="4856163" y="2736851"/>
              <a:chExt cx="358775" cy="301625"/>
            </a:xfrm>
            <a:solidFill>
              <a:sysClr val="window" lastClr="FFFFFF"/>
            </a:solidFill>
          </p:grpSpPr>
          <p:sp>
            <p:nvSpPr>
              <p:cNvPr id="19" name="Freeform 128@|5FFC:0|FBC:0|LFC:16777215|LBC:16777215"/>
              <p:cNvSpPr>
                <a:spLocks noEditPoints="1"/>
              </p:cNvSpPr>
              <p:nvPr/>
            </p:nvSpPr>
            <p:spPr bwMode="auto">
              <a:xfrm>
                <a:off x="4946650" y="2814638"/>
                <a:ext cx="177800" cy="179388"/>
              </a:xfrm>
              <a:custGeom>
                <a:avLst/>
                <a:gdLst/>
                <a:ahLst/>
                <a:cxnLst>
                  <a:cxn ang="0">
                    <a:pos x="31" y="0"/>
                  </a:cxn>
                  <a:cxn ang="0">
                    <a:pos x="0" y="30"/>
                  </a:cxn>
                  <a:cxn ang="0">
                    <a:pos x="31" y="61"/>
                  </a:cxn>
                  <a:cxn ang="0">
                    <a:pos x="61" y="30"/>
                  </a:cxn>
                  <a:cxn ang="0">
                    <a:pos x="31" y="0"/>
                  </a:cxn>
                  <a:cxn ang="0">
                    <a:pos x="48" y="45"/>
                  </a:cxn>
                  <a:cxn ang="0">
                    <a:pos x="16" y="48"/>
                  </a:cxn>
                  <a:cxn ang="0">
                    <a:pos x="13" y="15"/>
                  </a:cxn>
                  <a:cxn ang="0">
                    <a:pos x="46" y="13"/>
                  </a:cxn>
                  <a:cxn ang="0">
                    <a:pos x="48" y="45"/>
                  </a:cxn>
                  <a:cxn ang="0">
                    <a:pos x="48" y="45"/>
                  </a:cxn>
                  <a:cxn ang="0">
                    <a:pos x="48" y="45"/>
                  </a:cxn>
                </a:cxnLst>
                <a:rect l="0" t="0" r="r" b="b"/>
                <a:pathLst>
                  <a:path w="61" h="61">
                    <a:moveTo>
                      <a:pt x="31" y="0"/>
                    </a:moveTo>
                    <a:cubicBezTo>
                      <a:pt x="14" y="0"/>
                      <a:pt x="0" y="13"/>
                      <a:pt x="0" y="30"/>
                    </a:cubicBezTo>
                    <a:cubicBezTo>
                      <a:pt x="0" y="47"/>
                      <a:pt x="14" y="61"/>
                      <a:pt x="31" y="61"/>
                    </a:cubicBezTo>
                    <a:cubicBezTo>
                      <a:pt x="48" y="61"/>
                      <a:pt x="61" y="47"/>
                      <a:pt x="61" y="30"/>
                    </a:cubicBezTo>
                    <a:cubicBezTo>
                      <a:pt x="61" y="13"/>
                      <a:pt x="48" y="0"/>
                      <a:pt x="31" y="0"/>
                    </a:cubicBezTo>
                    <a:close/>
                    <a:moveTo>
                      <a:pt x="48" y="45"/>
                    </a:moveTo>
                    <a:cubicBezTo>
                      <a:pt x="40" y="55"/>
                      <a:pt x="25" y="56"/>
                      <a:pt x="16" y="48"/>
                    </a:cubicBezTo>
                    <a:cubicBezTo>
                      <a:pt x="6" y="39"/>
                      <a:pt x="5" y="25"/>
                      <a:pt x="13" y="15"/>
                    </a:cubicBezTo>
                    <a:cubicBezTo>
                      <a:pt x="22" y="6"/>
                      <a:pt x="36" y="5"/>
                      <a:pt x="46" y="13"/>
                    </a:cubicBezTo>
                    <a:cubicBezTo>
                      <a:pt x="55" y="21"/>
                      <a:pt x="57" y="36"/>
                      <a:pt x="48" y="45"/>
                    </a:cubicBezTo>
                    <a:close/>
                    <a:moveTo>
                      <a:pt x="48" y="45"/>
                    </a:moveTo>
                    <a:cubicBezTo>
                      <a:pt x="48" y="45"/>
                      <a:pt x="48" y="45"/>
                      <a:pt x="48" y="45"/>
                    </a:cubicBezTo>
                  </a:path>
                </a:pathLst>
              </a:custGeom>
              <a:solidFill>
                <a:schemeClr val="tx1"/>
              </a:solid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0" name="Freeform 129@|5FFC:0|FBC:0|LFC:16777215|LBC:16777215"/>
              <p:cNvSpPr>
                <a:spLocks noEditPoints="1"/>
              </p:cNvSpPr>
              <p:nvPr/>
            </p:nvSpPr>
            <p:spPr bwMode="auto">
              <a:xfrm>
                <a:off x="4989513" y="2859088"/>
                <a:ext cx="53975" cy="50800"/>
              </a:xfrm>
              <a:custGeom>
                <a:avLst/>
                <a:gdLst/>
                <a:ahLst/>
                <a:cxnLst>
                  <a:cxn ang="0">
                    <a:pos x="16" y="0"/>
                  </a:cxn>
                  <a:cxn ang="0">
                    <a:pos x="0" y="15"/>
                  </a:cxn>
                  <a:cxn ang="0">
                    <a:pos x="2" y="17"/>
                  </a:cxn>
                  <a:cxn ang="0">
                    <a:pos x="4" y="15"/>
                  </a:cxn>
                  <a:cxn ang="0">
                    <a:pos x="16" y="4"/>
                  </a:cxn>
                  <a:cxn ang="0">
                    <a:pos x="18" y="2"/>
                  </a:cxn>
                  <a:cxn ang="0">
                    <a:pos x="16" y="0"/>
                  </a:cxn>
                  <a:cxn ang="0">
                    <a:pos x="16" y="0"/>
                  </a:cxn>
                  <a:cxn ang="0">
                    <a:pos x="16" y="0"/>
                  </a:cxn>
                </a:cxnLst>
                <a:rect l="0" t="0" r="r" b="b"/>
                <a:pathLst>
                  <a:path w="18" h="17">
                    <a:moveTo>
                      <a:pt x="16" y="0"/>
                    </a:moveTo>
                    <a:cubicBezTo>
                      <a:pt x="7" y="0"/>
                      <a:pt x="0" y="7"/>
                      <a:pt x="0" y="15"/>
                    </a:cubicBezTo>
                    <a:cubicBezTo>
                      <a:pt x="0" y="16"/>
                      <a:pt x="1" y="17"/>
                      <a:pt x="2" y="17"/>
                    </a:cubicBezTo>
                    <a:cubicBezTo>
                      <a:pt x="3" y="17"/>
                      <a:pt x="4" y="16"/>
                      <a:pt x="4" y="15"/>
                    </a:cubicBezTo>
                    <a:cubicBezTo>
                      <a:pt x="4" y="9"/>
                      <a:pt x="9" y="4"/>
                      <a:pt x="16" y="4"/>
                    </a:cubicBezTo>
                    <a:cubicBezTo>
                      <a:pt x="17" y="4"/>
                      <a:pt x="18" y="3"/>
                      <a:pt x="18" y="2"/>
                    </a:cubicBezTo>
                    <a:cubicBezTo>
                      <a:pt x="18" y="1"/>
                      <a:pt x="17" y="0"/>
                      <a:pt x="16" y="0"/>
                    </a:cubicBezTo>
                    <a:close/>
                    <a:moveTo>
                      <a:pt x="16" y="0"/>
                    </a:moveTo>
                    <a:cubicBezTo>
                      <a:pt x="16" y="0"/>
                      <a:pt x="16" y="0"/>
                      <a:pt x="16" y="0"/>
                    </a:cubicBezTo>
                  </a:path>
                </a:pathLst>
              </a:custGeom>
              <a:solidFill>
                <a:schemeClr val="tx1"/>
              </a:solid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1" name="Freeform 130@|5FFC:0|FBC:0|LFC:16777215|LBC:16777215"/>
              <p:cNvSpPr>
                <a:spLocks noEditPoints="1"/>
              </p:cNvSpPr>
              <p:nvPr/>
            </p:nvSpPr>
            <p:spPr bwMode="auto">
              <a:xfrm>
                <a:off x="4856163" y="2736851"/>
                <a:ext cx="358775" cy="301625"/>
              </a:xfrm>
              <a:custGeom>
                <a:avLst/>
                <a:gdLst/>
                <a:ahLst/>
                <a:cxnLst>
                  <a:cxn ang="0">
                    <a:pos x="114" y="23"/>
                  </a:cxn>
                  <a:cxn ang="0">
                    <a:pos x="97" y="20"/>
                  </a:cxn>
                  <a:cxn ang="0">
                    <a:pos x="92" y="7"/>
                  </a:cxn>
                  <a:cxn ang="0">
                    <a:pos x="81" y="0"/>
                  </a:cxn>
                  <a:cxn ang="0">
                    <a:pos x="43" y="0"/>
                  </a:cxn>
                  <a:cxn ang="0">
                    <a:pos x="32" y="7"/>
                  </a:cxn>
                  <a:cxn ang="0">
                    <a:pos x="27" y="20"/>
                  </a:cxn>
                  <a:cxn ang="0">
                    <a:pos x="10" y="23"/>
                  </a:cxn>
                  <a:cxn ang="0">
                    <a:pos x="0" y="34"/>
                  </a:cxn>
                  <a:cxn ang="0">
                    <a:pos x="0" y="92"/>
                  </a:cxn>
                  <a:cxn ang="0">
                    <a:pos x="12" y="103"/>
                  </a:cxn>
                  <a:cxn ang="0">
                    <a:pos x="112" y="103"/>
                  </a:cxn>
                  <a:cxn ang="0">
                    <a:pos x="123" y="92"/>
                  </a:cxn>
                  <a:cxn ang="0">
                    <a:pos x="123" y="34"/>
                  </a:cxn>
                  <a:cxn ang="0">
                    <a:pos x="114" y="23"/>
                  </a:cxn>
                  <a:cxn ang="0">
                    <a:pos x="115" y="92"/>
                  </a:cxn>
                  <a:cxn ang="0">
                    <a:pos x="112" y="96"/>
                  </a:cxn>
                  <a:cxn ang="0">
                    <a:pos x="12" y="96"/>
                  </a:cxn>
                  <a:cxn ang="0">
                    <a:pos x="8" y="92"/>
                  </a:cxn>
                  <a:cxn ang="0">
                    <a:pos x="8" y="34"/>
                  </a:cxn>
                  <a:cxn ang="0">
                    <a:pos x="11" y="30"/>
                  </a:cxn>
                  <a:cxn ang="0">
                    <a:pos x="32" y="27"/>
                  </a:cxn>
                  <a:cxn ang="0">
                    <a:pos x="39" y="10"/>
                  </a:cxn>
                  <a:cxn ang="0">
                    <a:pos x="43" y="7"/>
                  </a:cxn>
                  <a:cxn ang="0">
                    <a:pos x="81" y="7"/>
                  </a:cxn>
                  <a:cxn ang="0">
                    <a:pos x="85" y="10"/>
                  </a:cxn>
                  <a:cxn ang="0">
                    <a:pos x="91" y="27"/>
                  </a:cxn>
                  <a:cxn ang="0">
                    <a:pos x="112" y="30"/>
                  </a:cxn>
                  <a:cxn ang="0">
                    <a:pos x="115" y="34"/>
                  </a:cxn>
                  <a:cxn ang="0">
                    <a:pos x="115" y="92"/>
                  </a:cxn>
                  <a:cxn ang="0">
                    <a:pos x="115" y="92"/>
                  </a:cxn>
                  <a:cxn ang="0">
                    <a:pos x="115" y="92"/>
                  </a:cxn>
                </a:cxnLst>
                <a:rect l="0" t="0" r="r" b="b"/>
                <a:pathLst>
                  <a:path w="123" h="103">
                    <a:moveTo>
                      <a:pt x="114" y="23"/>
                    </a:moveTo>
                    <a:cubicBezTo>
                      <a:pt x="97" y="20"/>
                      <a:pt x="97" y="20"/>
                      <a:pt x="97" y="20"/>
                    </a:cubicBezTo>
                    <a:cubicBezTo>
                      <a:pt x="92" y="7"/>
                      <a:pt x="92" y="7"/>
                      <a:pt x="92" y="7"/>
                    </a:cubicBezTo>
                    <a:cubicBezTo>
                      <a:pt x="90" y="3"/>
                      <a:pt x="86" y="0"/>
                      <a:pt x="81" y="0"/>
                    </a:cubicBezTo>
                    <a:cubicBezTo>
                      <a:pt x="43" y="0"/>
                      <a:pt x="43" y="0"/>
                      <a:pt x="43" y="0"/>
                    </a:cubicBezTo>
                    <a:cubicBezTo>
                      <a:pt x="38" y="0"/>
                      <a:pt x="34" y="3"/>
                      <a:pt x="32" y="7"/>
                    </a:cubicBezTo>
                    <a:cubicBezTo>
                      <a:pt x="27" y="20"/>
                      <a:pt x="27" y="20"/>
                      <a:pt x="27" y="20"/>
                    </a:cubicBezTo>
                    <a:cubicBezTo>
                      <a:pt x="10" y="23"/>
                      <a:pt x="10" y="23"/>
                      <a:pt x="10" y="23"/>
                    </a:cubicBezTo>
                    <a:cubicBezTo>
                      <a:pt x="4" y="24"/>
                      <a:pt x="0" y="29"/>
                      <a:pt x="0" y="34"/>
                    </a:cubicBezTo>
                    <a:cubicBezTo>
                      <a:pt x="0" y="92"/>
                      <a:pt x="0" y="92"/>
                      <a:pt x="0" y="92"/>
                    </a:cubicBezTo>
                    <a:cubicBezTo>
                      <a:pt x="0" y="98"/>
                      <a:pt x="6" y="103"/>
                      <a:pt x="12" y="103"/>
                    </a:cubicBezTo>
                    <a:cubicBezTo>
                      <a:pt x="112" y="103"/>
                      <a:pt x="112" y="103"/>
                      <a:pt x="112" y="103"/>
                    </a:cubicBezTo>
                    <a:cubicBezTo>
                      <a:pt x="118" y="103"/>
                      <a:pt x="123" y="98"/>
                      <a:pt x="123" y="92"/>
                    </a:cubicBezTo>
                    <a:cubicBezTo>
                      <a:pt x="123" y="34"/>
                      <a:pt x="123" y="34"/>
                      <a:pt x="123" y="34"/>
                    </a:cubicBezTo>
                    <a:cubicBezTo>
                      <a:pt x="123" y="29"/>
                      <a:pt x="119" y="24"/>
                      <a:pt x="114" y="23"/>
                    </a:cubicBezTo>
                    <a:close/>
                    <a:moveTo>
                      <a:pt x="115" y="92"/>
                    </a:moveTo>
                    <a:cubicBezTo>
                      <a:pt x="115" y="94"/>
                      <a:pt x="114" y="96"/>
                      <a:pt x="112" y="96"/>
                    </a:cubicBezTo>
                    <a:cubicBezTo>
                      <a:pt x="12" y="96"/>
                      <a:pt x="12" y="96"/>
                      <a:pt x="12" y="96"/>
                    </a:cubicBezTo>
                    <a:cubicBezTo>
                      <a:pt x="10" y="96"/>
                      <a:pt x="8" y="94"/>
                      <a:pt x="8" y="92"/>
                    </a:cubicBezTo>
                    <a:cubicBezTo>
                      <a:pt x="8" y="34"/>
                      <a:pt x="8" y="34"/>
                      <a:pt x="8" y="34"/>
                    </a:cubicBezTo>
                    <a:cubicBezTo>
                      <a:pt x="8" y="32"/>
                      <a:pt x="9" y="31"/>
                      <a:pt x="11" y="30"/>
                    </a:cubicBezTo>
                    <a:cubicBezTo>
                      <a:pt x="32" y="27"/>
                      <a:pt x="32" y="27"/>
                      <a:pt x="32" y="27"/>
                    </a:cubicBezTo>
                    <a:cubicBezTo>
                      <a:pt x="39" y="10"/>
                      <a:pt x="39" y="10"/>
                      <a:pt x="39" y="10"/>
                    </a:cubicBezTo>
                    <a:cubicBezTo>
                      <a:pt x="40" y="8"/>
                      <a:pt x="41" y="7"/>
                      <a:pt x="43" y="7"/>
                    </a:cubicBezTo>
                    <a:cubicBezTo>
                      <a:pt x="81" y="7"/>
                      <a:pt x="81" y="7"/>
                      <a:pt x="81" y="7"/>
                    </a:cubicBezTo>
                    <a:cubicBezTo>
                      <a:pt x="83" y="7"/>
                      <a:pt x="84" y="8"/>
                      <a:pt x="85" y="10"/>
                    </a:cubicBezTo>
                    <a:cubicBezTo>
                      <a:pt x="91" y="27"/>
                      <a:pt x="91" y="27"/>
                      <a:pt x="91" y="27"/>
                    </a:cubicBezTo>
                    <a:cubicBezTo>
                      <a:pt x="112" y="30"/>
                      <a:pt x="112" y="30"/>
                      <a:pt x="112" y="30"/>
                    </a:cubicBezTo>
                    <a:cubicBezTo>
                      <a:pt x="114" y="31"/>
                      <a:pt x="115" y="32"/>
                      <a:pt x="115" y="34"/>
                    </a:cubicBezTo>
                    <a:lnTo>
                      <a:pt x="115" y="92"/>
                    </a:lnTo>
                    <a:close/>
                    <a:moveTo>
                      <a:pt x="115" y="92"/>
                    </a:moveTo>
                    <a:cubicBezTo>
                      <a:pt x="115" y="92"/>
                      <a:pt x="115" y="92"/>
                      <a:pt x="115" y="92"/>
                    </a:cubicBezTo>
                  </a:path>
                </a:pathLst>
              </a:custGeom>
              <a:solidFill>
                <a:schemeClr val="tx1"/>
              </a:solid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grpSp>
        <p:sp>
          <p:nvSpPr>
            <p:cNvPr id="22" name="Freeform 131"/>
            <p:cNvSpPr>
              <a:spLocks noEditPoints="1"/>
            </p:cNvSpPr>
            <p:nvPr/>
          </p:nvSpPr>
          <p:spPr bwMode="auto">
            <a:xfrm>
              <a:off x="3344" y="4989"/>
              <a:ext cx="887" cy="832"/>
            </a:xfrm>
            <a:custGeom>
              <a:avLst/>
              <a:gdLst/>
              <a:ahLst/>
              <a:cxnLst>
                <a:cxn ang="0">
                  <a:pos x="111" y="0"/>
                </a:cxn>
                <a:cxn ang="0">
                  <a:pos x="12" y="0"/>
                </a:cxn>
                <a:cxn ang="0">
                  <a:pos x="0" y="12"/>
                </a:cxn>
                <a:cxn ang="0">
                  <a:pos x="0" y="88"/>
                </a:cxn>
                <a:cxn ang="0">
                  <a:pos x="12" y="100"/>
                </a:cxn>
                <a:cxn ang="0">
                  <a:pos x="50" y="100"/>
                </a:cxn>
                <a:cxn ang="0">
                  <a:pos x="50" y="104"/>
                </a:cxn>
                <a:cxn ang="0">
                  <a:pos x="26" y="108"/>
                </a:cxn>
                <a:cxn ang="0">
                  <a:pos x="23" y="111"/>
                </a:cxn>
                <a:cxn ang="0">
                  <a:pos x="27" y="115"/>
                </a:cxn>
                <a:cxn ang="0">
                  <a:pos x="96" y="115"/>
                </a:cxn>
                <a:cxn ang="0">
                  <a:pos x="100" y="111"/>
                </a:cxn>
                <a:cxn ang="0">
                  <a:pos x="97" y="108"/>
                </a:cxn>
                <a:cxn ang="0">
                  <a:pos x="73" y="104"/>
                </a:cxn>
                <a:cxn ang="0">
                  <a:pos x="73" y="100"/>
                </a:cxn>
                <a:cxn ang="0">
                  <a:pos x="111" y="100"/>
                </a:cxn>
                <a:cxn ang="0">
                  <a:pos x="123" y="88"/>
                </a:cxn>
                <a:cxn ang="0">
                  <a:pos x="123" y="12"/>
                </a:cxn>
                <a:cxn ang="0">
                  <a:pos x="111" y="0"/>
                </a:cxn>
                <a:cxn ang="0">
                  <a:pos x="115" y="88"/>
                </a:cxn>
                <a:cxn ang="0">
                  <a:pos x="111" y="92"/>
                </a:cxn>
                <a:cxn ang="0">
                  <a:pos x="12" y="92"/>
                </a:cxn>
                <a:cxn ang="0">
                  <a:pos x="8" y="88"/>
                </a:cxn>
                <a:cxn ang="0">
                  <a:pos x="8" y="12"/>
                </a:cxn>
                <a:cxn ang="0">
                  <a:pos x="12" y="8"/>
                </a:cxn>
                <a:cxn ang="0">
                  <a:pos x="111" y="8"/>
                </a:cxn>
                <a:cxn ang="0">
                  <a:pos x="115" y="12"/>
                </a:cxn>
                <a:cxn ang="0">
                  <a:pos x="115" y="88"/>
                </a:cxn>
                <a:cxn ang="0">
                  <a:pos x="104" y="15"/>
                </a:cxn>
                <a:cxn ang="0">
                  <a:pos x="19" y="15"/>
                </a:cxn>
                <a:cxn ang="0">
                  <a:pos x="16" y="19"/>
                </a:cxn>
                <a:cxn ang="0">
                  <a:pos x="16" y="73"/>
                </a:cxn>
                <a:cxn ang="0">
                  <a:pos x="19" y="77"/>
                </a:cxn>
                <a:cxn ang="0">
                  <a:pos x="104" y="77"/>
                </a:cxn>
                <a:cxn ang="0">
                  <a:pos x="108" y="73"/>
                </a:cxn>
                <a:cxn ang="0">
                  <a:pos x="108" y="19"/>
                </a:cxn>
                <a:cxn ang="0">
                  <a:pos x="104" y="15"/>
                </a:cxn>
                <a:cxn ang="0">
                  <a:pos x="104" y="73"/>
                </a:cxn>
                <a:cxn ang="0">
                  <a:pos x="19" y="73"/>
                </a:cxn>
                <a:cxn ang="0">
                  <a:pos x="19" y="19"/>
                </a:cxn>
                <a:cxn ang="0">
                  <a:pos x="104" y="19"/>
                </a:cxn>
                <a:cxn ang="0">
                  <a:pos x="104" y="73"/>
                </a:cxn>
                <a:cxn ang="0">
                  <a:pos x="104" y="73"/>
                </a:cxn>
                <a:cxn ang="0">
                  <a:pos x="104" y="73"/>
                </a:cxn>
              </a:cxnLst>
              <a:rect l="0" t="0" r="r" b="b"/>
              <a:pathLst>
                <a:path w="123" h="115">
                  <a:moveTo>
                    <a:pt x="111" y="0"/>
                  </a:moveTo>
                  <a:cubicBezTo>
                    <a:pt x="12" y="0"/>
                    <a:pt x="12" y="0"/>
                    <a:pt x="12" y="0"/>
                  </a:cubicBezTo>
                  <a:cubicBezTo>
                    <a:pt x="5" y="0"/>
                    <a:pt x="0" y="5"/>
                    <a:pt x="0" y="12"/>
                  </a:cubicBezTo>
                  <a:cubicBezTo>
                    <a:pt x="0" y="88"/>
                    <a:pt x="0" y="88"/>
                    <a:pt x="0" y="88"/>
                  </a:cubicBezTo>
                  <a:cubicBezTo>
                    <a:pt x="0" y="95"/>
                    <a:pt x="5" y="100"/>
                    <a:pt x="12" y="100"/>
                  </a:cubicBezTo>
                  <a:cubicBezTo>
                    <a:pt x="50" y="100"/>
                    <a:pt x="50" y="100"/>
                    <a:pt x="50" y="100"/>
                  </a:cubicBezTo>
                  <a:cubicBezTo>
                    <a:pt x="50" y="104"/>
                    <a:pt x="50" y="104"/>
                    <a:pt x="50" y="104"/>
                  </a:cubicBezTo>
                  <a:cubicBezTo>
                    <a:pt x="26" y="108"/>
                    <a:pt x="26" y="108"/>
                    <a:pt x="26" y="108"/>
                  </a:cubicBezTo>
                  <a:cubicBezTo>
                    <a:pt x="24" y="108"/>
                    <a:pt x="23" y="109"/>
                    <a:pt x="23" y="111"/>
                  </a:cubicBezTo>
                  <a:cubicBezTo>
                    <a:pt x="23" y="113"/>
                    <a:pt x="25" y="115"/>
                    <a:pt x="27" y="115"/>
                  </a:cubicBezTo>
                  <a:cubicBezTo>
                    <a:pt x="96" y="115"/>
                    <a:pt x="96" y="115"/>
                    <a:pt x="96" y="115"/>
                  </a:cubicBezTo>
                  <a:cubicBezTo>
                    <a:pt x="98" y="115"/>
                    <a:pt x="100" y="113"/>
                    <a:pt x="100" y="111"/>
                  </a:cubicBezTo>
                  <a:cubicBezTo>
                    <a:pt x="100" y="109"/>
                    <a:pt x="99" y="108"/>
                    <a:pt x="97" y="108"/>
                  </a:cubicBezTo>
                  <a:cubicBezTo>
                    <a:pt x="73" y="104"/>
                    <a:pt x="73" y="104"/>
                    <a:pt x="73" y="104"/>
                  </a:cubicBezTo>
                  <a:cubicBezTo>
                    <a:pt x="73" y="100"/>
                    <a:pt x="73" y="100"/>
                    <a:pt x="73" y="100"/>
                  </a:cubicBezTo>
                  <a:cubicBezTo>
                    <a:pt x="111" y="100"/>
                    <a:pt x="111" y="100"/>
                    <a:pt x="111" y="100"/>
                  </a:cubicBezTo>
                  <a:cubicBezTo>
                    <a:pt x="118" y="100"/>
                    <a:pt x="123" y="95"/>
                    <a:pt x="123" y="88"/>
                  </a:cubicBezTo>
                  <a:cubicBezTo>
                    <a:pt x="123" y="12"/>
                    <a:pt x="123" y="12"/>
                    <a:pt x="123" y="12"/>
                  </a:cubicBezTo>
                  <a:cubicBezTo>
                    <a:pt x="123" y="5"/>
                    <a:pt x="118" y="0"/>
                    <a:pt x="111" y="0"/>
                  </a:cubicBezTo>
                  <a:close/>
                  <a:moveTo>
                    <a:pt x="115" y="88"/>
                  </a:moveTo>
                  <a:cubicBezTo>
                    <a:pt x="115" y="90"/>
                    <a:pt x="114" y="92"/>
                    <a:pt x="111" y="92"/>
                  </a:cubicBezTo>
                  <a:cubicBezTo>
                    <a:pt x="12" y="92"/>
                    <a:pt x="12" y="92"/>
                    <a:pt x="12" y="92"/>
                  </a:cubicBezTo>
                  <a:cubicBezTo>
                    <a:pt x="10" y="92"/>
                    <a:pt x="8" y="90"/>
                    <a:pt x="8" y="88"/>
                  </a:cubicBezTo>
                  <a:cubicBezTo>
                    <a:pt x="8" y="12"/>
                    <a:pt x="8" y="12"/>
                    <a:pt x="8" y="12"/>
                  </a:cubicBezTo>
                  <a:cubicBezTo>
                    <a:pt x="8" y="9"/>
                    <a:pt x="10" y="8"/>
                    <a:pt x="12" y="8"/>
                  </a:cubicBezTo>
                  <a:cubicBezTo>
                    <a:pt x="111" y="8"/>
                    <a:pt x="111" y="8"/>
                    <a:pt x="111" y="8"/>
                  </a:cubicBezTo>
                  <a:cubicBezTo>
                    <a:pt x="114" y="8"/>
                    <a:pt x="115" y="9"/>
                    <a:pt x="115" y="12"/>
                  </a:cubicBezTo>
                  <a:lnTo>
                    <a:pt x="115" y="88"/>
                  </a:lnTo>
                  <a:close/>
                  <a:moveTo>
                    <a:pt x="104" y="15"/>
                  </a:moveTo>
                  <a:cubicBezTo>
                    <a:pt x="19" y="15"/>
                    <a:pt x="19" y="15"/>
                    <a:pt x="19" y="15"/>
                  </a:cubicBezTo>
                  <a:cubicBezTo>
                    <a:pt x="17" y="15"/>
                    <a:pt x="16" y="17"/>
                    <a:pt x="16" y="19"/>
                  </a:cubicBezTo>
                  <a:cubicBezTo>
                    <a:pt x="16" y="73"/>
                    <a:pt x="16" y="73"/>
                    <a:pt x="16" y="73"/>
                  </a:cubicBezTo>
                  <a:cubicBezTo>
                    <a:pt x="16" y="75"/>
                    <a:pt x="17" y="77"/>
                    <a:pt x="19" y="77"/>
                  </a:cubicBezTo>
                  <a:cubicBezTo>
                    <a:pt x="104" y="77"/>
                    <a:pt x="104" y="77"/>
                    <a:pt x="104" y="77"/>
                  </a:cubicBezTo>
                  <a:cubicBezTo>
                    <a:pt x="106" y="77"/>
                    <a:pt x="108" y="75"/>
                    <a:pt x="108" y="73"/>
                  </a:cubicBezTo>
                  <a:cubicBezTo>
                    <a:pt x="108" y="19"/>
                    <a:pt x="108" y="19"/>
                    <a:pt x="108" y="19"/>
                  </a:cubicBezTo>
                  <a:cubicBezTo>
                    <a:pt x="108" y="17"/>
                    <a:pt x="106" y="15"/>
                    <a:pt x="104" y="15"/>
                  </a:cubicBezTo>
                  <a:close/>
                  <a:moveTo>
                    <a:pt x="104" y="73"/>
                  </a:moveTo>
                  <a:cubicBezTo>
                    <a:pt x="19" y="73"/>
                    <a:pt x="19" y="73"/>
                    <a:pt x="19" y="73"/>
                  </a:cubicBezTo>
                  <a:cubicBezTo>
                    <a:pt x="19" y="19"/>
                    <a:pt x="19" y="19"/>
                    <a:pt x="19" y="19"/>
                  </a:cubicBezTo>
                  <a:cubicBezTo>
                    <a:pt x="104" y="19"/>
                    <a:pt x="104" y="19"/>
                    <a:pt x="104" y="19"/>
                  </a:cubicBezTo>
                  <a:lnTo>
                    <a:pt x="104" y="73"/>
                  </a:lnTo>
                  <a:close/>
                  <a:moveTo>
                    <a:pt x="104" y="73"/>
                  </a:moveTo>
                  <a:cubicBezTo>
                    <a:pt x="104" y="73"/>
                    <a:pt x="104" y="73"/>
                    <a:pt x="104" y="73"/>
                  </a:cubicBezTo>
                </a:path>
              </a:pathLst>
            </a:custGeom>
            <a:solidFill>
              <a:schemeClr val="tx1"/>
            </a:solid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3" name="Freeform 153"/>
            <p:cNvSpPr>
              <a:spLocks noEditPoints="1"/>
            </p:cNvSpPr>
            <p:nvPr/>
          </p:nvSpPr>
          <p:spPr bwMode="auto">
            <a:xfrm>
              <a:off x="15125" y="4919"/>
              <a:ext cx="958" cy="971"/>
            </a:xfrm>
            <a:custGeom>
              <a:avLst/>
              <a:gdLst/>
              <a:ahLst/>
              <a:cxnLst>
                <a:cxn ang="0">
                  <a:pos x="0" y="59"/>
                </a:cxn>
                <a:cxn ang="0">
                  <a:pos x="118" y="59"/>
                </a:cxn>
                <a:cxn ang="0">
                  <a:pos x="111" y="57"/>
                </a:cxn>
                <a:cxn ang="0">
                  <a:pos x="83" y="33"/>
                </a:cxn>
                <a:cxn ang="0">
                  <a:pos x="111" y="57"/>
                </a:cxn>
                <a:cxn ang="0">
                  <a:pos x="41" y="91"/>
                </a:cxn>
                <a:cxn ang="0">
                  <a:pos x="57" y="111"/>
                </a:cxn>
                <a:cxn ang="0">
                  <a:pos x="61" y="8"/>
                </a:cxn>
                <a:cxn ang="0">
                  <a:pos x="61" y="34"/>
                </a:cxn>
                <a:cxn ang="0">
                  <a:pos x="61" y="8"/>
                </a:cxn>
                <a:cxn ang="0">
                  <a:pos x="95" y="22"/>
                </a:cxn>
                <a:cxn ang="0">
                  <a:pos x="67" y="8"/>
                </a:cxn>
                <a:cxn ang="0">
                  <a:pos x="57" y="34"/>
                </a:cxn>
                <a:cxn ang="0">
                  <a:pos x="57" y="8"/>
                </a:cxn>
                <a:cxn ang="0">
                  <a:pos x="36" y="30"/>
                </a:cxn>
                <a:cxn ang="0">
                  <a:pos x="50" y="8"/>
                </a:cxn>
                <a:cxn ang="0">
                  <a:pos x="38" y="35"/>
                </a:cxn>
                <a:cxn ang="0">
                  <a:pos x="57" y="57"/>
                </a:cxn>
                <a:cxn ang="0">
                  <a:pos x="38" y="35"/>
                </a:cxn>
                <a:cxn ang="0">
                  <a:pos x="57" y="84"/>
                </a:cxn>
                <a:cxn ang="0">
                  <a:pos x="34" y="61"/>
                </a:cxn>
                <a:cxn ang="0">
                  <a:pos x="50" y="110"/>
                </a:cxn>
                <a:cxn ang="0">
                  <a:pos x="38" y="92"/>
                </a:cxn>
                <a:cxn ang="0">
                  <a:pos x="61" y="111"/>
                </a:cxn>
                <a:cxn ang="0">
                  <a:pos x="77" y="91"/>
                </a:cxn>
                <a:cxn ang="0">
                  <a:pos x="61" y="111"/>
                </a:cxn>
                <a:cxn ang="0">
                  <a:pos x="93" y="99"/>
                </a:cxn>
                <a:cxn ang="0">
                  <a:pos x="80" y="92"/>
                </a:cxn>
                <a:cxn ang="0">
                  <a:pos x="61" y="84"/>
                </a:cxn>
                <a:cxn ang="0">
                  <a:pos x="84" y="61"/>
                </a:cxn>
                <a:cxn ang="0">
                  <a:pos x="61" y="57"/>
                </a:cxn>
                <a:cxn ang="0">
                  <a:pos x="80" y="35"/>
                </a:cxn>
                <a:cxn ang="0">
                  <a:pos x="61" y="57"/>
                </a:cxn>
                <a:cxn ang="0">
                  <a:pos x="35" y="33"/>
                </a:cxn>
                <a:cxn ang="0">
                  <a:pos x="7" y="57"/>
                </a:cxn>
                <a:cxn ang="0">
                  <a:pos x="7" y="61"/>
                </a:cxn>
                <a:cxn ang="0">
                  <a:pos x="36" y="89"/>
                </a:cxn>
                <a:cxn ang="0">
                  <a:pos x="7" y="61"/>
                </a:cxn>
                <a:cxn ang="0">
                  <a:pos x="82" y="89"/>
                </a:cxn>
                <a:cxn ang="0">
                  <a:pos x="111" y="61"/>
                </a:cxn>
                <a:cxn ang="0">
                  <a:pos x="95" y="96"/>
                </a:cxn>
              </a:cxnLst>
              <a:rect l="0" t="0" r="r" b="b"/>
              <a:pathLst>
                <a:path w="118" h="119">
                  <a:moveTo>
                    <a:pt x="59" y="0"/>
                  </a:moveTo>
                  <a:cubicBezTo>
                    <a:pt x="26" y="0"/>
                    <a:pt x="0" y="27"/>
                    <a:pt x="0" y="59"/>
                  </a:cubicBezTo>
                  <a:cubicBezTo>
                    <a:pt x="0" y="92"/>
                    <a:pt x="26" y="119"/>
                    <a:pt x="59" y="119"/>
                  </a:cubicBezTo>
                  <a:cubicBezTo>
                    <a:pt x="92" y="119"/>
                    <a:pt x="118" y="92"/>
                    <a:pt x="118" y="59"/>
                  </a:cubicBezTo>
                  <a:cubicBezTo>
                    <a:pt x="118" y="27"/>
                    <a:pt x="92" y="0"/>
                    <a:pt x="59" y="0"/>
                  </a:cubicBezTo>
                  <a:close/>
                  <a:moveTo>
                    <a:pt x="111" y="57"/>
                  </a:moveTo>
                  <a:cubicBezTo>
                    <a:pt x="88" y="57"/>
                    <a:pt x="88" y="57"/>
                    <a:pt x="88" y="57"/>
                  </a:cubicBezTo>
                  <a:cubicBezTo>
                    <a:pt x="87" y="49"/>
                    <a:pt x="86" y="41"/>
                    <a:pt x="83" y="33"/>
                  </a:cubicBezTo>
                  <a:cubicBezTo>
                    <a:pt x="88" y="31"/>
                    <a:pt x="93" y="28"/>
                    <a:pt x="98" y="25"/>
                  </a:cubicBezTo>
                  <a:cubicBezTo>
                    <a:pt x="105" y="34"/>
                    <a:pt x="110" y="45"/>
                    <a:pt x="111" y="57"/>
                  </a:cubicBezTo>
                  <a:close/>
                  <a:moveTo>
                    <a:pt x="57" y="111"/>
                  </a:moveTo>
                  <a:cubicBezTo>
                    <a:pt x="50" y="106"/>
                    <a:pt x="45" y="99"/>
                    <a:pt x="41" y="91"/>
                  </a:cubicBezTo>
                  <a:cubicBezTo>
                    <a:pt x="46" y="89"/>
                    <a:pt x="52" y="88"/>
                    <a:pt x="57" y="88"/>
                  </a:cubicBezTo>
                  <a:cubicBezTo>
                    <a:pt x="57" y="111"/>
                    <a:pt x="57" y="111"/>
                    <a:pt x="57" y="111"/>
                  </a:cubicBezTo>
                  <a:cubicBezTo>
                    <a:pt x="57" y="111"/>
                    <a:pt x="57" y="111"/>
                    <a:pt x="57" y="111"/>
                  </a:cubicBezTo>
                  <a:close/>
                  <a:moveTo>
                    <a:pt x="61" y="8"/>
                  </a:moveTo>
                  <a:cubicBezTo>
                    <a:pt x="68" y="14"/>
                    <a:pt x="74" y="22"/>
                    <a:pt x="78" y="31"/>
                  </a:cubicBezTo>
                  <a:cubicBezTo>
                    <a:pt x="73" y="33"/>
                    <a:pt x="67" y="34"/>
                    <a:pt x="61" y="34"/>
                  </a:cubicBezTo>
                  <a:cubicBezTo>
                    <a:pt x="61" y="8"/>
                    <a:pt x="61" y="8"/>
                    <a:pt x="61" y="8"/>
                  </a:cubicBezTo>
                  <a:cubicBezTo>
                    <a:pt x="61" y="8"/>
                    <a:pt x="61" y="8"/>
                    <a:pt x="61" y="8"/>
                  </a:cubicBezTo>
                  <a:close/>
                  <a:moveTo>
                    <a:pt x="67" y="8"/>
                  </a:moveTo>
                  <a:cubicBezTo>
                    <a:pt x="78" y="10"/>
                    <a:pt x="88" y="15"/>
                    <a:pt x="95" y="22"/>
                  </a:cubicBezTo>
                  <a:cubicBezTo>
                    <a:pt x="91" y="25"/>
                    <a:pt x="87" y="28"/>
                    <a:pt x="82" y="30"/>
                  </a:cubicBezTo>
                  <a:cubicBezTo>
                    <a:pt x="78" y="22"/>
                    <a:pt x="73" y="14"/>
                    <a:pt x="67" y="8"/>
                  </a:cubicBezTo>
                  <a:close/>
                  <a:moveTo>
                    <a:pt x="57" y="8"/>
                  </a:moveTo>
                  <a:cubicBezTo>
                    <a:pt x="57" y="34"/>
                    <a:pt x="57" y="34"/>
                    <a:pt x="57" y="34"/>
                  </a:cubicBezTo>
                  <a:cubicBezTo>
                    <a:pt x="51" y="34"/>
                    <a:pt x="45" y="33"/>
                    <a:pt x="40" y="31"/>
                  </a:cubicBezTo>
                  <a:cubicBezTo>
                    <a:pt x="44" y="22"/>
                    <a:pt x="50" y="14"/>
                    <a:pt x="57" y="8"/>
                  </a:cubicBezTo>
                  <a:cubicBezTo>
                    <a:pt x="57" y="8"/>
                    <a:pt x="57" y="8"/>
                    <a:pt x="57" y="8"/>
                  </a:cubicBezTo>
                  <a:close/>
                  <a:moveTo>
                    <a:pt x="36" y="30"/>
                  </a:moveTo>
                  <a:cubicBezTo>
                    <a:pt x="31" y="28"/>
                    <a:pt x="27" y="25"/>
                    <a:pt x="23" y="22"/>
                  </a:cubicBezTo>
                  <a:cubicBezTo>
                    <a:pt x="30" y="15"/>
                    <a:pt x="40" y="10"/>
                    <a:pt x="50" y="8"/>
                  </a:cubicBezTo>
                  <a:cubicBezTo>
                    <a:pt x="45" y="14"/>
                    <a:pt x="40" y="22"/>
                    <a:pt x="36" y="30"/>
                  </a:cubicBezTo>
                  <a:close/>
                  <a:moveTo>
                    <a:pt x="38" y="35"/>
                  </a:moveTo>
                  <a:cubicBezTo>
                    <a:pt x="44" y="37"/>
                    <a:pt x="50" y="38"/>
                    <a:pt x="57" y="38"/>
                  </a:cubicBezTo>
                  <a:cubicBezTo>
                    <a:pt x="57" y="57"/>
                    <a:pt x="57" y="57"/>
                    <a:pt x="57" y="57"/>
                  </a:cubicBezTo>
                  <a:cubicBezTo>
                    <a:pt x="34" y="57"/>
                    <a:pt x="34" y="57"/>
                    <a:pt x="34" y="57"/>
                  </a:cubicBezTo>
                  <a:cubicBezTo>
                    <a:pt x="34" y="49"/>
                    <a:pt x="36" y="42"/>
                    <a:pt x="38" y="35"/>
                  </a:cubicBezTo>
                  <a:close/>
                  <a:moveTo>
                    <a:pt x="57" y="61"/>
                  </a:moveTo>
                  <a:cubicBezTo>
                    <a:pt x="57" y="84"/>
                    <a:pt x="57" y="84"/>
                    <a:pt x="57" y="84"/>
                  </a:cubicBezTo>
                  <a:cubicBezTo>
                    <a:pt x="51" y="85"/>
                    <a:pt x="45" y="86"/>
                    <a:pt x="40" y="87"/>
                  </a:cubicBezTo>
                  <a:cubicBezTo>
                    <a:pt x="36" y="79"/>
                    <a:pt x="34" y="71"/>
                    <a:pt x="34" y="61"/>
                  </a:cubicBezTo>
                  <a:lnTo>
                    <a:pt x="57" y="61"/>
                  </a:lnTo>
                  <a:close/>
                  <a:moveTo>
                    <a:pt x="50" y="110"/>
                  </a:moveTo>
                  <a:cubicBezTo>
                    <a:pt x="41" y="109"/>
                    <a:pt x="32" y="105"/>
                    <a:pt x="25" y="99"/>
                  </a:cubicBezTo>
                  <a:cubicBezTo>
                    <a:pt x="29" y="96"/>
                    <a:pt x="33" y="94"/>
                    <a:pt x="38" y="92"/>
                  </a:cubicBezTo>
                  <a:cubicBezTo>
                    <a:pt x="41" y="99"/>
                    <a:pt x="45" y="105"/>
                    <a:pt x="50" y="110"/>
                  </a:cubicBezTo>
                  <a:close/>
                  <a:moveTo>
                    <a:pt x="61" y="111"/>
                  </a:moveTo>
                  <a:cubicBezTo>
                    <a:pt x="61" y="88"/>
                    <a:pt x="61" y="88"/>
                    <a:pt x="61" y="88"/>
                  </a:cubicBezTo>
                  <a:cubicBezTo>
                    <a:pt x="66" y="88"/>
                    <a:pt x="72" y="89"/>
                    <a:pt x="77" y="91"/>
                  </a:cubicBezTo>
                  <a:cubicBezTo>
                    <a:pt x="73" y="99"/>
                    <a:pt x="67" y="106"/>
                    <a:pt x="61" y="111"/>
                  </a:cubicBezTo>
                  <a:cubicBezTo>
                    <a:pt x="61" y="111"/>
                    <a:pt x="61" y="111"/>
                    <a:pt x="61" y="111"/>
                  </a:cubicBezTo>
                  <a:close/>
                  <a:moveTo>
                    <a:pt x="80" y="92"/>
                  </a:moveTo>
                  <a:cubicBezTo>
                    <a:pt x="85" y="94"/>
                    <a:pt x="89" y="96"/>
                    <a:pt x="93" y="99"/>
                  </a:cubicBezTo>
                  <a:cubicBezTo>
                    <a:pt x="86" y="105"/>
                    <a:pt x="77" y="109"/>
                    <a:pt x="67" y="110"/>
                  </a:cubicBezTo>
                  <a:cubicBezTo>
                    <a:pt x="73" y="105"/>
                    <a:pt x="77" y="99"/>
                    <a:pt x="80" y="92"/>
                  </a:cubicBezTo>
                  <a:close/>
                  <a:moveTo>
                    <a:pt x="78" y="87"/>
                  </a:moveTo>
                  <a:cubicBezTo>
                    <a:pt x="73" y="86"/>
                    <a:pt x="67" y="85"/>
                    <a:pt x="61" y="84"/>
                  </a:cubicBezTo>
                  <a:cubicBezTo>
                    <a:pt x="61" y="61"/>
                    <a:pt x="61" y="61"/>
                    <a:pt x="61" y="61"/>
                  </a:cubicBezTo>
                  <a:cubicBezTo>
                    <a:pt x="84" y="61"/>
                    <a:pt x="84" y="61"/>
                    <a:pt x="84" y="61"/>
                  </a:cubicBezTo>
                  <a:cubicBezTo>
                    <a:pt x="84" y="71"/>
                    <a:pt x="82" y="79"/>
                    <a:pt x="78" y="87"/>
                  </a:cubicBezTo>
                  <a:close/>
                  <a:moveTo>
                    <a:pt x="61" y="57"/>
                  </a:moveTo>
                  <a:cubicBezTo>
                    <a:pt x="61" y="38"/>
                    <a:pt x="61" y="38"/>
                    <a:pt x="61" y="38"/>
                  </a:cubicBezTo>
                  <a:cubicBezTo>
                    <a:pt x="67" y="38"/>
                    <a:pt x="74" y="37"/>
                    <a:pt x="80" y="35"/>
                  </a:cubicBezTo>
                  <a:cubicBezTo>
                    <a:pt x="82" y="42"/>
                    <a:pt x="84" y="49"/>
                    <a:pt x="84" y="57"/>
                  </a:cubicBezTo>
                  <a:lnTo>
                    <a:pt x="61" y="57"/>
                  </a:lnTo>
                  <a:close/>
                  <a:moveTo>
                    <a:pt x="20" y="25"/>
                  </a:moveTo>
                  <a:cubicBezTo>
                    <a:pt x="25" y="28"/>
                    <a:pt x="30" y="31"/>
                    <a:pt x="35" y="33"/>
                  </a:cubicBezTo>
                  <a:cubicBezTo>
                    <a:pt x="32" y="41"/>
                    <a:pt x="30" y="49"/>
                    <a:pt x="30" y="57"/>
                  </a:cubicBezTo>
                  <a:cubicBezTo>
                    <a:pt x="7" y="57"/>
                    <a:pt x="7" y="57"/>
                    <a:pt x="7" y="57"/>
                  </a:cubicBezTo>
                  <a:cubicBezTo>
                    <a:pt x="8" y="45"/>
                    <a:pt x="13" y="34"/>
                    <a:pt x="20" y="25"/>
                  </a:cubicBezTo>
                  <a:close/>
                  <a:moveTo>
                    <a:pt x="7" y="61"/>
                  </a:moveTo>
                  <a:cubicBezTo>
                    <a:pt x="30" y="61"/>
                    <a:pt x="30" y="61"/>
                    <a:pt x="30" y="61"/>
                  </a:cubicBezTo>
                  <a:cubicBezTo>
                    <a:pt x="31" y="71"/>
                    <a:pt x="33" y="80"/>
                    <a:pt x="36" y="89"/>
                  </a:cubicBezTo>
                  <a:cubicBezTo>
                    <a:pt x="31" y="91"/>
                    <a:pt x="27" y="93"/>
                    <a:pt x="22" y="96"/>
                  </a:cubicBezTo>
                  <a:cubicBezTo>
                    <a:pt x="13" y="87"/>
                    <a:pt x="8" y="75"/>
                    <a:pt x="7" y="61"/>
                  </a:cubicBezTo>
                  <a:close/>
                  <a:moveTo>
                    <a:pt x="95" y="96"/>
                  </a:moveTo>
                  <a:cubicBezTo>
                    <a:pt x="91" y="93"/>
                    <a:pt x="87" y="91"/>
                    <a:pt x="82" y="89"/>
                  </a:cubicBezTo>
                  <a:cubicBezTo>
                    <a:pt x="85" y="80"/>
                    <a:pt x="87" y="71"/>
                    <a:pt x="88" y="61"/>
                  </a:cubicBezTo>
                  <a:cubicBezTo>
                    <a:pt x="111" y="61"/>
                    <a:pt x="111" y="61"/>
                    <a:pt x="111" y="61"/>
                  </a:cubicBezTo>
                  <a:cubicBezTo>
                    <a:pt x="110" y="75"/>
                    <a:pt x="104" y="87"/>
                    <a:pt x="95" y="96"/>
                  </a:cubicBezTo>
                  <a:close/>
                  <a:moveTo>
                    <a:pt x="95" y="96"/>
                  </a:moveTo>
                  <a:cubicBezTo>
                    <a:pt x="95" y="96"/>
                    <a:pt x="95" y="96"/>
                    <a:pt x="95" y="96"/>
                  </a:cubicBezTo>
                </a:path>
              </a:pathLst>
            </a:custGeom>
            <a:solidFill>
              <a:schemeClr val="tx1"/>
            </a:solidFill>
            <a:ln w="9525">
              <a:noFill/>
              <a:round/>
            </a:ln>
          </p:spPr>
          <p:txBody>
            <a:bodyPr vert="horz" wrap="square" lIns="121682" tIns="60841" rIns="121682" bIns="60841" numCol="1" anchor="t" anchorCtr="0" compatLnSpc="1"/>
            <a:lstStyle/>
            <a:p>
              <a:pPr marL="0" marR="0" lvl="0" indent="0" defTabSz="1217295"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charset="-122"/>
                <a:sym typeface="Arial" panose="020B0604020202020204" pitchFamily="34" charset="0"/>
              </a:endParaRPr>
            </a:p>
          </p:txBody>
        </p:sp>
      </p:grpSp>
      <p:grpSp>
        <p:nvGrpSpPr>
          <p:cNvPr id="24" name="组合 23"/>
          <p:cNvGrpSpPr/>
          <p:nvPr/>
        </p:nvGrpSpPr>
        <p:grpSpPr>
          <a:xfrm>
            <a:off x="1427480" y="4592320"/>
            <a:ext cx="1955165" cy="1363634"/>
            <a:chOff x="856" y="7106"/>
            <a:chExt cx="3336" cy="2327"/>
          </a:xfrm>
        </p:grpSpPr>
        <p:grpSp>
          <p:nvGrpSpPr>
            <p:cNvPr id="25" name="组合 24"/>
            <p:cNvGrpSpPr/>
            <p:nvPr/>
          </p:nvGrpSpPr>
          <p:grpSpPr>
            <a:xfrm>
              <a:off x="856" y="7106"/>
              <a:ext cx="3336" cy="2327"/>
              <a:chOff x="1548" y="7359"/>
              <a:chExt cx="3336" cy="2327"/>
            </a:xfrm>
          </p:grpSpPr>
          <p:sp>
            <p:nvSpPr>
              <p:cNvPr id="28" name="矩形 27"/>
              <p:cNvSpPr/>
              <p:nvPr/>
            </p:nvSpPr>
            <p:spPr>
              <a:xfrm>
                <a:off x="1548" y="7970"/>
                <a:ext cx="3336" cy="1716"/>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29" name="矩形 28"/>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26" name="直接连接符 25"/>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3301365" y="4165600"/>
            <a:ext cx="1955165" cy="1363634"/>
            <a:chOff x="856" y="7106"/>
            <a:chExt cx="3336" cy="2327"/>
          </a:xfrm>
        </p:grpSpPr>
        <p:grpSp>
          <p:nvGrpSpPr>
            <p:cNvPr id="30" name="组合 29"/>
            <p:cNvGrpSpPr/>
            <p:nvPr/>
          </p:nvGrpSpPr>
          <p:grpSpPr>
            <a:xfrm>
              <a:off x="856" y="7106"/>
              <a:ext cx="3336" cy="2327"/>
              <a:chOff x="1548" y="7359"/>
              <a:chExt cx="3336" cy="2327"/>
            </a:xfrm>
          </p:grpSpPr>
          <p:sp>
            <p:nvSpPr>
              <p:cNvPr id="31" name="矩形 30"/>
              <p:cNvSpPr/>
              <p:nvPr/>
            </p:nvSpPr>
            <p:spPr>
              <a:xfrm>
                <a:off x="1548" y="7970"/>
                <a:ext cx="3336" cy="1716"/>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32" name="矩形 31"/>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33" name="直接连接符 32"/>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5178425" y="4592320"/>
            <a:ext cx="1955165" cy="1363634"/>
            <a:chOff x="856" y="7106"/>
            <a:chExt cx="3336" cy="2327"/>
          </a:xfrm>
        </p:grpSpPr>
        <p:grpSp>
          <p:nvGrpSpPr>
            <p:cNvPr id="35" name="组合 34"/>
            <p:cNvGrpSpPr/>
            <p:nvPr/>
          </p:nvGrpSpPr>
          <p:grpSpPr>
            <a:xfrm>
              <a:off x="856" y="7106"/>
              <a:ext cx="3336" cy="2327"/>
              <a:chOff x="1548" y="7359"/>
              <a:chExt cx="3336" cy="2327"/>
            </a:xfrm>
          </p:grpSpPr>
          <p:sp>
            <p:nvSpPr>
              <p:cNvPr id="36" name="矩形 35"/>
              <p:cNvSpPr/>
              <p:nvPr/>
            </p:nvSpPr>
            <p:spPr>
              <a:xfrm>
                <a:off x="1548" y="7970"/>
                <a:ext cx="3336" cy="1716"/>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37" name="矩形 36"/>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38" name="直接连接符 37"/>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7055485" y="4165600"/>
            <a:ext cx="1955165" cy="1363634"/>
            <a:chOff x="856" y="7106"/>
            <a:chExt cx="3336" cy="2327"/>
          </a:xfrm>
        </p:grpSpPr>
        <p:grpSp>
          <p:nvGrpSpPr>
            <p:cNvPr id="40" name="组合 39"/>
            <p:cNvGrpSpPr/>
            <p:nvPr/>
          </p:nvGrpSpPr>
          <p:grpSpPr>
            <a:xfrm>
              <a:off x="856" y="7106"/>
              <a:ext cx="3336" cy="2327"/>
              <a:chOff x="1548" y="7359"/>
              <a:chExt cx="3336" cy="2327"/>
            </a:xfrm>
          </p:grpSpPr>
          <p:sp>
            <p:nvSpPr>
              <p:cNvPr id="41" name="矩形 40"/>
              <p:cNvSpPr/>
              <p:nvPr/>
            </p:nvSpPr>
            <p:spPr>
              <a:xfrm>
                <a:off x="1548" y="7970"/>
                <a:ext cx="3336" cy="1716"/>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2" name="矩形 41"/>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43" name="直接连接符 42"/>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8931275" y="4502785"/>
            <a:ext cx="1955165" cy="1363634"/>
            <a:chOff x="856" y="7106"/>
            <a:chExt cx="3336" cy="2327"/>
          </a:xfrm>
        </p:grpSpPr>
        <p:grpSp>
          <p:nvGrpSpPr>
            <p:cNvPr id="45" name="组合 44"/>
            <p:cNvGrpSpPr/>
            <p:nvPr/>
          </p:nvGrpSpPr>
          <p:grpSpPr>
            <a:xfrm>
              <a:off x="856" y="7106"/>
              <a:ext cx="3336" cy="2327"/>
              <a:chOff x="1548" y="7359"/>
              <a:chExt cx="3336" cy="2327"/>
            </a:xfrm>
          </p:grpSpPr>
          <p:sp>
            <p:nvSpPr>
              <p:cNvPr id="46" name="矩形 45"/>
              <p:cNvSpPr/>
              <p:nvPr/>
            </p:nvSpPr>
            <p:spPr>
              <a:xfrm>
                <a:off x="1548" y="7970"/>
                <a:ext cx="3336" cy="1716"/>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47" name="矩形 46"/>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48" name="直接连接符 47"/>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4663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sp>
        <p:nvSpPr>
          <p:cNvPr id="5" name="等腰三角形 4"/>
          <p:cNvSpPr/>
          <p:nvPr/>
        </p:nvSpPr>
        <p:spPr>
          <a:xfrm>
            <a:off x="3242945" y="3869055"/>
            <a:ext cx="5669280" cy="301752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718560" y="1631315"/>
            <a:ext cx="4718050" cy="4718050"/>
            <a:chOff x="5856" y="2569"/>
            <a:chExt cx="7430" cy="7430"/>
          </a:xfrm>
        </p:grpSpPr>
        <p:pic>
          <p:nvPicPr>
            <p:cNvPr id="6" name="图片 5" descr="b052e450e8816176253e3130e5c6601b"/>
            <p:cNvPicPr>
              <a:picLocks noChangeAspect="1"/>
            </p:cNvPicPr>
            <p:nvPr/>
          </p:nvPicPr>
          <p:blipFill>
            <a:blip r:embed="rId4"/>
            <a:stretch>
              <a:fillRect/>
            </a:stretch>
          </p:blipFill>
          <p:spPr>
            <a:xfrm>
              <a:off x="5856" y="2569"/>
              <a:ext cx="7431" cy="7431"/>
            </a:xfrm>
            <a:prstGeom prst="rect">
              <a:avLst/>
            </a:prstGeom>
          </p:spPr>
        </p:pic>
        <p:pic>
          <p:nvPicPr>
            <p:cNvPr id="7" name="图片 6" descr="360截图20170406195847808"/>
            <p:cNvPicPr>
              <a:picLocks noChangeAspect="1"/>
            </p:cNvPicPr>
            <p:nvPr/>
          </p:nvPicPr>
          <p:blipFill>
            <a:blip r:embed="rId5">
              <a:grayscl/>
            </a:blip>
            <a:stretch>
              <a:fillRect/>
            </a:stretch>
          </p:blipFill>
          <p:spPr>
            <a:xfrm>
              <a:off x="6356" y="3634"/>
              <a:ext cx="6411" cy="3820"/>
            </a:xfrm>
            <a:prstGeom prst="rect">
              <a:avLst/>
            </a:prstGeom>
          </p:spPr>
        </p:pic>
      </p:grpSp>
      <p:grpSp>
        <p:nvGrpSpPr>
          <p:cNvPr id="11" name="组合 10"/>
          <p:cNvGrpSpPr/>
          <p:nvPr/>
        </p:nvGrpSpPr>
        <p:grpSpPr>
          <a:xfrm>
            <a:off x="1216025" y="2307590"/>
            <a:ext cx="1462405" cy="1463675"/>
            <a:chOff x="2720" y="3860"/>
            <a:chExt cx="2303" cy="2305"/>
          </a:xfrm>
        </p:grpSpPr>
        <p:sp>
          <p:nvSpPr>
            <p:cNvPr id="12" name="Oval 3"/>
            <p:cNvSpPr>
              <a:spLocks noChangeAspect="1"/>
            </p:cNvSpPr>
            <p:nvPr/>
          </p:nvSpPr>
          <p:spPr>
            <a:xfrm>
              <a:off x="2720" y="3860"/>
              <a:ext cx="2303" cy="2305"/>
            </a:xfrm>
            <a:prstGeom prst="ellipse">
              <a:avLst/>
            </a:prstGeom>
            <a:noFill/>
            <a:ln w="3175" cap="flat" cmpd="sng" algn="ctr">
              <a:solidFill>
                <a:schemeClr val="tx1"/>
              </a:solidFill>
              <a:prstDash val="solid"/>
            </a:ln>
            <a:effectLst/>
            <a:extLst>
              <a:ext uri="{909E8E84-426E-40DD-AFC4-6F175D3DCCD1}">
                <a14:hiddenFill xmlns:a14="http://schemas.microsoft.com/office/drawing/2010/main">
                  <a:solidFill>
                    <a:srgbClr val="115D91"/>
                  </a:solidFill>
                </a14:hiddenFill>
              </a:ext>
            </a:ex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3" name="Freeform 101"/>
            <p:cNvSpPr>
              <a:spLocks noEditPoints="1"/>
            </p:cNvSpPr>
            <p:nvPr/>
          </p:nvSpPr>
          <p:spPr bwMode="auto">
            <a:xfrm>
              <a:off x="3194" y="4563"/>
              <a:ext cx="1355" cy="900"/>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tx1"/>
            </a:solidFill>
            <a:ln w="9525">
              <a:noFill/>
              <a:round/>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4" name="组合 23"/>
          <p:cNvGrpSpPr/>
          <p:nvPr/>
        </p:nvGrpSpPr>
        <p:grpSpPr>
          <a:xfrm>
            <a:off x="969645" y="3876040"/>
            <a:ext cx="1955165" cy="2354569"/>
            <a:chOff x="856" y="7106"/>
            <a:chExt cx="3336" cy="4018"/>
          </a:xfrm>
        </p:grpSpPr>
        <p:grpSp>
          <p:nvGrpSpPr>
            <p:cNvPr id="25" name="组合 24"/>
            <p:cNvGrpSpPr/>
            <p:nvPr/>
          </p:nvGrpSpPr>
          <p:grpSpPr>
            <a:xfrm>
              <a:off x="856" y="7106"/>
              <a:ext cx="3336" cy="4018"/>
              <a:chOff x="1548" y="7359"/>
              <a:chExt cx="3336" cy="4018"/>
            </a:xfrm>
          </p:grpSpPr>
          <p:sp>
            <p:nvSpPr>
              <p:cNvPr id="28" name="矩形 27"/>
              <p:cNvSpPr/>
              <p:nvPr/>
            </p:nvSpPr>
            <p:spPr>
              <a:xfrm>
                <a:off x="1548" y="7970"/>
                <a:ext cx="3336" cy="3407"/>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goeshere.Put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a:p>
                <a:pPr algn="ctr">
                  <a:spcAft>
                    <a:spcPts val="600"/>
                  </a:spcAft>
                </a:pP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sp>
            <p:nvSpPr>
              <p:cNvPr id="29" name="矩形 28"/>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26" name="直接连接符 25"/>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Oval 26"/>
          <p:cNvSpPr>
            <a:spLocks noChangeAspect="1"/>
          </p:cNvSpPr>
          <p:nvPr/>
        </p:nvSpPr>
        <p:spPr>
          <a:xfrm>
            <a:off x="9574213" y="2307590"/>
            <a:ext cx="1462088" cy="1463675"/>
          </a:xfrm>
          <a:prstGeom prst="ellipse">
            <a:avLst/>
          </a:prstGeom>
          <a:noFill/>
          <a:ln w="3175" cap="flat" cmpd="sng" algn="ctr">
            <a:solidFill>
              <a:schemeClr val="tx1"/>
            </a:solidFill>
            <a:prstDash val="solid"/>
          </a:ln>
          <a:effectLst/>
          <a:extLst>
            <a:ext uri="{909E8E84-426E-40DD-AFC4-6F175D3DCCD1}">
              <a14:hiddenFill xmlns:a14="http://schemas.microsoft.com/office/drawing/2010/main">
                <a:solidFill>
                  <a:srgbClr val="115D91"/>
                </a:solidFill>
              </a14:hiddenFill>
            </a:ext>
          </a:ex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 name="Freeform 217"/>
          <p:cNvSpPr>
            <a:spLocks noChangeAspect="1" noEditPoints="1"/>
          </p:cNvSpPr>
          <p:nvPr/>
        </p:nvSpPr>
        <p:spPr bwMode="auto">
          <a:xfrm>
            <a:off x="9944100" y="2767965"/>
            <a:ext cx="722313" cy="542925"/>
          </a:xfrm>
          <a:custGeom>
            <a:avLst/>
            <a:gdLst/>
            <a:ahLst/>
            <a:cxnLst>
              <a:cxn ang="0">
                <a:pos x="78" y="58"/>
              </a:cxn>
              <a:cxn ang="0">
                <a:pos x="0" y="58"/>
              </a:cxn>
              <a:cxn ang="0">
                <a:pos x="0" y="0"/>
              </a:cxn>
              <a:cxn ang="0">
                <a:pos x="5" y="0"/>
              </a:cxn>
              <a:cxn ang="0">
                <a:pos x="5" y="53"/>
              </a:cxn>
              <a:cxn ang="0">
                <a:pos x="78" y="53"/>
              </a:cxn>
              <a:cxn ang="0">
                <a:pos x="78" y="58"/>
              </a:cxn>
              <a:cxn ang="0">
                <a:pos x="73" y="22"/>
              </a:cxn>
              <a:cxn ang="0">
                <a:pos x="71" y="23"/>
              </a:cxn>
              <a:cxn ang="0">
                <a:pos x="66" y="18"/>
              </a:cxn>
              <a:cxn ang="0">
                <a:pos x="42" y="42"/>
              </a:cxn>
              <a:cxn ang="0">
                <a:pos x="40" y="42"/>
              </a:cxn>
              <a:cxn ang="0">
                <a:pos x="31" y="34"/>
              </a:cxn>
              <a:cxn ang="0">
                <a:pos x="16" y="49"/>
              </a:cxn>
              <a:cxn ang="0">
                <a:pos x="8" y="42"/>
              </a:cxn>
              <a:cxn ang="0">
                <a:pos x="30" y="20"/>
              </a:cxn>
              <a:cxn ang="0">
                <a:pos x="32" y="20"/>
              </a:cxn>
              <a:cxn ang="0">
                <a:pos x="41" y="29"/>
              </a:cxn>
              <a:cxn ang="0">
                <a:pos x="59" y="11"/>
              </a:cxn>
              <a:cxn ang="0">
                <a:pos x="54" y="6"/>
              </a:cxn>
              <a:cxn ang="0">
                <a:pos x="55" y="4"/>
              </a:cxn>
              <a:cxn ang="0">
                <a:pos x="71" y="4"/>
              </a:cxn>
              <a:cxn ang="0">
                <a:pos x="73" y="6"/>
              </a:cxn>
              <a:cxn ang="0">
                <a:pos x="73" y="22"/>
              </a:cxn>
            </a:cxnLst>
            <a:rect l="0" t="0" r="r" b="b"/>
            <a:pathLst>
              <a:path w="78" h="58">
                <a:moveTo>
                  <a:pt x="78" y="58"/>
                </a:moveTo>
                <a:cubicBezTo>
                  <a:pt x="0" y="58"/>
                  <a:pt x="0" y="58"/>
                  <a:pt x="0" y="58"/>
                </a:cubicBezTo>
                <a:cubicBezTo>
                  <a:pt x="0" y="0"/>
                  <a:pt x="0" y="0"/>
                  <a:pt x="0" y="0"/>
                </a:cubicBezTo>
                <a:cubicBezTo>
                  <a:pt x="5" y="0"/>
                  <a:pt x="5" y="0"/>
                  <a:pt x="5" y="0"/>
                </a:cubicBezTo>
                <a:cubicBezTo>
                  <a:pt x="5" y="53"/>
                  <a:pt x="5" y="53"/>
                  <a:pt x="5" y="53"/>
                </a:cubicBezTo>
                <a:cubicBezTo>
                  <a:pt x="78" y="53"/>
                  <a:pt x="78" y="53"/>
                  <a:pt x="78" y="53"/>
                </a:cubicBezTo>
                <a:lnTo>
                  <a:pt x="78" y="58"/>
                </a:lnTo>
                <a:close/>
                <a:moveTo>
                  <a:pt x="73" y="22"/>
                </a:moveTo>
                <a:cubicBezTo>
                  <a:pt x="73" y="23"/>
                  <a:pt x="71" y="24"/>
                  <a:pt x="71" y="23"/>
                </a:cubicBezTo>
                <a:cubicBezTo>
                  <a:pt x="66" y="18"/>
                  <a:pt x="66" y="18"/>
                  <a:pt x="66" y="18"/>
                </a:cubicBezTo>
                <a:cubicBezTo>
                  <a:pt x="42" y="42"/>
                  <a:pt x="42" y="42"/>
                  <a:pt x="42" y="42"/>
                </a:cubicBezTo>
                <a:cubicBezTo>
                  <a:pt x="41" y="43"/>
                  <a:pt x="41" y="43"/>
                  <a:pt x="40" y="42"/>
                </a:cubicBezTo>
                <a:cubicBezTo>
                  <a:pt x="31" y="34"/>
                  <a:pt x="31" y="34"/>
                  <a:pt x="31" y="34"/>
                </a:cubicBezTo>
                <a:cubicBezTo>
                  <a:pt x="16" y="49"/>
                  <a:pt x="16" y="49"/>
                  <a:pt x="16" y="49"/>
                </a:cubicBezTo>
                <a:cubicBezTo>
                  <a:pt x="8" y="42"/>
                  <a:pt x="8" y="42"/>
                  <a:pt x="8" y="42"/>
                </a:cubicBezTo>
                <a:cubicBezTo>
                  <a:pt x="30" y="20"/>
                  <a:pt x="30" y="20"/>
                  <a:pt x="30" y="20"/>
                </a:cubicBezTo>
                <a:cubicBezTo>
                  <a:pt x="31" y="19"/>
                  <a:pt x="32" y="19"/>
                  <a:pt x="32" y="20"/>
                </a:cubicBezTo>
                <a:cubicBezTo>
                  <a:pt x="41" y="29"/>
                  <a:pt x="41" y="29"/>
                  <a:pt x="41" y="29"/>
                </a:cubicBezTo>
                <a:cubicBezTo>
                  <a:pt x="59" y="11"/>
                  <a:pt x="59" y="11"/>
                  <a:pt x="59" y="11"/>
                </a:cubicBezTo>
                <a:cubicBezTo>
                  <a:pt x="54" y="6"/>
                  <a:pt x="54" y="6"/>
                  <a:pt x="54" y="6"/>
                </a:cubicBezTo>
                <a:cubicBezTo>
                  <a:pt x="53" y="6"/>
                  <a:pt x="54" y="4"/>
                  <a:pt x="55" y="4"/>
                </a:cubicBezTo>
                <a:cubicBezTo>
                  <a:pt x="71" y="4"/>
                  <a:pt x="71" y="4"/>
                  <a:pt x="71" y="4"/>
                </a:cubicBezTo>
                <a:cubicBezTo>
                  <a:pt x="72" y="4"/>
                  <a:pt x="73" y="5"/>
                  <a:pt x="73" y="6"/>
                </a:cubicBezTo>
                <a:lnTo>
                  <a:pt x="73" y="22"/>
                </a:lnTo>
                <a:close/>
              </a:path>
            </a:pathLst>
          </a:custGeom>
          <a:solidFill>
            <a:schemeClr val="tx1"/>
          </a:solidFill>
          <a:ln w="9525">
            <a:noFill/>
            <a:round/>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4" name="组合 13"/>
          <p:cNvGrpSpPr/>
          <p:nvPr/>
        </p:nvGrpSpPr>
        <p:grpSpPr>
          <a:xfrm>
            <a:off x="9328150" y="3771265"/>
            <a:ext cx="1955165" cy="2354569"/>
            <a:chOff x="856" y="7106"/>
            <a:chExt cx="3336" cy="4018"/>
          </a:xfrm>
        </p:grpSpPr>
        <p:grpSp>
          <p:nvGrpSpPr>
            <p:cNvPr id="15" name="组合 14"/>
            <p:cNvGrpSpPr/>
            <p:nvPr/>
          </p:nvGrpSpPr>
          <p:grpSpPr>
            <a:xfrm>
              <a:off x="856" y="7106"/>
              <a:ext cx="3336" cy="4018"/>
              <a:chOff x="1548" y="7359"/>
              <a:chExt cx="3336" cy="4018"/>
            </a:xfrm>
          </p:grpSpPr>
          <p:sp>
            <p:nvSpPr>
              <p:cNvPr id="17" name="矩形 16"/>
              <p:cNvSpPr/>
              <p:nvPr/>
            </p:nvSpPr>
            <p:spPr>
              <a:xfrm>
                <a:off x="1548" y="7970"/>
                <a:ext cx="3336" cy="3407"/>
              </a:xfrm>
              <a:prstGeom prst="rect">
                <a:avLst/>
              </a:prstGeom>
            </p:spPr>
            <p:txBody>
              <a:bodyPr wrap="square">
                <a:spAutoFit/>
              </a:bodyPr>
              <a:lstStyle/>
              <a:p>
                <a:pPr algn="ct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rPr>
                  <a:t>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goeshere.Put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a:p>
                <a:pPr algn="ctr">
                  <a:spcAft>
                    <a:spcPts val="600"/>
                  </a:spcAft>
                </a:pP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sp>
            <p:nvSpPr>
              <p:cNvPr id="20" name="矩形 19"/>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cxnSp>
          <p:nvCxnSpPr>
            <p:cNvPr id="21" name="直接连接符 20"/>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521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12" name="组合 11"/>
          <p:cNvGrpSpPr/>
          <p:nvPr/>
        </p:nvGrpSpPr>
        <p:grpSpPr>
          <a:xfrm>
            <a:off x="4023360" y="2309495"/>
            <a:ext cx="4129405" cy="4021455"/>
            <a:chOff x="6380" y="2685"/>
            <a:chExt cx="6503" cy="6333"/>
          </a:xfrm>
        </p:grpSpPr>
        <p:sp>
          <p:nvSpPr>
            <p:cNvPr id="13" name="Freeform 5"/>
            <p:cNvSpPr/>
            <p:nvPr/>
          </p:nvSpPr>
          <p:spPr bwMode="auto">
            <a:xfrm>
              <a:off x="8440" y="2685"/>
              <a:ext cx="2170" cy="3113"/>
            </a:xfrm>
            <a:custGeom>
              <a:avLst/>
              <a:gdLst/>
              <a:ahLst/>
              <a:cxnLst>
                <a:cxn ang="0">
                  <a:pos x="224" y="205"/>
                </a:cxn>
                <a:cxn ang="0">
                  <a:pos x="207" y="229"/>
                </a:cxn>
                <a:cxn ang="0">
                  <a:pos x="201" y="220"/>
                </a:cxn>
                <a:cxn ang="0">
                  <a:pos x="179" y="211"/>
                </a:cxn>
                <a:cxn ang="0">
                  <a:pos x="156" y="220"/>
                </a:cxn>
                <a:cxn ang="0">
                  <a:pos x="147" y="243"/>
                </a:cxn>
                <a:cxn ang="0">
                  <a:pos x="156" y="265"/>
                </a:cxn>
                <a:cxn ang="0">
                  <a:pos x="175" y="275"/>
                </a:cxn>
                <a:cxn ang="0">
                  <a:pos x="141" y="322"/>
                </a:cxn>
                <a:cxn ang="0">
                  <a:pos x="122" y="283"/>
                </a:cxn>
                <a:cxn ang="0">
                  <a:pos x="102" y="322"/>
                </a:cxn>
                <a:cxn ang="0">
                  <a:pos x="63" y="269"/>
                </a:cxn>
                <a:cxn ang="0">
                  <a:pos x="54" y="283"/>
                </a:cxn>
                <a:cxn ang="0">
                  <a:pos x="32" y="293"/>
                </a:cxn>
                <a:cxn ang="0">
                  <a:pos x="9" y="283"/>
                </a:cxn>
                <a:cxn ang="0">
                  <a:pos x="0" y="261"/>
                </a:cxn>
                <a:cxn ang="0">
                  <a:pos x="9" y="238"/>
                </a:cxn>
                <a:cxn ang="0">
                  <a:pos x="32" y="229"/>
                </a:cxn>
                <a:cxn ang="0">
                  <a:pos x="33" y="229"/>
                </a:cxn>
                <a:cxn ang="0">
                  <a:pos x="15" y="205"/>
                </a:cxn>
                <a:cxn ang="0">
                  <a:pos x="122" y="0"/>
                </a:cxn>
                <a:cxn ang="0">
                  <a:pos x="224" y="205"/>
                </a:cxn>
              </a:cxnLst>
              <a:rect l="0" t="0" r="r" b="b"/>
              <a:pathLst>
                <a:path w="224" h="322">
                  <a:moveTo>
                    <a:pt x="224" y="205"/>
                  </a:moveTo>
                  <a:cubicBezTo>
                    <a:pt x="207" y="229"/>
                    <a:pt x="207" y="229"/>
                    <a:pt x="207" y="229"/>
                  </a:cubicBezTo>
                  <a:cubicBezTo>
                    <a:pt x="206" y="226"/>
                    <a:pt x="204" y="223"/>
                    <a:pt x="201" y="220"/>
                  </a:cubicBezTo>
                  <a:cubicBezTo>
                    <a:pt x="195" y="214"/>
                    <a:pt x="188" y="211"/>
                    <a:pt x="179" y="211"/>
                  </a:cubicBezTo>
                  <a:cubicBezTo>
                    <a:pt x="170" y="211"/>
                    <a:pt x="163" y="214"/>
                    <a:pt x="156" y="220"/>
                  </a:cubicBezTo>
                  <a:cubicBezTo>
                    <a:pt x="150" y="227"/>
                    <a:pt x="147" y="234"/>
                    <a:pt x="147" y="243"/>
                  </a:cubicBezTo>
                  <a:cubicBezTo>
                    <a:pt x="147" y="252"/>
                    <a:pt x="150" y="259"/>
                    <a:pt x="156" y="265"/>
                  </a:cubicBezTo>
                  <a:cubicBezTo>
                    <a:pt x="162" y="271"/>
                    <a:pt x="168" y="274"/>
                    <a:pt x="175" y="275"/>
                  </a:cubicBezTo>
                  <a:cubicBezTo>
                    <a:pt x="141" y="322"/>
                    <a:pt x="141" y="322"/>
                    <a:pt x="141" y="322"/>
                  </a:cubicBezTo>
                  <a:cubicBezTo>
                    <a:pt x="122" y="283"/>
                    <a:pt x="122" y="283"/>
                    <a:pt x="122" y="283"/>
                  </a:cubicBezTo>
                  <a:cubicBezTo>
                    <a:pt x="102" y="322"/>
                    <a:pt x="102" y="322"/>
                    <a:pt x="102" y="322"/>
                  </a:cubicBezTo>
                  <a:cubicBezTo>
                    <a:pt x="63" y="269"/>
                    <a:pt x="63" y="269"/>
                    <a:pt x="63" y="269"/>
                  </a:cubicBezTo>
                  <a:cubicBezTo>
                    <a:pt x="61" y="275"/>
                    <a:pt x="58" y="279"/>
                    <a:pt x="54" y="283"/>
                  </a:cubicBezTo>
                  <a:cubicBezTo>
                    <a:pt x="48" y="290"/>
                    <a:pt x="41" y="293"/>
                    <a:pt x="32" y="293"/>
                  </a:cubicBezTo>
                  <a:cubicBezTo>
                    <a:pt x="23" y="293"/>
                    <a:pt x="15" y="290"/>
                    <a:pt x="9" y="283"/>
                  </a:cubicBezTo>
                  <a:cubicBezTo>
                    <a:pt x="3" y="277"/>
                    <a:pt x="0" y="270"/>
                    <a:pt x="0" y="261"/>
                  </a:cubicBezTo>
                  <a:cubicBezTo>
                    <a:pt x="0" y="252"/>
                    <a:pt x="3" y="245"/>
                    <a:pt x="9" y="238"/>
                  </a:cubicBezTo>
                  <a:cubicBezTo>
                    <a:pt x="15" y="232"/>
                    <a:pt x="23" y="229"/>
                    <a:pt x="32" y="229"/>
                  </a:cubicBezTo>
                  <a:cubicBezTo>
                    <a:pt x="32" y="229"/>
                    <a:pt x="32" y="229"/>
                    <a:pt x="33" y="229"/>
                  </a:cubicBezTo>
                  <a:cubicBezTo>
                    <a:pt x="15" y="205"/>
                    <a:pt x="15" y="205"/>
                    <a:pt x="15" y="205"/>
                  </a:cubicBezTo>
                  <a:cubicBezTo>
                    <a:pt x="122" y="0"/>
                    <a:pt x="122" y="0"/>
                    <a:pt x="122" y="0"/>
                  </a:cubicBezTo>
                  <a:lnTo>
                    <a:pt x="224" y="205"/>
                  </a:lnTo>
                  <a:close/>
                </a:path>
              </a:pathLst>
            </a:custGeom>
            <a:solidFill>
              <a:schemeClr val="tx1"/>
            </a:solidFill>
            <a:ln w="19050">
              <a:solidFill>
                <a:schemeClr val="bg1"/>
              </a:solidFill>
              <a:round/>
            </a:ln>
          </p:spPr>
          <p:txBody>
            <a:bodyPr lIns="121682" tIns="60841" rIns="121682" bIns="60841"/>
            <a:lstStyle/>
            <a:p>
              <a:pPr defTabSz="1217295">
                <a:defRPr/>
              </a:pPr>
              <a:endParaRPr lang="en-US" sz="3190" kern="0" dirty="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14" name="Freeform 6"/>
            <p:cNvSpPr/>
            <p:nvPr/>
          </p:nvSpPr>
          <p:spPr bwMode="auto">
            <a:xfrm>
              <a:off x="6380" y="4668"/>
              <a:ext cx="3048" cy="2232"/>
            </a:xfrm>
            <a:custGeom>
              <a:avLst/>
              <a:gdLst/>
              <a:ahLst/>
              <a:cxnLst>
                <a:cxn ang="0">
                  <a:pos x="315" y="117"/>
                </a:cxn>
                <a:cxn ang="0">
                  <a:pos x="272" y="124"/>
                </a:cxn>
                <a:cxn ang="0">
                  <a:pos x="303" y="156"/>
                </a:cxn>
                <a:cxn ang="0">
                  <a:pos x="245" y="176"/>
                </a:cxn>
                <a:cxn ang="0">
                  <a:pos x="245" y="176"/>
                </a:cxn>
                <a:cxn ang="0">
                  <a:pos x="255" y="199"/>
                </a:cxn>
                <a:cxn ang="0">
                  <a:pos x="245" y="221"/>
                </a:cxn>
                <a:cxn ang="0">
                  <a:pos x="223" y="231"/>
                </a:cxn>
                <a:cxn ang="0">
                  <a:pos x="200" y="221"/>
                </a:cxn>
                <a:cxn ang="0">
                  <a:pos x="191" y="199"/>
                </a:cxn>
                <a:cxn ang="0">
                  <a:pos x="191" y="195"/>
                </a:cxn>
                <a:cxn ang="0">
                  <a:pos x="166" y="204"/>
                </a:cxn>
                <a:cxn ang="0">
                  <a:pos x="0" y="36"/>
                </a:cxn>
                <a:cxn ang="0">
                  <a:pos x="228" y="0"/>
                </a:cxn>
                <a:cxn ang="0">
                  <a:pos x="246" y="24"/>
                </a:cxn>
                <a:cxn ang="0">
                  <a:pos x="245" y="24"/>
                </a:cxn>
                <a:cxn ang="0">
                  <a:pos x="222" y="33"/>
                </a:cxn>
                <a:cxn ang="0">
                  <a:pos x="213" y="56"/>
                </a:cxn>
                <a:cxn ang="0">
                  <a:pos x="222" y="78"/>
                </a:cxn>
                <a:cxn ang="0">
                  <a:pos x="245" y="88"/>
                </a:cxn>
                <a:cxn ang="0">
                  <a:pos x="267" y="78"/>
                </a:cxn>
                <a:cxn ang="0">
                  <a:pos x="276" y="64"/>
                </a:cxn>
                <a:cxn ang="0">
                  <a:pos x="315" y="117"/>
                </a:cxn>
              </a:cxnLst>
              <a:rect l="0" t="0" r="r" b="b"/>
              <a:pathLst>
                <a:path w="315" h="231">
                  <a:moveTo>
                    <a:pt x="315" y="117"/>
                  </a:moveTo>
                  <a:cubicBezTo>
                    <a:pt x="272" y="124"/>
                    <a:pt x="272" y="124"/>
                    <a:pt x="272" y="124"/>
                  </a:cubicBezTo>
                  <a:cubicBezTo>
                    <a:pt x="303" y="156"/>
                    <a:pt x="303" y="156"/>
                    <a:pt x="303" y="156"/>
                  </a:cubicBezTo>
                  <a:cubicBezTo>
                    <a:pt x="245" y="176"/>
                    <a:pt x="245" y="176"/>
                    <a:pt x="245" y="176"/>
                  </a:cubicBezTo>
                  <a:cubicBezTo>
                    <a:pt x="245" y="176"/>
                    <a:pt x="245" y="176"/>
                    <a:pt x="245" y="176"/>
                  </a:cubicBezTo>
                  <a:cubicBezTo>
                    <a:pt x="251" y="182"/>
                    <a:pt x="255" y="190"/>
                    <a:pt x="255" y="199"/>
                  </a:cubicBezTo>
                  <a:cubicBezTo>
                    <a:pt x="255" y="208"/>
                    <a:pt x="251" y="215"/>
                    <a:pt x="245" y="221"/>
                  </a:cubicBezTo>
                  <a:cubicBezTo>
                    <a:pt x="239" y="227"/>
                    <a:pt x="232" y="231"/>
                    <a:pt x="223" y="231"/>
                  </a:cubicBezTo>
                  <a:cubicBezTo>
                    <a:pt x="214" y="231"/>
                    <a:pt x="206" y="227"/>
                    <a:pt x="200" y="221"/>
                  </a:cubicBezTo>
                  <a:cubicBezTo>
                    <a:pt x="194" y="215"/>
                    <a:pt x="191" y="208"/>
                    <a:pt x="191" y="199"/>
                  </a:cubicBezTo>
                  <a:cubicBezTo>
                    <a:pt x="191" y="198"/>
                    <a:pt x="191" y="196"/>
                    <a:pt x="191" y="195"/>
                  </a:cubicBezTo>
                  <a:cubicBezTo>
                    <a:pt x="166" y="204"/>
                    <a:pt x="166" y="204"/>
                    <a:pt x="166" y="204"/>
                  </a:cubicBezTo>
                  <a:cubicBezTo>
                    <a:pt x="0" y="36"/>
                    <a:pt x="0" y="36"/>
                    <a:pt x="0" y="36"/>
                  </a:cubicBezTo>
                  <a:cubicBezTo>
                    <a:pt x="228" y="0"/>
                    <a:pt x="228" y="0"/>
                    <a:pt x="228" y="0"/>
                  </a:cubicBezTo>
                  <a:cubicBezTo>
                    <a:pt x="246" y="24"/>
                    <a:pt x="246" y="24"/>
                    <a:pt x="246" y="24"/>
                  </a:cubicBezTo>
                  <a:cubicBezTo>
                    <a:pt x="245" y="24"/>
                    <a:pt x="245" y="24"/>
                    <a:pt x="245" y="24"/>
                  </a:cubicBezTo>
                  <a:cubicBezTo>
                    <a:pt x="236" y="24"/>
                    <a:pt x="228" y="27"/>
                    <a:pt x="222" y="33"/>
                  </a:cubicBezTo>
                  <a:cubicBezTo>
                    <a:pt x="216" y="40"/>
                    <a:pt x="213" y="47"/>
                    <a:pt x="213" y="56"/>
                  </a:cubicBezTo>
                  <a:cubicBezTo>
                    <a:pt x="213" y="65"/>
                    <a:pt x="216" y="72"/>
                    <a:pt x="222" y="78"/>
                  </a:cubicBezTo>
                  <a:cubicBezTo>
                    <a:pt x="228" y="85"/>
                    <a:pt x="236" y="88"/>
                    <a:pt x="245" y="88"/>
                  </a:cubicBezTo>
                  <a:cubicBezTo>
                    <a:pt x="254" y="88"/>
                    <a:pt x="261" y="85"/>
                    <a:pt x="267" y="78"/>
                  </a:cubicBezTo>
                  <a:cubicBezTo>
                    <a:pt x="271" y="74"/>
                    <a:pt x="274" y="70"/>
                    <a:pt x="276" y="64"/>
                  </a:cubicBezTo>
                  <a:lnTo>
                    <a:pt x="315" y="117"/>
                  </a:lnTo>
                  <a:close/>
                </a:path>
              </a:pathLst>
            </a:custGeom>
            <a:solidFill>
              <a:schemeClr val="tx1"/>
            </a:solidFill>
            <a:ln w="19050">
              <a:solidFill>
                <a:schemeClr val="bg1"/>
              </a:solidFill>
              <a:round/>
            </a:ln>
          </p:spPr>
          <p:txBody>
            <a:bodyPr lIns="121682" tIns="60841" rIns="121682" bIns="60841"/>
            <a:lstStyle/>
            <a:p>
              <a:pPr defTabSz="1217295">
                <a:defRPr/>
              </a:pPr>
              <a:endParaRPr lang="en-US" sz="3190" kern="0" dirty="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15" name="Freeform 7"/>
            <p:cNvSpPr/>
            <p:nvPr/>
          </p:nvSpPr>
          <p:spPr bwMode="auto">
            <a:xfrm>
              <a:off x="7483" y="6173"/>
              <a:ext cx="2595" cy="2845"/>
            </a:xfrm>
            <a:custGeom>
              <a:avLst/>
              <a:gdLst/>
              <a:ahLst/>
              <a:cxnLst>
                <a:cxn ang="0">
                  <a:pos x="189" y="0"/>
                </a:cxn>
                <a:cxn ang="0">
                  <a:pos x="179" y="46"/>
                </a:cxn>
                <a:cxn ang="0">
                  <a:pos x="221" y="24"/>
                </a:cxn>
                <a:cxn ang="0">
                  <a:pos x="219" y="89"/>
                </a:cxn>
                <a:cxn ang="0">
                  <a:pos x="236" y="84"/>
                </a:cxn>
                <a:cxn ang="0">
                  <a:pos x="258" y="93"/>
                </a:cxn>
                <a:cxn ang="0">
                  <a:pos x="268" y="116"/>
                </a:cxn>
                <a:cxn ang="0">
                  <a:pos x="258" y="138"/>
                </a:cxn>
                <a:cxn ang="0">
                  <a:pos x="236" y="148"/>
                </a:cxn>
                <a:cxn ang="0">
                  <a:pos x="218" y="142"/>
                </a:cxn>
                <a:cxn ang="0">
                  <a:pos x="218" y="176"/>
                </a:cxn>
                <a:cxn ang="0">
                  <a:pos x="0" y="294"/>
                </a:cxn>
                <a:cxn ang="0">
                  <a:pos x="52" y="48"/>
                </a:cxn>
                <a:cxn ang="0">
                  <a:pos x="77" y="39"/>
                </a:cxn>
                <a:cxn ang="0">
                  <a:pos x="77" y="43"/>
                </a:cxn>
                <a:cxn ang="0">
                  <a:pos x="86" y="65"/>
                </a:cxn>
                <a:cxn ang="0">
                  <a:pos x="109" y="75"/>
                </a:cxn>
                <a:cxn ang="0">
                  <a:pos x="131" y="65"/>
                </a:cxn>
                <a:cxn ang="0">
                  <a:pos x="141" y="43"/>
                </a:cxn>
                <a:cxn ang="0">
                  <a:pos x="131" y="20"/>
                </a:cxn>
                <a:cxn ang="0">
                  <a:pos x="131" y="20"/>
                </a:cxn>
                <a:cxn ang="0">
                  <a:pos x="189" y="0"/>
                </a:cxn>
              </a:cxnLst>
              <a:rect l="0" t="0" r="r" b="b"/>
              <a:pathLst>
                <a:path w="268" h="294">
                  <a:moveTo>
                    <a:pt x="189" y="0"/>
                  </a:moveTo>
                  <a:cubicBezTo>
                    <a:pt x="179" y="46"/>
                    <a:pt x="179" y="46"/>
                    <a:pt x="179" y="46"/>
                  </a:cubicBezTo>
                  <a:cubicBezTo>
                    <a:pt x="221" y="24"/>
                    <a:pt x="221" y="24"/>
                    <a:pt x="221" y="24"/>
                  </a:cubicBezTo>
                  <a:cubicBezTo>
                    <a:pt x="219" y="89"/>
                    <a:pt x="219" y="89"/>
                    <a:pt x="219" y="89"/>
                  </a:cubicBezTo>
                  <a:cubicBezTo>
                    <a:pt x="224" y="86"/>
                    <a:pt x="230" y="84"/>
                    <a:pt x="236" y="84"/>
                  </a:cubicBezTo>
                  <a:cubicBezTo>
                    <a:pt x="245" y="84"/>
                    <a:pt x="252" y="87"/>
                    <a:pt x="258" y="93"/>
                  </a:cubicBezTo>
                  <a:cubicBezTo>
                    <a:pt x="265" y="99"/>
                    <a:pt x="268" y="107"/>
                    <a:pt x="268" y="116"/>
                  </a:cubicBezTo>
                  <a:cubicBezTo>
                    <a:pt x="268" y="125"/>
                    <a:pt x="265" y="132"/>
                    <a:pt x="258" y="138"/>
                  </a:cubicBezTo>
                  <a:cubicBezTo>
                    <a:pt x="252" y="144"/>
                    <a:pt x="245" y="148"/>
                    <a:pt x="236" y="148"/>
                  </a:cubicBezTo>
                  <a:cubicBezTo>
                    <a:pt x="229" y="148"/>
                    <a:pt x="224" y="146"/>
                    <a:pt x="218" y="142"/>
                  </a:cubicBezTo>
                  <a:cubicBezTo>
                    <a:pt x="218" y="176"/>
                    <a:pt x="218" y="176"/>
                    <a:pt x="218" y="176"/>
                  </a:cubicBezTo>
                  <a:cubicBezTo>
                    <a:pt x="0" y="294"/>
                    <a:pt x="0" y="294"/>
                    <a:pt x="0" y="294"/>
                  </a:cubicBezTo>
                  <a:cubicBezTo>
                    <a:pt x="52" y="48"/>
                    <a:pt x="52" y="48"/>
                    <a:pt x="52" y="48"/>
                  </a:cubicBezTo>
                  <a:cubicBezTo>
                    <a:pt x="77" y="39"/>
                    <a:pt x="77" y="39"/>
                    <a:pt x="77" y="39"/>
                  </a:cubicBezTo>
                  <a:cubicBezTo>
                    <a:pt x="77" y="40"/>
                    <a:pt x="77" y="42"/>
                    <a:pt x="77" y="43"/>
                  </a:cubicBezTo>
                  <a:cubicBezTo>
                    <a:pt x="77" y="52"/>
                    <a:pt x="80" y="59"/>
                    <a:pt x="86" y="65"/>
                  </a:cubicBezTo>
                  <a:cubicBezTo>
                    <a:pt x="92" y="71"/>
                    <a:pt x="100" y="75"/>
                    <a:pt x="109" y="75"/>
                  </a:cubicBezTo>
                  <a:cubicBezTo>
                    <a:pt x="118" y="75"/>
                    <a:pt x="125" y="71"/>
                    <a:pt x="131" y="65"/>
                  </a:cubicBezTo>
                  <a:cubicBezTo>
                    <a:pt x="137" y="59"/>
                    <a:pt x="141" y="52"/>
                    <a:pt x="141" y="43"/>
                  </a:cubicBezTo>
                  <a:cubicBezTo>
                    <a:pt x="141" y="34"/>
                    <a:pt x="137" y="26"/>
                    <a:pt x="131" y="20"/>
                  </a:cubicBezTo>
                  <a:cubicBezTo>
                    <a:pt x="131" y="20"/>
                    <a:pt x="131" y="20"/>
                    <a:pt x="131" y="20"/>
                  </a:cubicBezTo>
                  <a:lnTo>
                    <a:pt x="189" y="0"/>
                  </a:lnTo>
                  <a:close/>
                </a:path>
              </a:pathLst>
            </a:custGeom>
            <a:solidFill>
              <a:schemeClr val="tx1"/>
            </a:solidFill>
            <a:ln w="19050">
              <a:solidFill>
                <a:schemeClr val="bg1"/>
              </a:solidFill>
              <a:round/>
            </a:ln>
          </p:spPr>
          <p:txBody>
            <a:bodyPr lIns="121682" tIns="60841" rIns="121682" bIns="60841"/>
            <a:lstStyle/>
            <a:p>
              <a:pPr defTabSz="1217295">
                <a:defRPr/>
              </a:pPr>
              <a:endParaRPr lang="en-US" sz="3190" kern="0" dirty="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17" name="Freeform 8"/>
            <p:cNvSpPr/>
            <p:nvPr/>
          </p:nvSpPr>
          <p:spPr bwMode="auto">
            <a:xfrm>
              <a:off x="9593" y="6050"/>
              <a:ext cx="2137" cy="2948"/>
            </a:xfrm>
            <a:custGeom>
              <a:avLst/>
              <a:gdLst/>
              <a:ahLst/>
              <a:cxnLst>
                <a:cxn ang="0">
                  <a:pos x="3" y="37"/>
                </a:cxn>
                <a:cxn ang="0">
                  <a:pos x="44" y="59"/>
                </a:cxn>
                <a:cxn ang="0">
                  <a:pos x="35" y="12"/>
                </a:cxn>
                <a:cxn ang="0">
                  <a:pos x="94" y="32"/>
                </a:cxn>
                <a:cxn ang="0">
                  <a:pos x="94" y="32"/>
                </a:cxn>
                <a:cxn ang="0">
                  <a:pos x="103" y="9"/>
                </a:cxn>
                <a:cxn ang="0">
                  <a:pos x="126" y="0"/>
                </a:cxn>
                <a:cxn ang="0">
                  <a:pos x="148" y="9"/>
                </a:cxn>
                <a:cxn ang="0">
                  <a:pos x="158" y="32"/>
                </a:cxn>
                <a:cxn ang="0">
                  <a:pos x="151" y="51"/>
                </a:cxn>
                <a:cxn ang="0">
                  <a:pos x="173" y="59"/>
                </a:cxn>
                <a:cxn ang="0">
                  <a:pos x="174" y="59"/>
                </a:cxn>
                <a:cxn ang="0">
                  <a:pos x="221" y="304"/>
                </a:cxn>
                <a:cxn ang="0">
                  <a:pos x="220" y="305"/>
                </a:cxn>
                <a:cxn ang="0">
                  <a:pos x="0" y="189"/>
                </a:cxn>
                <a:cxn ang="0">
                  <a:pos x="0" y="155"/>
                </a:cxn>
                <a:cxn ang="0">
                  <a:pos x="18" y="161"/>
                </a:cxn>
                <a:cxn ang="0">
                  <a:pos x="40" y="151"/>
                </a:cxn>
                <a:cxn ang="0">
                  <a:pos x="50" y="129"/>
                </a:cxn>
                <a:cxn ang="0">
                  <a:pos x="40" y="106"/>
                </a:cxn>
                <a:cxn ang="0">
                  <a:pos x="18" y="97"/>
                </a:cxn>
                <a:cxn ang="0">
                  <a:pos x="1" y="102"/>
                </a:cxn>
                <a:cxn ang="0">
                  <a:pos x="3" y="37"/>
                </a:cxn>
              </a:cxnLst>
              <a:rect l="0" t="0" r="r" b="b"/>
              <a:pathLst>
                <a:path w="221" h="305">
                  <a:moveTo>
                    <a:pt x="3" y="37"/>
                  </a:moveTo>
                  <a:cubicBezTo>
                    <a:pt x="44" y="59"/>
                    <a:pt x="44" y="59"/>
                    <a:pt x="44" y="59"/>
                  </a:cubicBezTo>
                  <a:cubicBezTo>
                    <a:pt x="35" y="12"/>
                    <a:pt x="35" y="12"/>
                    <a:pt x="35" y="12"/>
                  </a:cubicBezTo>
                  <a:cubicBezTo>
                    <a:pt x="94" y="32"/>
                    <a:pt x="94" y="32"/>
                    <a:pt x="94" y="32"/>
                  </a:cubicBezTo>
                  <a:cubicBezTo>
                    <a:pt x="94" y="32"/>
                    <a:pt x="94" y="32"/>
                    <a:pt x="94" y="32"/>
                  </a:cubicBezTo>
                  <a:cubicBezTo>
                    <a:pt x="94" y="23"/>
                    <a:pt x="97" y="15"/>
                    <a:pt x="103" y="9"/>
                  </a:cubicBezTo>
                  <a:cubicBezTo>
                    <a:pt x="110" y="3"/>
                    <a:pt x="117" y="0"/>
                    <a:pt x="126" y="0"/>
                  </a:cubicBezTo>
                  <a:cubicBezTo>
                    <a:pt x="135" y="0"/>
                    <a:pt x="142" y="3"/>
                    <a:pt x="148" y="9"/>
                  </a:cubicBezTo>
                  <a:cubicBezTo>
                    <a:pt x="155" y="15"/>
                    <a:pt x="158" y="23"/>
                    <a:pt x="158" y="32"/>
                  </a:cubicBezTo>
                  <a:cubicBezTo>
                    <a:pt x="158" y="39"/>
                    <a:pt x="155" y="46"/>
                    <a:pt x="151" y="51"/>
                  </a:cubicBezTo>
                  <a:cubicBezTo>
                    <a:pt x="173" y="59"/>
                    <a:pt x="173" y="59"/>
                    <a:pt x="173" y="59"/>
                  </a:cubicBezTo>
                  <a:cubicBezTo>
                    <a:pt x="174" y="59"/>
                    <a:pt x="174" y="59"/>
                    <a:pt x="174" y="59"/>
                  </a:cubicBezTo>
                  <a:cubicBezTo>
                    <a:pt x="221" y="304"/>
                    <a:pt x="221" y="304"/>
                    <a:pt x="221" y="304"/>
                  </a:cubicBezTo>
                  <a:cubicBezTo>
                    <a:pt x="220" y="305"/>
                    <a:pt x="220" y="305"/>
                    <a:pt x="220" y="305"/>
                  </a:cubicBezTo>
                  <a:cubicBezTo>
                    <a:pt x="0" y="189"/>
                    <a:pt x="0" y="189"/>
                    <a:pt x="0" y="189"/>
                  </a:cubicBezTo>
                  <a:cubicBezTo>
                    <a:pt x="0" y="155"/>
                    <a:pt x="0" y="155"/>
                    <a:pt x="0" y="155"/>
                  </a:cubicBezTo>
                  <a:cubicBezTo>
                    <a:pt x="6" y="159"/>
                    <a:pt x="11" y="161"/>
                    <a:pt x="18" y="161"/>
                  </a:cubicBezTo>
                  <a:cubicBezTo>
                    <a:pt x="27" y="161"/>
                    <a:pt x="34" y="157"/>
                    <a:pt x="40" y="151"/>
                  </a:cubicBezTo>
                  <a:cubicBezTo>
                    <a:pt x="47" y="145"/>
                    <a:pt x="50" y="138"/>
                    <a:pt x="50" y="129"/>
                  </a:cubicBezTo>
                  <a:cubicBezTo>
                    <a:pt x="50" y="120"/>
                    <a:pt x="47" y="112"/>
                    <a:pt x="40" y="106"/>
                  </a:cubicBezTo>
                  <a:cubicBezTo>
                    <a:pt x="34" y="100"/>
                    <a:pt x="27" y="97"/>
                    <a:pt x="18" y="97"/>
                  </a:cubicBezTo>
                  <a:cubicBezTo>
                    <a:pt x="12" y="97"/>
                    <a:pt x="6" y="99"/>
                    <a:pt x="1" y="102"/>
                  </a:cubicBezTo>
                  <a:lnTo>
                    <a:pt x="3" y="37"/>
                  </a:lnTo>
                  <a:close/>
                </a:path>
              </a:pathLst>
            </a:custGeom>
            <a:solidFill>
              <a:schemeClr val="tx1"/>
            </a:solidFill>
            <a:ln w="19050">
              <a:solidFill>
                <a:schemeClr val="bg1"/>
              </a:solidFill>
              <a:round/>
            </a:ln>
          </p:spPr>
          <p:txBody>
            <a:bodyPr lIns="121682" tIns="60841" rIns="121682" bIns="60841"/>
            <a:lstStyle/>
            <a:p>
              <a:pPr defTabSz="1217295">
                <a:defRPr/>
              </a:pPr>
              <a:endParaRPr lang="en-US" sz="3190" kern="0" dirty="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18" name="Freeform 9"/>
            <p:cNvSpPr/>
            <p:nvPr/>
          </p:nvSpPr>
          <p:spPr bwMode="auto">
            <a:xfrm>
              <a:off x="9805" y="4668"/>
              <a:ext cx="3078" cy="1952"/>
            </a:xfrm>
            <a:custGeom>
              <a:avLst/>
              <a:gdLst/>
              <a:ahLst/>
              <a:cxnLst>
                <a:cxn ang="0">
                  <a:pos x="13" y="155"/>
                </a:cxn>
                <a:cxn ang="0">
                  <a:pos x="45" y="124"/>
                </a:cxn>
                <a:cxn ang="0">
                  <a:pos x="0" y="117"/>
                </a:cxn>
                <a:cxn ang="0">
                  <a:pos x="34" y="70"/>
                </a:cxn>
                <a:cxn ang="0">
                  <a:pos x="15" y="60"/>
                </a:cxn>
                <a:cxn ang="0">
                  <a:pos x="6" y="38"/>
                </a:cxn>
                <a:cxn ang="0">
                  <a:pos x="15" y="15"/>
                </a:cxn>
                <a:cxn ang="0">
                  <a:pos x="38" y="6"/>
                </a:cxn>
                <a:cxn ang="0">
                  <a:pos x="60" y="15"/>
                </a:cxn>
                <a:cxn ang="0">
                  <a:pos x="66" y="24"/>
                </a:cxn>
                <a:cxn ang="0">
                  <a:pos x="83" y="0"/>
                </a:cxn>
                <a:cxn ang="0">
                  <a:pos x="318" y="36"/>
                </a:cxn>
                <a:cxn ang="0">
                  <a:pos x="151" y="202"/>
                </a:cxn>
                <a:cxn ang="0">
                  <a:pos x="129" y="194"/>
                </a:cxn>
                <a:cxn ang="0">
                  <a:pos x="136" y="175"/>
                </a:cxn>
                <a:cxn ang="0">
                  <a:pos x="126" y="152"/>
                </a:cxn>
                <a:cxn ang="0">
                  <a:pos x="104" y="143"/>
                </a:cxn>
                <a:cxn ang="0">
                  <a:pos x="81" y="152"/>
                </a:cxn>
                <a:cxn ang="0">
                  <a:pos x="72" y="175"/>
                </a:cxn>
                <a:cxn ang="0">
                  <a:pos x="72" y="175"/>
                </a:cxn>
                <a:cxn ang="0">
                  <a:pos x="13" y="155"/>
                </a:cxn>
              </a:cxnLst>
              <a:rect l="0" t="0" r="r" b="b"/>
              <a:pathLst>
                <a:path w="318" h="202">
                  <a:moveTo>
                    <a:pt x="13" y="155"/>
                  </a:moveTo>
                  <a:cubicBezTo>
                    <a:pt x="45" y="124"/>
                    <a:pt x="45" y="124"/>
                    <a:pt x="45" y="124"/>
                  </a:cubicBezTo>
                  <a:cubicBezTo>
                    <a:pt x="0" y="117"/>
                    <a:pt x="0" y="117"/>
                    <a:pt x="0" y="117"/>
                  </a:cubicBezTo>
                  <a:cubicBezTo>
                    <a:pt x="34" y="70"/>
                    <a:pt x="34" y="70"/>
                    <a:pt x="34" y="70"/>
                  </a:cubicBezTo>
                  <a:cubicBezTo>
                    <a:pt x="27" y="69"/>
                    <a:pt x="21" y="66"/>
                    <a:pt x="15" y="60"/>
                  </a:cubicBezTo>
                  <a:cubicBezTo>
                    <a:pt x="9" y="54"/>
                    <a:pt x="6" y="47"/>
                    <a:pt x="6" y="38"/>
                  </a:cubicBezTo>
                  <a:cubicBezTo>
                    <a:pt x="6" y="29"/>
                    <a:pt x="9" y="22"/>
                    <a:pt x="15" y="15"/>
                  </a:cubicBezTo>
                  <a:cubicBezTo>
                    <a:pt x="22" y="9"/>
                    <a:pt x="29" y="6"/>
                    <a:pt x="38" y="6"/>
                  </a:cubicBezTo>
                  <a:cubicBezTo>
                    <a:pt x="47" y="6"/>
                    <a:pt x="54" y="9"/>
                    <a:pt x="60" y="15"/>
                  </a:cubicBezTo>
                  <a:cubicBezTo>
                    <a:pt x="63" y="18"/>
                    <a:pt x="65" y="21"/>
                    <a:pt x="66" y="24"/>
                  </a:cubicBezTo>
                  <a:cubicBezTo>
                    <a:pt x="83" y="0"/>
                    <a:pt x="83" y="0"/>
                    <a:pt x="83" y="0"/>
                  </a:cubicBezTo>
                  <a:cubicBezTo>
                    <a:pt x="318" y="36"/>
                    <a:pt x="318" y="36"/>
                    <a:pt x="318" y="36"/>
                  </a:cubicBezTo>
                  <a:cubicBezTo>
                    <a:pt x="151" y="202"/>
                    <a:pt x="151" y="202"/>
                    <a:pt x="151" y="202"/>
                  </a:cubicBezTo>
                  <a:cubicBezTo>
                    <a:pt x="129" y="194"/>
                    <a:pt x="129" y="194"/>
                    <a:pt x="129" y="194"/>
                  </a:cubicBezTo>
                  <a:cubicBezTo>
                    <a:pt x="133" y="189"/>
                    <a:pt x="136" y="182"/>
                    <a:pt x="136" y="175"/>
                  </a:cubicBezTo>
                  <a:cubicBezTo>
                    <a:pt x="136" y="166"/>
                    <a:pt x="133" y="158"/>
                    <a:pt x="126" y="152"/>
                  </a:cubicBezTo>
                  <a:cubicBezTo>
                    <a:pt x="120" y="146"/>
                    <a:pt x="113" y="143"/>
                    <a:pt x="104" y="143"/>
                  </a:cubicBezTo>
                  <a:cubicBezTo>
                    <a:pt x="95" y="143"/>
                    <a:pt x="88" y="146"/>
                    <a:pt x="81" y="152"/>
                  </a:cubicBezTo>
                  <a:cubicBezTo>
                    <a:pt x="75" y="158"/>
                    <a:pt x="72" y="166"/>
                    <a:pt x="72" y="175"/>
                  </a:cubicBezTo>
                  <a:cubicBezTo>
                    <a:pt x="72" y="175"/>
                    <a:pt x="72" y="175"/>
                    <a:pt x="72" y="175"/>
                  </a:cubicBezTo>
                  <a:lnTo>
                    <a:pt x="13" y="155"/>
                  </a:lnTo>
                  <a:close/>
                </a:path>
              </a:pathLst>
            </a:custGeom>
            <a:solidFill>
              <a:schemeClr val="tx1"/>
            </a:solidFill>
            <a:ln w="19050">
              <a:solidFill>
                <a:schemeClr val="bg1"/>
              </a:solidFill>
              <a:round/>
            </a:ln>
          </p:spPr>
          <p:txBody>
            <a:bodyPr lIns="121682" tIns="60841" rIns="121682" bIns="60841"/>
            <a:lstStyle/>
            <a:p>
              <a:pPr defTabSz="1217295">
                <a:defRPr/>
              </a:pPr>
              <a:endParaRPr lang="en-US" sz="3190" kern="0" dirty="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19" name="Freeform 206"/>
            <p:cNvSpPr>
              <a:spLocks noEditPoints="1"/>
            </p:cNvSpPr>
            <p:nvPr/>
          </p:nvSpPr>
          <p:spPr bwMode="auto">
            <a:xfrm>
              <a:off x="9243" y="3883"/>
              <a:ext cx="672" cy="672"/>
            </a:xfrm>
            <a:custGeom>
              <a:avLst/>
              <a:gdLst/>
              <a:ahLst/>
              <a:cxnLst>
                <a:cxn ang="0">
                  <a:pos x="249" y="215"/>
                </a:cxn>
                <a:cxn ang="0">
                  <a:pos x="256" y="232"/>
                </a:cxn>
                <a:cxn ang="0">
                  <a:pos x="232" y="256"/>
                </a:cxn>
                <a:cxn ang="0">
                  <a:pos x="215" y="249"/>
                </a:cxn>
                <a:cxn ang="0">
                  <a:pos x="145" y="179"/>
                </a:cxn>
                <a:cxn ang="0">
                  <a:pos x="96" y="192"/>
                </a:cxn>
                <a:cxn ang="0">
                  <a:pos x="0" y="96"/>
                </a:cxn>
                <a:cxn ang="0">
                  <a:pos x="96" y="0"/>
                </a:cxn>
                <a:cxn ang="0">
                  <a:pos x="192" y="96"/>
                </a:cxn>
                <a:cxn ang="0">
                  <a:pos x="179" y="145"/>
                </a:cxn>
                <a:cxn ang="0">
                  <a:pos x="249" y="215"/>
                </a:cxn>
                <a:cxn ang="0">
                  <a:pos x="96" y="24"/>
                </a:cxn>
                <a:cxn ang="0">
                  <a:pos x="24" y="96"/>
                </a:cxn>
                <a:cxn ang="0">
                  <a:pos x="96" y="168"/>
                </a:cxn>
                <a:cxn ang="0">
                  <a:pos x="168" y="96"/>
                </a:cxn>
                <a:cxn ang="0">
                  <a:pos x="96" y="24"/>
                </a:cxn>
              </a:cxnLst>
              <a:rect l="0" t="0" r="r" b="b"/>
              <a:pathLst>
                <a:path w="256" h="256">
                  <a:moveTo>
                    <a:pt x="249" y="215"/>
                  </a:moveTo>
                  <a:cubicBezTo>
                    <a:pt x="253" y="219"/>
                    <a:pt x="256" y="225"/>
                    <a:pt x="256" y="232"/>
                  </a:cubicBezTo>
                  <a:cubicBezTo>
                    <a:pt x="256" y="245"/>
                    <a:pt x="245" y="256"/>
                    <a:pt x="232" y="256"/>
                  </a:cubicBezTo>
                  <a:cubicBezTo>
                    <a:pt x="225" y="256"/>
                    <a:pt x="219" y="253"/>
                    <a:pt x="215" y="249"/>
                  </a:cubicBezTo>
                  <a:cubicBezTo>
                    <a:pt x="145" y="179"/>
                    <a:pt x="145" y="179"/>
                    <a:pt x="145" y="179"/>
                  </a:cubicBezTo>
                  <a:cubicBezTo>
                    <a:pt x="130" y="187"/>
                    <a:pt x="114" y="192"/>
                    <a:pt x="96" y="192"/>
                  </a:cubicBezTo>
                  <a:cubicBezTo>
                    <a:pt x="43" y="192"/>
                    <a:pt x="0" y="149"/>
                    <a:pt x="0" y="96"/>
                  </a:cubicBezTo>
                  <a:cubicBezTo>
                    <a:pt x="0" y="43"/>
                    <a:pt x="43" y="0"/>
                    <a:pt x="96" y="0"/>
                  </a:cubicBezTo>
                  <a:cubicBezTo>
                    <a:pt x="149" y="0"/>
                    <a:pt x="192" y="43"/>
                    <a:pt x="192" y="96"/>
                  </a:cubicBezTo>
                  <a:cubicBezTo>
                    <a:pt x="192" y="114"/>
                    <a:pt x="187" y="130"/>
                    <a:pt x="179" y="145"/>
                  </a:cubicBezTo>
                  <a:lnTo>
                    <a:pt x="249" y="215"/>
                  </a:lnTo>
                  <a:close/>
                  <a:moveTo>
                    <a:pt x="96" y="24"/>
                  </a:moveTo>
                  <a:cubicBezTo>
                    <a:pt x="56" y="24"/>
                    <a:pt x="24" y="56"/>
                    <a:pt x="24" y="96"/>
                  </a:cubicBezTo>
                  <a:cubicBezTo>
                    <a:pt x="24" y="136"/>
                    <a:pt x="56" y="168"/>
                    <a:pt x="96" y="168"/>
                  </a:cubicBezTo>
                  <a:cubicBezTo>
                    <a:pt x="136" y="168"/>
                    <a:pt x="168" y="136"/>
                    <a:pt x="168" y="96"/>
                  </a:cubicBezTo>
                  <a:cubicBezTo>
                    <a:pt x="168" y="56"/>
                    <a:pt x="136" y="24"/>
                    <a:pt x="96" y="24"/>
                  </a:cubicBezTo>
                </a:path>
              </a:pathLst>
            </a:custGeom>
            <a:solidFill>
              <a:schemeClr val="bg1"/>
            </a:solidFill>
            <a:ln w="9525">
              <a:noFill/>
              <a:round/>
            </a:ln>
          </p:spPr>
          <p:txBody>
            <a:bodyPr lIns="121682" tIns="60841" rIns="121682" bIns="60841"/>
            <a:lstStyle/>
            <a:p>
              <a:pPr defTabSz="1217295">
                <a:defRPr/>
              </a:pPr>
              <a:endParaRPr lang="en-US" sz="3190" kern="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20" name="Freeform 170"/>
            <p:cNvSpPr>
              <a:spLocks noEditPoints="1"/>
            </p:cNvSpPr>
            <p:nvPr/>
          </p:nvSpPr>
          <p:spPr bwMode="auto">
            <a:xfrm>
              <a:off x="11178" y="5183"/>
              <a:ext cx="657" cy="555"/>
            </a:xfrm>
            <a:custGeom>
              <a:avLst/>
              <a:gdLst/>
              <a:ahLst/>
              <a:cxnLst>
                <a:cxn ang="0">
                  <a:pos x="244" y="216"/>
                </a:cxn>
                <a:cxn ang="0">
                  <a:pos x="12" y="216"/>
                </a:cxn>
                <a:cxn ang="0">
                  <a:pos x="0" y="204"/>
                </a:cxn>
                <a:cxn ang="0">
                  <a:pos x="0" y="12"/>
                </a:cxn>
                <a:cxn ang="0">
                  <a:pos x="12" y="0"/>
                </a:cxn>
                <a:cxn ang="0">
                  <a:pos x="24" y="12"/>
                </a:cxn>
                <a:cxn ang="0">
                  <a:pos x="24" y="164"/>
                </a:cxn>
                <a:cxn ang="0">
                  <a:pos x="24" y="192"/>
                </a:cxn>
                <a:cxn ang="0">
                  <a:pos x="244" y="192"/>
                </a:cxn>
                <a:cxn ang="0">
                  <a:pos x="256" y="204"/>
                </a:cxn>
                <a:cxn ang="0">
                  <a:pos x="244" y="216"/>
                </a:cxn>
                <a:cxn ang="0">
                  <a:pos x="216" y="180"/>
                </a:cxn>
                <a:cxn ang="0">
                  <a:pos x="192" y="180"/>
                </a:cxn>
                <a:cxn ang="0">
                  <a:pos x="180" y="168"/>
                </a:cxn>
                <a:cxn ang="0">
                  <a:pos x="180" y="84"/>
                </a:cxn>
                <a:cxn ang="0">
                  <a:pos x="192" y="72"/>
                </a:cxn>
                <a:cxn ang="0">
                  <a:pos x="216" y="72"/>
                </a:cxn>
                <a:cxn ang="0">
                  <a:pos x="228" y="84"/>
                </a:cxn>
                <a:cxn ang="0">
                  <a:pos x="228" y="168"/>
                </a:cxn>
                <a:cxn ang="0">
                  <a:pos x="216" y="180"/>
                </a:cxn>
                <a:cxn ang="0">
                  <a:pos x="148" y="180"/>
                </a:cxn>
                <a:cxn ang="0">
                  <a:pos x="124" y="180"/>
                </a:cxn>
                <a:cxn ang="0">
                  <a:pos x="112" y="168"/>
                </a:cxn>
                <a:cxn ang="0">
                  <a:pos x="112" y="36"/>
                </a:cxn>
                <a:cxn ang="0">
                  <a:pos x="124" y="24"/>
                </a:cxn>
                <a:cxn ang="0">
                  <a:pos x="148" y="24"/>
                </a:cxn>
                <a:cxn ang="0">
                  <a:pos x="160" y="36"/>
                </a:cxn>
                <a:cxn ang="0">
                  <a:pos x="160" y="168"/>
                </a:cxn>
                <a:cxn ang="0">
                  <a:pos x="148" y="180"/>
                </a:cxn>
                <a:cxn ang="0">
                  <a:pos x="80" y="180"/>
                </a:cxn>
                <a:cxn ang="0">
                  <a:pos x="56" y="180"/>
                </a:cxn>
                <a:cxn ang="0">
                  <a:pos x="44" y="168"/>
                </a:cxn>
                <a:cxn ang="0">
                  <a:pos x="44" y="144"/>
                </a:cxn>
                <a:cxn ang="0">
                  <a:pos x="56" y="132"/>
                </a:cxn>
                <a:cxn ang="0">
                  <a:pos x="80" y="132"/>
                </a:cxn>
                <a:cxn ang="0">
                  <a:pos x="92" y="144"/>
                </a:cxn>
                <a:cxn ang="0">
                  <a:pos x="92" y="168"/>
                </a:cxn>
                <a:cxn ang="0">
                  <a:pos x="80" y="180"/>
                </a:cxn>
              </a:cxnLst>
              <a:rect l="0" t="0" r="r" b="b"/>
              <a:pathLst>
                <a:path w="256" h="216">
                  <a:moveTo>
                    <a:pt x="244" y="216"/>
                  </a:moveTo>
                  <a:cubicBezTo>
                    <a:pt x="12" y="216"/>
                    <a:pt x="12" y="216"/>
                    <a:pt x="12" y="216"/>
                  </a:cubicBezTo>
                  <a:cubicBezTo>
                    <a:pt x="5" y="216"/>
                    <a:pt x="0" y="211"/>
                    <a:pt x="0" y="204"/>
                  </a:cubicBezTo>
                  <a:cubicBezTo>
                    <a:pt x="0" y="12"/>
                    <a:pt x="0" y="12"/>
                    <a:pt x="0" y="12"/>
                  </a:cubicBezTo>
                  <a:cubicBezTo>
                    <a:pt x="0" y="5"/>
                    <a:pt x="5" y="0"/>
                    <a:pt x="12" y="0"/>
                  </a:cubicBezTo>
                  <a:cubicBezTo>
                    <a:pt x="19" y="0"/>
                    <a:pt x="24" y="5"/>
                    <a:pt x="24" y="12"/>
                  </a:cubicBezTo>
                  <a:cubicBezTo>
                    <a:pt x="24" y="164"/>
                    <a:pt x="24" y="164"/>
                    <a:pt x="24" y="164"/>
                  </a:cubicBezTo>
                  <a:cubicBezTo>
                    <a:pt x="24" y="192"/>
                    <a:pt x="24" y="192"/>
                    <a:pt x="24" y="192"/>
                  </a:cubicBezTo>
                  <a:cubicBezTo>
                    <a:pt x="244" y="192"/>
                    <a:pt x="244" y="192"/>
                    <a:pt x="244" y="192"/>
                  </a:cubicBezTo>
                  <a:cubicBezTo>
                    <a:pt x="251" y="192"/>
                    <a:pt x="256" y="197"/>
                    <a:pt x="256" y="204"/>
                  </a:cubicBezTo>
                  <a:cubicBezTo>
                    <a:pt x="256" y="211"/>
                    <a:pt x="251" y="216"/>
                    <a:pt x="244" y="216"/>
                  </a:cubicBezTo>
                  <a:moveTo>
                    <a:pt x="216" y="180"/>
                  </a:moveTo>
                  <a:cubicBezTo>
                    <a:pt x="192" y="180"/>
                    <a:pt x="192" y="180"/>
                    <a:pt x="192" y="180"/>
                  </a:cubicBezTo>
                  <a:cubicBezTo>
                    <a:pt x="185" y="180"/>
                    <a:pt x="180" y="175"/>
                    <a:pt x="180" y="168"/>
                  </a:cubicBezTo>
                  <a:cubicBezTo>
                    <a:pt x="180" y="84"/>
                    <a:pt x="180" y="84"/>
                    <a:pt x="180" y="84"/>
                  </a:cubicBezTo>
                  <a:cubicBezTo>
                    <a:pt x="180" y="77"/>
                    <a:pt x="185" y="72"/>
                    <a:pt x="192" y="72"/>
                  </a:cubicBezTo>
                  <a:cubicBezTo>
                    <a:pt x="216" y="72"/>
                    <a:pt x="216" y="72"/>
                    <a:pt x="216" y="72"/>
                  </a:cubicBezTo>
                  <a:cubicBezTo>
                    <a:pt x="223" y="72"/>
                    <a:pt x="228" y="77"/>
                    <a:pt x="228" y="84"/>
                  </a:cubicBezTo>
                  <a:cubicBezTo>
                    <a:pt x="228" y="168"/>
                    <a:pt x="228" y="168"/>
                    <a:pt x="228" y="168"/>
                  </a:cubicBezTo>
                  <a:cubicBezTo>
                    <a:pt x="228" y="175"/>
                    <a:pt x="223" y="180"/>
                    <a:pt x="216" y="180"/>
                  </a:cubicBezTo>
                  <a:moveTo>
                    <a:pt x="148" y="180"/>
                  </a:moveTo>
                  <a:cubicBezTo>
                    <a:pt x="124" y="180"/>
                    <a:pt x="124" y="180"/>
                    <a:pt x="124" y="180"/>
                  </a:cubicBezTo>
                  <a:cubicBezTo>
                    <a:pt x="117" y="180"/>
                    <a:pt x="112" y="175"/>
                    <a:pt x="112" y="168"/>
                  </a:cubicBezTo>
                  <a:cubicBezTo>
                    <a:pt x="112" y="36"/>
                    <a:pt x="112" y="36"/>
                    <a:pt x="112" y="36"/>
                  </a:cubicBezTo>
                  <a:cubicBezTo>
                    <a:pt x="112" y="29"/>
                    <a:pt x="117" y="24"/>
                    <a:pt x="124" y="24"/>
                  </a:cubicBezTo>
                  <a:cubicBezTo>
                    <a:pt x="148" y="24"/>
                    <a:pt x="148" y="24"/>
                    <a:pt x="148" y="24"/>
                  </a:cubicBezTo>
                  <a:cubicBezTo>
                    <a:pt x="155" y="24"/>
                    <a:pt x="160" y="29"/>
                    <a:pt x="160" y="36"/>
                  </a:cubicBezTo>
                  <a:cubicBezTo>
                    <a:pt x="160" y="168"/>
                    <a:pt x="160" y="168"/>
                    <a:pt x="160" y="168"/>
                  </a:cubicBezTo>
                  <a:cubicBezTo>
                    <a:pt x="160" y="175"/>
                    <a:pt x="155" y="180"/>
                    <a:pt x="148" y="180"/>
                  </a:cubicBezTo>
                  <a:moveTo>
                    <a:pt x="80" y="180"/>
                  </a:moveTo>
                  <a:cubicBezTo>
                    <a:pt x="56" y="180"/>
                    <a:pt x="56" y="180"/>
                    <a:pt x="56" y="180"/>
                  </a:cubicBezTo>
                  <a:cubicBezTo>
                    <a:pt x="49" y="180"/>
                    <a:pt x="44" y="175"/>
                    <a:pt x="44" y="168"/>
                  </a:cubicBezTo>
                  <a:cubicBezTo>
                    <a:pt x="44" y="144"/>
                    <a:pt x="44" y="144"/>
                    <a:pt x="44" y="144"/>
                  </a:cubicBezTo>
                  <a:cubicBezTo>
                    <a:pt x="44" y="137"/>
                    <a:pt x="49" y="132"/>
                    <a:pt x="56" y="132"/>
                  </a:cubicBezTo>
                  <a:cubicBezTo>
                    <a:pt x="80" y="132"/>
                    <a:pt x="80" y="132"/>
                    <a:pt x="80" y="132"/>
                  </a:cubicBezTo>
                  <a:cubicBezTo>
                    <a:pt x="87" y="132"/>
                    <a:pt x="92" y="137"/>
                    <a:pt x="92" y="144"/>
                  </a:cubicBezTo>
                  <a:cubicBezTo>
                    <a:pt x="92" y="168"/>
                    <a:pt x="92" y="168"/>
                    <a:pt x="92" y="168"/>
                  </a:cubicBezTo>
                  <a:cubicBezTo>
                    <a:pt x="92" y="175"/>
                    <a:pt x="87" y="180"/>
                    <a:pt x="80" y="180"/>
                  </a:cubicBezTo>
                </a:path>
              </a:pathLst>
            </a:custGeom>
            <a:solidFill>
              <a:schemeClr val="bg1"/>
            </a:solidFill>
            <a:ln w="9525">
              <a:noFill/>
              <a:round/>
            </a:ln>
          </p:spPr>
          <p:txBody>
            <a:bodyPr lIns="121682" tIns="60841" rIns="121682" bIns="60841"/>
            <a:lstStyle/>
            <a:p>
              <a:pPr defTabSz="1217295">
                <a:defRPr/>
              </a:pPr>
              <a:endParaRPr lang="en-US" sz="3190" kern="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21" name="Freeform 5"/>
            <p:cNvSpPr>
              <a:spLocks noEditPoints="1"/>
            </p:cNvSpPr>
            <p:nvPr/>
          </p:nvSpPr>
          <p:spPr bwMode="auto">
            <a:xfrm>
              <a:off x="8268" y="7278"/>
              <a:ext cx="687" cy="667"/>
            </a:xfrm>
            <a:custGeom>
              <a:avLst/>
              <a:gdLst/>
              <a:ahLst/>
              <a:cxnLst>
                <a:cxn ang="0">
                  <a:pos x="671" y="73"/>
                </a:cxn>
                <a:cxn ang="0">
                  <a:pos x="569" y="25"/>
                </a:cxn>
                <a:cxn ang="0">
                  <a:pos x="576" y="4"/>
                </a:cxn>
                <a:cxn ang="0">
                  <a:pos x="567" y="0"/>
                </a:cxn>
                <a:cxn ang="0">
                  <a:pos x="111" y="1"/>
                </a:cxn>
                <a:cxn ang="0">
                  <a:pos x="107" y="18"/>
                </a:cxn>
                <a:cxn ang="0">
                  <a:pos x="103" y="73"/>
                </a:cxn>
                <a:cxn ang="0">
                  <a:pos x="4" y="77"/>
                </a:cxn>
                <a:cxn ang="0">
                  <a:pos x="67" y="254"/>
                </a:cxn>
                <a:cxn ang="0">
                  <a:pos x="241" y="392"/>
                </a:cxn>
                <a:cxn ang="0">
                  <a:pos x="271" y="444"/>
                </a:cxn>
                <a:cxn ang="0">
                  <a:pos x="292" y="590"/>
                </a:cxn>
                <a:cxn ang="0">
                  <a:pos x="254" y="594"/>
                </a:cxn>
                <a:cxn ang="0">
                  <a:pos x="204" y="629"/>
                </a:cxn>
                <a:cxn ang="0">
                  <a:pos x="213" y="662"/>
                </a:cxn>
                <a:cxn ang="0">
                  <a:pos x="479" y="654"/>
                </a:cxn>
                <a:cxn ang="0">
                  <a:pos x="472" y="617"/>
                </a:cxn>
                <a:cxn ang="0">
                  <a:pos x="414" y="590"/>
                </a:cxn>
                <a:cxn ang="0">
                  <a:pos x="416" y="455"/>
                </a:cxn>
                <a:cxn ang="0">
                  <a:pos x="406" y="437"/>
                </a:cxn>
                <a:cxn ang="0">
                  <a:pos x="431" y="397"/>
                </a:cxn>
                <a:cxn ang="0">
                  <a:pos x="455" y="357"/>
                </a:cxn>
                <a:cxn ang="0">
                  <a:pos x="683" y="85"/>
                </a:cxn>
                <a:cxn ang="0">
                  <a:pos x="146" y="288"/>
                </a:cxn>
                <a:cxn ang="0">
                  <a:pos x="95" y="244"/>
                </a:cxn>
                <a:cxn ang="0">
                  <a:pos x="81" y="229"/>
                </a:cxn>
                <a:cxn ang="0">
                  <a:pos x="78" y="224"/>
                </a:cxn>
                <a:cxn ang="0">
                  <a:pos x="43" y="166"/>
                </a:cxn>
                <a:cxn ang="0">
                  <a:pos x="41" y="161"/>
                </a:cxn>
                <a:cxn ang="0">
                  <a:pos x="30" y="130"/>
                </a:cxn>
                <a:cxn ang="0">
                  <a:pos x="23" y="97"/>
                </a:cxn>
                <a:cxn ang="0">
                  <a:pos x="180" y="307"/>
                </a:cxn>
                <a:cxn ang="0">
                  <a:pos x="453" y="141"/>
                </a:cxn>
                <a:cxn ang="0">
                  <a:pos x="413" y="266"/>
                </a:cxn>
                <a:cxn ang="0">
                  <a:pos x="342" y="222"/>
                </a:cxn>
                <a:cxn ang="0">
                  <a:pos x="271" y="266"/>
                </a:cxn>
                <a:cxn ang="0">
                  <a:pos x="230" y="141"/>
                </a:cxn>
                <a:cxn ang="0">
                  <a:pos x="314" y="135"/>
                </a:cxn>
                <a:cxn ang="0">
                  <a:pos x="345" y="57"/>
                </a:cxn>
                <a:cxn ang="0">
                  <a:pos x="452" y="135"/>
                </a:cxn>
                <a:cxn ang="0">
                  <a:pos x="653" y="103"/>
                </a:cxn>
                <a:cxn ang="0">
                  <a:pos x="638" y="156"/>
                </a:cxn>
                <a:cxn ang="0">
                  <a:pos x="635" y="163"/>
                </a:cxn>
                <a:cxn ang="0">
                  <a:pos x="627" y="179"/>
                </a:cxn>
                <a:cxn ang="0">
                  <a:pos x="598" y="226"/>
                </a:cxn>
                <a:cxn ang="0">
                  <a:pos x="591" y="234"/>
                </a:cxn>
                <a:cxn ang="0">
                  <a:pos x="563" y="263"/>
                </a:cxn>
                <a:cxn ang="0">
                  <a:pos x="497" y="307"/>
                </a:cxn>
                <a:cxn ang="0">
                  <a:pos x="654" y="97"/>
                </a:cxn>
                <a:cxn ang="0">
                  <a:pos x="653" y="103"/>
                </a:cxn>
              </a:cxnLst>
              <a:rect l="0" t="0" r="r" b="b"/>
              <a:pathLst>
                <a:path w="683" h="662">
                  <a:moveTo>
                    <a:pt x="680" y="78"/>
                  </a:moveTo>
                  <a:cubicBezTo>
                    <a:pt x="678" y="75"/>
                    <a:pt x="675" y="73"/>
                    <a:pt x="671" y="73"/>
                  </a:cubicBezTo>
                  <a:cubicBezTo>
                    <a:pt x="580" y="73"/>
                    <a:pt x="580" y="73"/>
                    <a:pt x="580" y="73"/>
                  </a:cubicBezTo>
                  <a:cubicBezTo>
                    <a:pt x="577" y="49"/>
                    <a:pt x="571" y="32"/>
                    <a:pt x="569" y="25"/>
                  </a:cubicBezTo>
                  <a:cubicBezTo>
                    <a:pt x="572" y="23"/>
                    <a:pt x="574" y="20"/>
                    <a:pt x="576" y="18"/>
                  </a:cubicBezTo>
                  <a:cubicBezTo>
                    <a:pt x="580" y="14"/>
                    <a:pt x="580" y="8"/>
                    <a:pt x="576" y="4"/>
                  </a:cubicBezTo>
                  <a:cubicBezTo>
                    <a:pt x="575" y="3"/>
                    <a:pt x="574" y="2"/>
                    <a:pt x="572" y="1"/>
                  </a:cubicBezTo>
                  <a:cubicBezTo>
                    <a:pt x="571" y="1"/>
                    <a:pt x="569" y="0"/>
                    <a:pt x="567" y="0"/>
                  </a:cubicBezTo>
                  <a:cubicBezTo>
                    <a:pt x="116" y="0"/>
                    <a:pt x="116" y="0"/>
                    <a:pt x="116" y="0"/>
                  </a:cubicBezTo>
                  <a:cubicBezTo>
                    <a:pt x="114" y="0"/>
                    <a:pt x="112" y="1"/>
                    <a:pt x="111" y="1"/>
                  </a:cubicBezTo>
                  <a:cubicBezTo>
                    <a:pt x="109" y="2"/>
                    <a:pt x="108" y="3"/>
                    <a:pt x="107" y="4"/>
                  </a:cubicBezTo>
                  <a:cubicBezTo>
                    <a:pt x="103" y="8"/>
                    <a:pt x="103" y="14"/>
                    <a:pt x="107" y="18"/>
                  </a:cubicBezTo>
                  <a:cubicBezTo>
                    <a:pt x="109" y="20"/>
                    <a:pt x="111" y="23"/>
                    <a:pt x="114" y="25"/>
                  </a:cubicBezTo>
                  <a:cubicBezTo>
                    <a:pt x="112" y="32"/>
                    <a:pt x="107" y="49"/>
                    <a:pt x="103" y="73"/>
                  </a:cubicBezTo>
                  <a:cubicBezTo>
                    <a:pt x="13" y="73"/>
                    <a:pt x="13" y="73"/>
                    <a:pt x="13" y="73"/>
                  </a:cubicBezTo>
                  <a:cubicBezTo>
                    <a:pt x="8" y="73"/>
                    <a:pt x="6" y="75"/>
                    <a:pt x="4" y="77"/>
                  </a:cubicBezTo>
                  <a:cubicBezTo>
                    <a:pt x="1" y="79"/>
                    <a:pt x="0" y="82"/>
                    <a:pt x="0" y="85"/>
                  </a:cubicBezTo>
                  <a:cubicBezTo>
                    <a:pt x="5" y="147"/>
                    <a:pt x="28" y="206"/>
                    <a:pt x="67" y="254"/>
                  </a:cubicBezTo>
                  <a:cubicBezTo>
                    <a:pt x="108" y="304"/>
                    <a:pt x="165" y="341"/>
                    <a:pt x="228" y="357"/>
                  </a:cubicBezTo>
                  <a:cubicBezTo>
                    <a:pt x="225" y="368"/>
                    <a:pt x="224" y="385"/>
                    <a:pt x="241" y="392"/>
                  </a:cubicBezTo>
                  <a:cubicBezTo>
                    <a:pt x="253" y="397"/>
                    <a:pt x="266" y="403"/>
                    <a:pt x="275" y="413"/>
                  </a:cubicBezTo>
                  <a:cubicBezTo>
                    <a:pt x="284" y="423"/>
                    <a:pt x="281" y="435"/>
                    <a:pt x="271" y="444"/>
                  </a:cubicBezTo>
                  <a:cubicBezTo>
                    <a:pt x="268" y="447"/>
                    <a:pt x="267" y="450"/>
                    <a:pt x="268" y="455"/>
                  </a:cubicBezTo>
                  <a:cubicBezTo>
                    <a:pt x="292" y="590"/>
                    <a:pt x="292" y="590"/>
                    <a:pt x="292" y="590"/>
                  </a:cubicBezTo>
                  <a:cubicBezTo>
                    <a:pt x="269" y="590"/>
                    <a:pt x="269" y="590"/>
                    <a:pt x="269" y="590"/>
                  </a:cubicBezTo>
                  <a:cubicBezTo>
                    <a:pt x="264" y="590"/>
                    <a:pt x="258" y="591"/>
                    <a:pt x="254" y="594"/>
                  </a:cubicBezTo>
                  <a:cubicBezTo>
                    <a:pt x="212" y="617"/>
                    <a:pt x="212" y="617"/>
                    <a:pt x="212" y="617"/>
                  </a:cubicBezTo>
                  <a:cubicBezTo>
                    <a:pt x="208" y="619"/>
                    <a:pt x="204" y="624"/>
                    <a:pt x="204" y="629"/>
                  </a:cubicBezTo>
                  <a:cubicBezTo>
                    <a:pt x="204" y="654"/>
                    <a:pt x="204" y="654"/>
                    <a:pt x="204" y="654"/>
                  </a:cubicBezTo>
                  <a:cubicBezTo>
                    <a:pt x="204" y="659"/>
                    <a:pt x="208" y="662"/>
                    <a:pt x="213" y="662"/>
                  </a:cubicBezTo>
                  <a:cubicBezTo>
                    <a:pt x="471" y="662"/>
                    <a:pt x="471" y="662"/>
                    <a:pt x="471" y="662"/>
                  </a:cubicBezTo>
                  <a:cubicBezTo>
                    <a:pt x="475" y="662"/>
                    <a:pt x="479" y="659"/>
                    <a:pt x="479" y="654"/>
                  </a:cubicBezTo>
                  <a:cubicBezTo>
                    <a:pt x="479" y="628"/>
                    <a:pt x="479" y="628"/>
                    <a:pt x="479" y="628"/>
                  </a:cubicBezTo>
                  <a:cubicBezTo>
                    <a:pt x="479" y="624"/>
                    <a:pt x="476" y="619"/>
                    <a:pt x="472" y="617"/>
                  </a:cubicBezTo>
                  <a:cubicBezTo>
                    <a:pt x="461" y="611"/>
                    <a:pt x="440" y="600"/>
                    <a:pt x="429" y="594"/>
                  </a:cubicBezTo>
                  <a:cubicBezTo>
                    <a:pt x="426" y="591"/>
                    <a:pt x="419" y="590"/>
                    <a:pt x="414" y="590"/>
                  </a:cubicBezTo>
                  <a:cubicBezTo>
                    <a:pt x="392" y="590"/>
                    <a:pt x="392" y="590"/>
                    <a:pt x="392" y="590"/>
                  </a:cubicBezTo>
                  <a:cubicBezTo>
                    <a:pt x="392" y="590"/>
                    <a:pt x="415" y="456"/>
                    <a:pt x="416" y="455"/>
                  </a:cubicBezTo>
                  <a:cubicBezTo>
                    <a:pt x="416" y="452"/>
                    <a:pt x="416" y="448"/>
                    <a:pt x="414" y="446"/>
                  </a:cubicBezTo>
                  <a:cubicBezTo>
                    <a:pt x="411" y="443"/>
                    <a:pt x="408" y="440"/>
                    <a:pt x="406" y="437"/>
                  </a:cubicBezTo>
                  <a:cubicBezTo>
                    <a:pt x="403" y="432"/>
                    <a:pt x="402" y="427"/>
                    <a:pt x="403" y="421"/>
                  </a:cubicBezTo>
                  <a:cubicBezTo>
                    <a:pt x="407" y="409"/>
                    <a:pt x="421" y="402"/>
                    <a:pt x="431" y="397"/>
                  </a:cubicBezTo>
                  <a:cubicBezTo>
                    <a:pt x="435" y="395"/>
                    <a:pt x="438" y="394"/>
                    <a:pt x="442" y="392"/>
                  </a:cubicBezTo>
                  <a:cubicBezTo>
                    <a:pt x="460" y="385"/>
                    <a:pt x="458" y="368"/>
                    <a:pt x="455" y="357"/>
                  </a:cubicBezTo>
                  <a:cubicBezTo>
                    <a:pt x="518" y="340"/>
                    <a:pt x="575" y="304"/>
                    <a:pt x="616" y="254"/>
                  </a:cubicBezTo>
                  <a:cubicBezTo>
                    <a:pt x="655" y="206"/>
                    <a:pt x="679" y="147"/>
                    <a:pt x="683" y="85"/>
                  </a:cubicBezTo>
                  <a:cubicBezTo>
                    <a:pt x="683" y="83"/>
                    <a:pt x="682" y="80"/>
                    <a:pt x="680" y="78"/>
                  </a:cubicBezTo>
                  <a:close/>
                  <a:moveTo>
                    <a:pt x="146" y="288"/>
                  </a:moveTo>
                  <a:cubicBezTo>
                    <a:pt x="133" y="279"/>
                    <a:pt x="125" y="273"/>
                    <a:pt x="114" y="263"/>
                  </a:cubicBezTo>
                  <a:cubicBezTo>
                    <a:pt x="108" y="257"/>
                    <a:pt x="101" y="251"/>
                    <a:pt x="95" y="244"/>
                  </a:cubicBezTo>
                  <a:cubicBezTo>
                    <a:pt x="91" y="241"/>
                    <a:pt x="88" y="237"/>
                    <a:pt x="85" y="234"/>
                  </a:cubicBezTo>
                  <a:cubicBezTo>
                    <a:pt x="84" y="232"/>
                    <a:pt x="82" y="230"/>
                    <a:pt x="81" y="229"/>
                  </a:cubicBezTo>
                  <a:cubicBezTo>
                    <a:pt x="80" y="228"/>
                    <a:pt x="80" y="227"/>
                    <a:pt x="79" y="226"/>
                  </a:cubicBezTo>
                  <a:cubicBezTo>
                    <a:pt x="79" y="226"/>
                    <a:pt x="78" y="225"/>
                    <a:pt x="78" y="224"/>
                  </a:cubicBezTo>
                  <a:cubicBezTo>
                    <a:pt x="67" y="210"/>
                    <a:pt x="57" y="195"/>
                    <a:pt x="49" y="179"/>
                  </a:cubicBezTo>
                  <a:cubicBezTo>
                    <a:pt x="47" y="175"/>
                    <a:pt x="45" y="171"/>
                    <a:pt x="43" y="166"/>
                  </a:cubicBezTo>
                  <a:cubicBezTo>
                    <a:pt x="42" y="163"/>
                    <a:pt x="42" y="163"/>
                    <a:pt x="42" y="163"/>
                  </a:cubicBezTo>
                  <a:cubicBezTo>
                    <a:pt x="42" y="163"/>
                    <a:pt x="41" y="161"/>
                    <a:pt x="41" y="161"/>
                  </a:cubicBezTo>
                  <a:cubicBezTo>
                    <a:pt x="40" y="159"/>
                    <a:pt x="40" y="158"/>
                    <a:pt x="39" y="156"/>
                  </a:cubicBezTo>
                  <a:cubicBezTo>
                    <a:pt x="36" y="147"/>
                    <a:pt x="33" y="139"/>
                    <a:pt x="30" y="130"/>
                  </a:cubicBezTo>
                  <a:cubicBezTo>
                    <a:pt x="28" y="121"/>
                    <a:pt x="26" y="112"/>
                    <a:pt x="24" y="103"/>
                  </a:cubicBezTo>
                  <a:cubicBezTo>
                    <a:pt x="24" y="101"/>
                    <a:pt x="23" y="99"/>
                    <a:pt x="23" y="97"/>
                  </a:cubicBezTo>
                  <a:cubicBezTo>
                    <a:pt x="97" y="97"/>
                    <a:pt x="97" y="97"/>
                    <a:pt x="97" y="97"/>
                  </a:cubicBezTo>
                  <a:cubicBezTo>
                    <a:pt x="93" y="159"/>
                    <a:pt x="105" y="244"/>
                    <a:pt x="180" y="307"/>
                  </a:cubicBezTo>
                  <a:cubicBezTo>
                    <a:pt x="168" y="301"/>
                    <a:pt x="156" y="295"/>
                    <a:pt x="146" y="288"/>
                  </a:cubicBezTo>
                  <a:close/>
                  <a:moveTo>
                    <a:pt x="453" y="141"/>
                  </a:moveTo>
                  <a:cubicBezTo>
                    <a:pt x="388" y="188"/>
                    <a:pt x="388" y="188"/>
                    <a:pt x="388" y="188"/>
                  </a:cubicBezTo>
                  <a:cubicBezTo>
                    <a:pt x="413" y="266"/>
                    <a:pt x="413" y="266"/>
                    <a:pt x="413" y="266"/>
                  </a:cubicBezTo>
                  <a:cubicBezTo>
                    <a:pt x="415" y="271"/>
                    <a:pt x="412" y="273"/>
                    <a:pt x="408" y="270"/>
                  </a:cubicBezTo>
                  <a:cubicBezTo>
                    <a:pt x="342" y="222"/>
                    <a:pt x="342" y="222"/>
                    <a:pt x="342" y="222"/>
                  </a:cubicBezTo>
                  <a:cubicBezTo>
                    <a:pt x="276" y="270"/>
                    <a:pt x="276" y="270"/>
                    <a:pt x="276" y="270"/>
                  </a:cubicBezTo>
                  <a:cubicBezTo>
                    <a:pt x="271" y="273"/>
                    <a:pt x="269" y="271"/>
                    <a:pt x="271" y="266"/>
                  </a:cubicBezTo>
                  <a:cubicBezTo>
                    <a:pt x="296" y="188"/>
                    <a:pt x="296" y="188"/>
                    <a:pt x="296" y="188"/>
                  </a:cubicBezTo>
                  <a:cubicBezTo>
                    <a:pt x="230" y="141"/>
                    <a:pt x="230" y="141"/>
                    <a:pt x="230" y="141"/>
                  </a:cubicBezTo>
                  <a:cubicBezTo>
                    <a:pt x="225" y="137"/>
                    <a:pt x="226" y="135"/>
                    <a:pt x="232" y="135"/>
                  </a:cubicBezTo>
                  <a:cubicBezTo>
                    <a:pt x="314" y="135"/>
                    <a:pt x="314" y="135"/>
                    <a:pt x="314" y="135"/>
                  </a:cubicBezTo>
                  <a:cubicBezTo>
                    <a:pt x="339" y="57"/>
                    <a:pt x="339" y="57"/>
                    <a:pt x="339" y="57"/>
                  </a:cubicBezTo>
                  <a:cubicBezTo>
                    <a:pt x="340" y="52"/>
                    <a:pt x="343" y="52"/>
                    <a:pt x="345" y="57"/>
                  </a:cubicBezTo>
                  <a:cubicBezTo>
                    <a:pt x="370" y="135"/>
                    <a:pt x="370" y="135"/>
                    <a:pt x="370" y="135"/>
                  </a:cubicBezTo>
                  <a:cubicBezTo>
                    <a:pt x="452" y="135"/>
                    <a:pt x="452" y="135"/>
                    <a:pt x="452" y="135"/>
                  </a:cubicBezTo>
                  <a:cubicBezTo>
                    <a:pt x="457" y="134"/>
                    <a:pt x="458" y="137"/>
                    <a:pt x="453" y="141"/>
                  </a:cubicBezTo>
                  <a:close/>
                  <a:moveTo>
                    <a:pt x="653" y="103"/>
                  </a:moveTo>
                  <a:cubicBezTo>
                    <a:pt x="651" y="112"/>
                    <a:pt x="649" y="121"/>
                    <a:pt x="647" y="130"/>
                  </a:cubicBezTo>
                  <a:cubicBezTo>
                    <a:pt x="644" y="139"/>
                    <a:pt x="641" y="147"/>
                    <a:pt x="638" y="156"/>
                  </a:cubicBezTo>
                  <a:cubicBezTo>
                    <a:pt x="637" y="158"/>
                    <a:pt x="636" y="159"/>
                    <a:pt x="636" y="161"/>
                  </a:cubicBezTo>
                  <a:cubicBezTo>
                    <a:pt x="636" y="161"/>
                    <a:pt x="635" y="163"/>
                    <a:pt x="635" y="163"/>
                  </a:cubicBezTo>
                  <a:cubicBezTo>
                    <a:pt x="634" y="166"/>
                    <a:pt x="634" y="166"/>
                    <a:pt x="634" y="166"/>
                  </a:cubicBezTo>
                  <a:cubicBezTo>
                    <a:pt x="632" y="171"/>
                    <a:pt x="630" y="175"/>
                    <a:pt x="627" y="179"/>
                  </a:cubicBezTo>
                  <a:cubicBezTo>
                    <a:pt x="619" y="195"/>
                    <a:pt x="610" y="210"/>
                    <a:pt x="599" y="224"/>
                  </a:cubicBezTo>
                  <a:cubicBezTo>
                    <a:pt x="599" y="225"/>
                    <a:pt x="598" y="226"/>
                    <a:pt x="598" y="226"/>
                  </a:cubicBezTo>
                  <a:cubicBezTo>
                    <a:pt x="597" y="227"/>
                    <a:pt x="596" y="228"/>
                    <a:pt x="596" y="229"/>
                  </a:cubicBezTo>
                  <a:cubicBezTo>
                    <a:pt x="594" y="230"/>
                    <a:pt x="593" y="232"/>
                    <a:pt x="591" y="234"/>
                  </a:cubicBezTo>
                  <a:cubicBezTo>
                    <a:pt x="588" y="237"/>
                    <a:pt x="585" y="241"/>
                    <a:pt x="582" y="244"/>
                  </a:cubicBezTo>
                  <a:cubicBezTo>
                    <a:pt x="576" y="251"/>
                    <a:pt x="569" y="257"/>
                    <a:pt x="563" y="263"/>
                  </a:cubicBezTo>
                  <a:cubicBezTo>
                    <a:pt x="551" y="273"/>
                    <a:pt x="544" y="279"/>
                    <a:pt x="531" y="288"/>
                  </a:cubicBezTo>
                  <a:cubicBezTo>
                    <a:pt x="520" y="295"/>
                    <a:pt x="509" y="301"/>
                    <a:pt x="497" y="307"/>
                  </a:cubicBezTo>
                  <a:cubicBezTo>
                    <a:pt x="571" y="244"/>
                    <a:pt x="584" y="159"/>
                    <a:pt x="580" y="97"/>
                  </a:cubicBezTo>
                  <a:cubicBezTo>
                    <a:pt x="654" y="97"/>
                    <a:pt x="654" y="97"/>
                    <a:pt x="654" y="97"/>
                  </a:cubicBezTo>
                  <a:cubicBezTo>
                    <a:pt x="653" y="99"/>
                    <a:pt x="653" y="101"/>
                    <a:pt x="653" y="103"/>
                  </a:cubicBezTo>
                  <a:close/>
                  <a:moveTo>
                    <a:pt x="653" y="103"/>
                  </a:moveTo>
                  <a:cubicBezTo>
                    <a:pt x="653" y="103"/>
                    <a:pt x="653" y="103"/>
                    <a:pt x="653" y="103"/>
                  </a:cubicBezTo>
                </a:path>
              </a:pathLst>
            </a:custGeom>
            <a:solidFill>
              <a:schemeClr val="bg1"/>
            </a:solidFill>
            <a:ln w="9525">
              <a:noFill/>
              <a:round/>
            </a:ln>
          </p:spPr>
          <p:txBody>
            <a:bodyPr lIns="121682" tIns="60841" rIns="121682" bIns="60841"/>
            <a:lstStyle/>
            <a:p>
              <a:pPr defTabSz="1217295">
                <a:defRPr/>
              </a:pPr>
              <a:endParaRPr lang="en-US" sz="3190" kern="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23" name="Freeform 45"/>
            <p:cNvSpPr>
              <a:spLocks noEditPoints="1"/>
            </p:cNvSpPr>
            <p:nvPr/>
          </p:nvSpPr>
          <p:spPr bwMode="auto">
            <a:xfrm>
              <a:off x="10360" y="7143"/>
              <a:ext cx="773" cy="837"/>
            </a:xfrm>
            <a:custGeom>
              <a:avLst/>
              <a:gdLst/>
              <a:ahLst/>
              <a:cxnLst>
                <a:cxn ang="0">
                  <a:pos x="783" y="812"/>
                </a:cxn>
                <a:cxn ang="0">
                  <a:pos x="684" y="703"/>
                </a:cxn>
                <a:cxn ang="0">
                  <a:pos x="698" y="592"/>
                </a:cxn>
                <a:cxn ang="0">
                  <a:pos x="674" y="483"/>
                </a:cxn>
                <a:cxn ang="0">
                  <a:pos x="617" y="387"/>
                </a:cxn>
                <a:cxn ang="0">
                  <a:pos x="532" y="315"/>
                </a:cxn>
                <a:cxn ang="0">
                  <a:pos x="428" y="275"/>
                </a:cxn>
                <a:cxn ang="0">
                  <a:pos x="316" y="270"/>
                </a:cxn>
                <a:cxn ang="0">
                  <a:pos x="209" y="303"/>
                </a:cxn>
                <a:cxn ang="0">
                  <a:pos x="119" y="367"/>
                </a:cxn>
                <a:cxn ang="0">
                  <a:pos x="54" y="458"/>
                </a:cxn>
                <a:cxn ang="0">
                  <a:pos x="22" y="565"/>
                </a:cxn>
                <a:cxn ang="0">
                  <a:pos x="27" y="677"/>
                </a:cxn>
                <a:cxn ang="0">
                  <a:pos x="68" y="781"/>
                </a:cxn>
                <a:cxn ang="0">
                  <a:pos x="140" y="866"/>
                </a:cxn>
                <a:cxn ang="0">
                  <a:pos x="236" y="923"/>
                </a:cxn>
                <a:cxn ang="0">
                  <a:pos x="345" y="945"/>
                </a:cxn>
                <a:cxn ang="0">
                  <a:pos x="456" y="931"/>
                </a:cxn>
                <a:cxn ang="0">
                  <a:pos x="556" y="882"/>
                </a:cxn>
                <a:cxn ang="0">
                  <a:pos x="605" y="817"/>
                </a:cxn>
                <a:cxn ang="0">
                  <a:pos x="769" y="943"/>
                </a:cxn>
                <a:cxn ang="0">
                  <a:pos x="843" y="818"/>
                </a:cxn>
                <a:cxn ang="0">
                  <a:pos x="456" y="618"/>
                </a:cxn>
                <a:cxn ang="0">
                  <a:pos x="317" y="545"/>
                </a:cxn>
                <a:cxn ang="0">
                  <a:pos x="381" y="630"/>
                </a:cxn>
                <a:cxn ang="0">
                  <a:pos x="276" y="614"/>
                </a:cxn>
                <a:cxn ang="0">
                  <a:pos x="407" y="700"/>
                </a:cxn>
                <a:cxn ang="0">
                  <a:pos x="408" y="804"/>
                </a:cxn>
                <a:cxn ang="0">
                  <a:pos x="307" y="409"/>
                </a:cxn>
                <a:cxn ang="0">
                  <a:pos x="550" y="674"/>
                </a:cxn>
                <a:cxn ang="0">
                  <a:pos x="576" y="689"/>
                </a:cxn>
                <a:cxn ang="0">
                  <a:pos x="299" y="379"/>
                </a:cxn>
                <a:cxn ang="0">
                  <a:pos x="415" y="833"/>
                </a:cxn>
                <a:cxn ang="0">
                  <a:pos x="544" y="781"/>
                </a:cxn>
                <a:cxn ang="0">
                  <a:pos x="109" y="670"/>
                </a:cxn>
                <a:cxn ang="0">
                  <a:pos x="605" y="543"/>
                </a:cxn>
                <a:cxn ang="0">
                  <a:pos x="839" y="900"/>
                </a:cxn>
                <a:cxn ang="0">
                  <a:pos x="773" y="900"/>
                </a:cxn>
                <a:cxn ang="0">
                  <a:pos x="807" y="842"/>
                </a:cxn>
                <a:cxn ang="0">
                  <a:pos x="839" y="900"/>
                </a:cxn>
                <a:cxn ang="0">
                  <a:pos x="543" y="226"/>
                </a:cxn>
                <a:cxn ang="0">
                  <a:pos x="570" y="293"/>
                </a:cxn>
                <a:cxn ang="0">
                  <a:pos x="620" y="312"/>
                </a:cxn>
                <a:cxn ang="0">
                  <a:pos x="687" y="340"/>
                </a:cxn>
                <a:cxn ang="0">
                  <a:pos x="736" y="318"/>
                </a:cxn>
                <a:cxn ang="0">
                  <a:pos x="802" y="290"/>
                </a:cxn>
                <a:cxn ang="0">
                  <a:pos x="821" y="240"/>
                </a:cxn>
                <a:cxn ang="0">
                  <a:pos x="849" y="173"/>
                </a:cxn>
                <a:cxn ang="0">
                  <a:pos x="827" y="124"/>
                </a:cxn>
                <a:cxn ang="0">
                  <a:pos x="800" y="58"/>
                </a:cxn>
                <a:cxn ang="0">
                  <a:pos x="749" y="39"/>
                </a:cxn>
                <a:cxn ang="0">
                  <a:pos x="683" y="11"/>
                </a:cxn>
                <a:cxn ang="0">
                  <a:pos x="634" y="33"/>
                </a:cxn>
                <a:cxn ang="0">
                  <a:pos x="567" y="60"/>
                </a:cxn>
                <a:cxn ang="0">
                  <a:pos x="548" y="111"/>
                </a:cxn>
                <a:cxn ang="0">
                  <a:pos x="521" y="177"/>
                </a:cxn>
                <a:cxn ang="0">
                  <a:pos x="685" y="93"/>
                </a:cxn>
                <a:cxn ang="0">
                  <a:pos x="685" y="258"/>
                </a:cxn>
                <a:cxn ang="0">
                  <a:pos x="685" y="93"/>
                </a:cxn>
                <a:cxn ang="0">
                  <a:pos x="685" y="93"/>
                </a:cxn>
              </a:cxnLst>
              <a:rect l="0" t="0" r="r" b="b"/>
              <a:pathLst>
                <a:path w="889" h="965">
                  <a:moveTo>
                    <a:pt x="843" y="818"/>
                  </a:moveTo>
                  <a:cubicBezTo>
                    <a:pt x="824" y="807"/>
                    <a:pt x="803" y="806"/>
                    <a:pt x="783" y="812"/>
                  </a:cubicBezTo>
                  <a:cubicBezTo>
                    <a:pt x="657" y="737"/>
                    <a:pt x="657" y="737"/>
                    <a:pt x="657" y="737"/>
                  </a:cubicBezTo>
                  <a:cubicBezTo>
                    <a:pt x="659" y="722"/>
                    <a:pt x="669" y="709"/>
                    <a:pt x="684" y="703"/>
                  </a:cubicBezTo>
                  <a:cubicBezTo>
                    <a:pt x="707" y="694"/>
                    <a:pt x="712" y="672"/>
                    <a:pt x="694" y="654"/>
                  </a:cubicBezTo>
                  <a:cubicBezTo>
                    <a:pt x="677" y="636"/>
                    <a:pt x="679" y="608"/>
                    <a:pt x="698" y="592"/>
                  </a:cubicBezTo>
                  <a:cubicBezTo>
                    <a:pt x="716" y="576"/>
                    <a:pt x="714" y="554"/>
                    <a:pt x="691" y="542"/>
                  </a:cubicBezTo>
                  <a:cubicBezTo>
                    <a:pt x="670" y="531"/>
                    <a:pt x="662" y="504"/>
                    <a:pt x="674" y="483"/>
                  </a:cubicBezTo>
                  <a:cubicBezTo>
                    <a:pt x="687" y="462"/>
                    <a:pt x="677" y="441"/>
                    <a:pt x="653" y="438"/>
                  </a:cubicBezTo>
                  <a:cubicBezTo>
                    <a:pt x="628" y="434"/>
                    <a:pt x="612" y="412"/>
                    <a:pt x="617" y="387"/>
                  </a:cubicBezTo>
                  <a:cubicBezTo>
                    <a:pt x="622" y="363"/>
                    <a:pt x="606" y="347"/>
                    <a:pt x="582" y="352"/>
                  </a:cubicBezTo>
                  <a:cubicBezTo>
                    <a:pt x="557" y="356"/>
                    <a:pt x="535" y="340"/>
                    <a:pt x="532" y="315"/>
                  </a:cubicBezTo>
                  <a:cubicBezTo>
                    <a:pt x="529" y="291"/>
                    <a:pt x="508" y="281"/>
                    <a:pt x="487" y="293"/>
                  </a:cubicBezTo>
                  <a:cubicBezTo>
                    <a:pt x="465" y="305"/>
                    <a:pt x="439" y="297"/>
                    <a:pt x="428" y="275"/>
                  </a:cubicBezTo>
                  <a:cubicBezTo>
                    <a:pt x="417" y="253"/>
                    <a:pt x="395" y="250"/>
                    <a:pt x="378" y="268"/>
                  </a:cubicBezTo>
                  <a:cubicBezTo>
                    <a:pt x="362" y="287"/>
                    <a:pt x="334" y="288"/>
                    <a:pt x="316" y="270"/>
                  </a:cubicBezTo>
                  <a:cubicBezTo>
                    <a:pt x="299" y="253"/>
                    <a:pt x="277" y="258"/>
                    <a:pt x="267" y="280"/>
                  </a:cubicBezTo>
                  <a:cubicBezTo>
                    <a:pt x="258" y="303"/>
                    <a:pt x="232" y="313"/>
                    <a:pt x="209" y="303"/>
                  </a:cubicBezTo>
                  <a:cubicBezTo>
                    <a:pt x="187" y="292"/>
                    <a:pt x="168" y="303"/>
                    <a:pt x="166" y="328"/>
                  </a:cubicBezTo>
                  <a:cubicBezTo>
                    <a:pt x="165" y="353"/>
                    <a:pt x="143" y="370"/>
                    <a:pt x="119" y="367"/>
                  </a:cubicBezTo>
                  <a:cubicBezTo>
                    <a:pt x="94" y="365"/>
                    <a:pt x="80" y="382"/>
                    <a:pt x="86" y="405"/>
                  </a:cubicBezTo>
                  <a:cubicBezTo>
                    <a:pt x="93" y="429"/>
                    <a:pt x="78" y="453"/>
                    <a:pt x="54" y="458"/>
                  </a:cubicBezTo>
                  <a:cubicBezTo>
                    <a:pt x="30" y="464"/>
                    <a:pt x="21" y="485"/>
                    <a:pt x="35" y="505"/>
                  </a:cubicBezTo>
                  <a:cubicBezTo>
                    <a:pt x="50" y="525"/>
                    <a:pt x="44" y="553"/>
                    <a:pt x="22" y="565"/>
                  </a:cubicBezTo>
                  <a:cubicBezTo>
                    <a:pt x="1" y="578"/>
                    <a:pt x="0" y="601"/>
                    <a:pt x="20" y="616"/>
                  </a:cubicBezTo>
                  <a:cubicBezTo>
                    <a:pt x="40" y="630"/>
                    <a:pt x="43" y="658"/>
                    <a:pt x="27" y="677"/>
                  </a:cubicBezTo>
                  <a:cubicBezTo>
                    <a:pt x="11" y="696"/>
                    <a:pt x="18" y="718"/>
                    <a:pt x="41" y="725"/>
                  </a:cubicBezTo>
                  <a:cubicBezTo>
                    <a:pt x="65" y="733"/>
                    <a:pt x="77" y="758"/>
                    <a:pt x="68" y="781"/>
                  </a:cubicBezTo>
                  <a:cubicBezTo>
                    <a:pt x="59" y="804"/>
                    <a:pt x="72" y="822"/>
                    <a:pt x="97" y="822"/>
                  </a:cubicBezTo>
                  <a:cubicBezTo>
                    <a:pt x="122" y="821"/>
                    <a:pt x="141" y="841"/>
                    <a:pt x="140" y="866"/>
                  </a:cubicBezTo>
                  <a:cubicBezTo>
                    <a:pt x="139" y="891"/>
                    <a:pt x="158" y="904"/>
                    <a:pt x="181" y="895"/>
                  </a:cubicBezTo>
                  <a:cubicBezTo>
                    <a:pt x="204" y="887"/>
                    <a:pt x="229" y="899"/>
                    <a:pt x="236" y="923"/>
                  </a:cubicBezTo>
                  <a:cubicBezTo>
                    <a:pt x="243" y="946"/>
                    <a:pt x="265" y="953"/>
                    <a:pt x="284" y="937"/>
                  </a:cubicBezTo>
                  <a:cubicBezTo>
                    <a:pt x="303" y="922"/>
                    <a:pt x="331" y="925"/>
                    <a:pt x="345" y="945"/>
                  </a:cubicBezTo>
                  <a:cubicBezTo>
                    <a:pt x="360" y="965"/>
                    <a:pt x="383" y="965"/>
                    <a:pt x="395" y="944"/>
                  </a:cubicBezTo>
                  <a:cubicBezTo>
                    <a:pt x="409" y="923"/>
                    <a:pt x="436" y="917"/>
                    <a:pt x="456" y="931"/>
                  </a:cubicBezTo>
                  <a:cubicBezTo>
                    <a:pt x="476" y="946"/>
                    <a:pt x="497" y="938"/>
                    <a:pt x="503" y="914"/>
                  </a:cubicBezTo>
                  <a:cubicBezTo>
                    <a:pt x="509" y="889"/>
                    <a:pt x="533" y="875"/>
                    <a:pt x="556" y="882"/>
                  </a:cubicBezTo>
                  <a:cubicBezTo>
                    <a:pt x="580" y="889"/>
                    <a:pt x="597" y="875"/>
                    <a:pt x="595" y="850"/>
                  </a:cubicBezTo>
                  <a:cubicBezTo>
                    <a:pt x="593" y="838"/>
                    <a:pt x="598" y="826"/>
                    <a:pt x="605" y="817"/>
                  </a:cubicBezTo>
                  <a:cubicBezTo>
                    <a:pt x="735" y="894"/>
                    <a:pt x="735" y="894"/>
                    <a:pt x="735" y="894"/>
                  </a:cubicBezTo>
                  <a:cubicBezTo>
                    <a:pt x="739" y="914"/>
                    <a:pt x="750" y="932"/>
                    <a:pt x="769" y="943"/>
                  </a:cubicBezTo>
                  <a:cubicBezTo>
                    <a:pt x="804" y="964"/>
                    <a:pt x="848" y="952"/>
                    <a:pt x="869" y="918"/>
                  </a:cubicBezTo>
                  <a:cubicBezTo>
                    <a:pt x="889" y="883"/>
                    <a:pt x="878" y="839"/>
                    <a:pt x="843" y="818"/>
                  </a:cubicBezTo>
                  <a:close/>
                  <a:moveTo>
                    <a:pt x="550" y="674"/>
                  </a:moveTo>
                  <a:cubicBezTo>
                    <a:pt x="456" y="618"/>
                    <a:pt x="456" y="618"/>
                    <a:pt x="456" y="618"/>
                  </a:cubicBezTo>
                  <a:cubicBezTo>
                    <a:pt x="455" y="588"/>
                    <a:pt x="440" y="559"/>
                    <a:pt x="412" y="543"/>
                  </a:cubicBezTo>
                  <a:cubicBezTo>
                    <a:pt x="381" y="525"/>
                    <a:pt x="345" y="527"/>
                    <a:pt x="317" y="545"/>
                  </a:cubicBezTo>
                  <a:cubicBezTo>
                    <a:pt x="368" y="575"/>
                    <a:pt x="368" y="575"/>
                    <a:pt x="368" y="575"/>
                  </a:cubicBezTo>
                  <a:cubicBezTo>
                    <a:pt x="387" y="586"/>
                    <a:pt x="392" y="610"/>
                    <a:pt x="381" y="630"/>
                  </a:cubicBezTo>
                  <a:cubicBezTo>
                    <a:pt x="370" y="649"/>
                    <a:pt x="346" y="655"/>
                    <a:pt x="328" y="644"/>
                  </a:cubicBezTo>
                  <a:cubicBezTo>
                    <a:pt x="276" y="614"/>
                    <a:pt x="276" y="614"/>
                    <a:pt x="276" y="614"/>
                  </a:cubicBezTo>
                  <a:cubicBezTo>
                    <a:pt x="273" y="647"/>
                    <a:pt x="289" y="680"/>
                    <a:pt x="320" y="698"/>
                  </a:cubicBezTo>
                  <a:cubicBezTo>
                    <a:pt x="348" y="715"/>
                    <a:pt x="380" y="714"/>
                    <a:pt x="407" y="700"/>
                  </a:cubicBezTo>
                  <a:cubicBezTo>
                    <a:pt x="498" y="754"/>
                    <a:pt x="498" y="754"/>
                    <a:pt x="498" y="754"/>
                  </a:cubicBezTo>
                  <a:cubicBezTo>
                    <a:pt x="473" y="777"/>
                    <a:pt x="443" y="795"/>
                    <a:pt x="408" y="804"/>
                  </a:cubicBezTo>
                  <a:cubicBezTo>
                    <a:pt x="299" y="832"/>
                    <a:pt x="188" y="766"/>
                    <a:pt x="160" y="657"/>
                  </a:cubicBezTo>
                  <a:cubicBezTo>
                    <a:pt x="132" y="548"/>
                    <a:pt x="198" y="437"/>
                    <a:pt x="307" y="409"/>
                  </a:cubicBezTo>
                  <a:cubicBezTo>
                    <a:pt x="415" y="381"/>
                    <a:pt x="527" y="447"/>
                    <a:pt x="555" y="556"/>
                  </a:cubicBezTo>
                  <a:cubicBezTo>
                    <a:pt x="565" y="596"/>
                    <a:pt x="562" y="637"/>
                    <a:pt x="550" y="674"/>
                  </a:cubicBezTo>
                  <a:close/>
                  <a:moveTo>
                    <a:pt x="595" y="700"/>
                  </a:moveTo>
                  <a:cubicBezTo>
                    <a:pt x="576" y="689"/>
                    <a:pt x="576" y="689"/>
                    <a:pt x="576" y="689"/>
                  </a:cubicBezTo>
                  <a:cubicBezTo>
                    <a:pt x="592" y="646"/>
                    <a:pt x="597" y="597"/>
                    <a:pt x="584" y="548"/>
                  </a:cubicBezTo>
                  <a:cubicBezTo>
                    <a:pt x="552" y="423"/>
                    <a:pt x="424" y="347"/>
                    <a:pt x="299" y="379"/>
                  </a:cubicBezTo>
                  <a:cubicBezTo>
                    <a:pt x="174" y="412"/>
                    <a:pt x="98" y="539"/>
                    <a:pt x="130" y="665"/>
                  </a:cubicBezTo>
                  <a:cubicBezTo>
                    <a:pt x="163" y="790"/>
                    <a:pt x="290" y="865"/>
                    <a:pt x="415" y="833"/>
                  </a:cubicBezTo>
                  <a:cubicBezTo>
                    <a:pt x="459" y="822"/>
                    <a:pt x="496" y="799"/>
                    <a:pt x="524" y="770"/>
                  </a:cubicBezTo>
                  <a:cubicBezTo>
                    <a:pt x="544" y="781"/>
                    <a:pt x="544" y="781"/>
                    <a:pt x="544" y="781"/>
                  </a:cubicBezTo>
                  <a:cubicBezTo>
                    <a:pt x="512" y="815"/>
                    <a:pt x="470" y="841"/>
                    <a:pt x="421" y="854"/>
                  </a:cubicBezTo>
                  <a:cubicBezTo>
                    <a:pt x="284" y="889"/>
                    <a:pt x="145" y="807"/>
                    <a:pt x="109" y="670"/>
                  </a:cubicBezTo>
                  <a:cubicBezTo>
                    <a:pt x="74" y="533"/>
                    <a:pt x="157" y="394"/>
                    <a:pt x="294" y="359"/>
                  </a:cubicBezTo>
                  <a:cubicBezTo>
                    <a:pt x="430" y="323"/>
                    <a:pt x="570" y="406"/>
                    <a:pt x="605" y="543"/>
                  </a:cubicBezTo>
                  <a:cubicBezTo>
                    <a:pt x="619" y="597"/>
                    <a:pt x="614" y="652"/>
                    <a:pt x="595" y="700"/>
                  </a:cubicBezTo>
                  <a:close/>
                  <a:moveTo>
                    <a:pt x="839" y="900"/>
                  </a:moveTo>
                  <a:cubicBezTo>
                    <a:pt x="806" y="919"/>
                    <a:pt x="806" y="919"/>
                    <a:pt x="806" y="919"/>
                  </a:cubicBezTo>
                  <a:cubicBezTo>
                    <a:pt x="773" y="900"/>
                    <a:pt x="773" y="900"/>
                    <a:pt x="773" y="900"/>
                  </a:cubicBezTo>
                  <a:cubicBezTo>
                    <a:pt x="773" y="861"/>
                    <a:pt x="773" y="861"/>
                    <a:pt x="773" y="861"/>
                  </a:cubicBezTo>
                  <a:cubicBezTo>
                    <a:pt x="807" y="842"/>
                    <a:pt x="807" y="842"/>
                    <a:pt x="807" y="842"/>
                  </a:cubicBezTo>
                  <a:cubicBezTo>
                    <a:pt x="840" y="862"/>
                    <a:pt x="840" y="862"/>
                    <a:pt x="840" y="862"/>
                  </a:cubicBezTo>
                  <a:lnTo>
                    <a:pt x="839" y="900"/>
                  </a:lnTo>
                  <a:close/>
                  <a:moveTo>
                    <a:pt x="526" y="216"/>
                  </a:moveTo>
                  <a:cubicBezTo>
                    <a:pt x="543" y="226"/>
                    <a:pt x="543" y="226"/>
                    <a:pt x="543" y="226"/>
                  </a:cubicBezTo>
                  <a:cubicBezTo>
                    <a:pt x="557" y="235"/>
                    <a:pt x="569" y="256"/>
                    <a:pt x="569" y="273"/>
                  </a:cubicBezTo>
                  <a:cubicBezTo>
                    <a:pt x="570" y="293"/>
                    <a:pt x="570" y="293"/>
                    <a:pt x="570" y="293"/>
                  </a:cubicBezTo>
                  <a:cubicBezTo>
                    <a:pt x="571" y="309"/>
                    <a:pt x="585" y="320"/>
                    <a:pt x="601" y="316"/>
                  </a:cubicBezTo>
                  <a:cubicBezTo>
                    <a:pt x="620" y="312"/>
                    <a:pt x="620" y="312"/>
                    <a:pt x="620" y="312"/>
                  </a:cubicBezTo>
                  <a:cubicBezTo>
                    <a:pt x="637" y="308"/>
                    <a:pt x="660" y="315"/>
                    <a:pt x="672" y="326"/>
                  </a:cubicBezTo>
                  <a:cubicBezTo>
                    <a:pt x="687" y="340"/>
                    <a:pt x="687" y="340"/>
                    <a:pt x="687" y="340"/>
                  </a:cubicBezTo>
                  <a:cubicBezTo>
                    <a:pt x="699" y="351"/>
                    <a:pt x="716" y="349"/>
                    <a:pt x="725" y="335"/>
                  </a:cubicBezTo>
                  <a:cubicBezTo>
                    <a:pt x="736" y="318"/>
                    <a:pt x="736" y="318"/>
                    <a:pt x="736" y="318"/>
                  </a:cubicBezTo>
                  <a:cubicBezTo>
                    <a:pt x="745" y="304"/>
                    <a:pt x="766" y="291"/>
                    <a:pt x="782" y="291"/>
                  </a:cubicBezTo>
                  <a:cubicBezTo>
                    <a:pt x="802" y="290"/>
                    <a:pt x="802" y="290"/>
                    <a:pt x="802" y="290"/>
                  </a:cubicBezTo>
                  <a:cubicBezTo>
                    <a:pt x="819" y="290"/>
                    <a:pt x="830" y="276"/>
                    <a:pt x="826" y="259"/>
                  </a:cubicBezTo>
                  <a:cubicBezTo>
                    <a:pt x="821" y="240"/>
                    <a:pt x="821" y="240"/>
                    <a:pt x="821" y="240"/>
                  </a:cubicBezTo>
                  <a:cubicBezTo>
                    <a:pt x="818" y="224"/>
                    <a:pt x="824" y="200"/>
                    <a:pt x="835" y="188"/>
                  </a:cubicBezTo>
                  <a:cubicBezTo>
                    <a:pt x="849" y="173"/>
                    <a:pt x="849" y="173"/>
                    <a:pt x="849" y="173"/>
                  </a:cubicBezTo>
                  <a:cubicBezTo>
                    <a:pt x="860" y="161"/>
                    <a:pt x="858" y="144"/>
                    <a:pt x="844" y="135"/>
                  </a:cubicBezTo>
                  <a:cubicBezTo>
                    <a:pt x="827" y="124"/>
                    <a:pt x="827" y="124"/>
                    <a:pt x="827" y="124"/>
                  </a:cubicBezTo>
                  <a:cubicBezTo>
                    <a:pt x="813" y="115"/>
                    <a:pt x="801" y="95"/>
                    <a:pt x="800" y="78"/>
                  </a:cubicBezTo>
                  <a:cubicBezTo>
                    <a:pt x="800" y="58"/>
                    <a:pt x="800" y="58"/>
                    <a:pt x="800" y="58"/>
                  </a:cubicBezTo>
                  <a:cubicBezTo>
                    <a:pt x="799" y="41"/>
                    <a:pt x="785" y="31"/>
                    <a:pt x="769" y="34"/>
                  </a:cubicBezTo>
                  <a:cubicBezTo>
                    <a:pt x="749" y="39"/>
                    <a:pt x="749" y="39"/>
                    <a:pt x="749" y="39"/>
                  </a:cubicBezTo>
                  <a:cubicBezTo>
                    <a:pt x="733" y="42"/>
                    <a:pt x="710" y="36"/>
                    <a:pt x="698" y="25"/>
                  </a:cubicBezTo>
                  <a:cubicBezTo>
                    <a:pt x="683" y="11"/>
                    <a:pt x="683" y="11"/>
                    <a:pt x="683" y="11"/>
                  </a:cubicBezTo>
                  <a:cubicBezTo>
                    <a:pt x="671" y="0"/>
                    <a:pt x="653" y="2"/>
                    <a:pt x="645" y="16"/>
                  </a:cubicBezTo>
                  <a:cubicBezTo>
                    <a:pt x="634" y="33"/>
                    <a:pt x="634" y="33"/>
                    <a:pt x="634" y="33"/>
                  </a:cubicBezTo>
                  <a:cubicBezTo>
                    <a:pt x="625" y="47"/>
                    <a:pt x="604" y="59"/>
                    <a:pt x="587" y="60"/>
                  </a:cubicBezTo>
                  <a:cubicBezTo>
                    <a:pt x="567" y="60"/>
                    <a:pt x="567" y="60"/>
                    <a:pt x="567" y="60"/>
                  </a:cubicBezTo>
                  <a:cubicBezTo>
                    <a:pt x="551" y="61"/>
                    <a:pt x="540" y="75"/>
                    <a:pt x="544" y="91"/>
                  </a:cubicBezTo>
                  <a:cubicBezTo>
                    <a:pt x="548" y="111"/>
                    <a:pt x="548" y="111"/>
                    <a:pt x="548" y="111"/>
                  </a:cubicBezTo>
                  <a:cubicBezTo>
                    <a:pt x="552" y="127"/>
                    <a:pt x="546" y="150"/>
                    <a:pt x="534" y="163"/>
                  </a:cubicBezTo>
                  <a:cubicBezTo>
                    <a:pt x="521" y="177"/>
                    <a:pt x="521" y="177"/>
                    <a:pt x="521" y="177"/>
                  </a:cubicBezTo>
                  <a:cubicBezTo>
                    <a:pt x="509" y="189"/>
                    <a:pt x="512" y="207"/>
                    <a:pt x="526" y="216"/>
                  </a:cubicBezTo>
                  <a:close/>
                  <a:moveTo>
                    <a:pt x="685" y="93"/>
                  </a:moveTo>
                  <a:cubicBezTo>
                    <a:pt x="730" y="93"/>
                    <a:pt x="767" y="130"/>
                    <a:pt x="767" y="175"/>
                  </a:cubicBezTo>
                  <a:cubicBezTo>
                    <a:pt x="767" y="221"/>
                    <a:pt x="730" y="258"/>
                    <a:pt x="685" y="258"/>
                  </a:cubicBezTo>
                  <a:cubicBezTo>
                    <a:pt x="639" y="258"/>
                    <a:pt x="603" y="221"/>
                    <a:pt x="603" y="175"/>
                  </a:cubicBezTo>
                  <a:cubicBezTo>
                    <a:pt x="603" y="130"/>
                    <a:pt x="639" y="93"/>
                    <a:pt x="685" y="93"/>
                  </a:cubicBezTo>
                  <a:close/>
                  <a:moveTo>
                    <a:pt x="685" y="93"/>
                  </a:moveTo>
                  <a:cubicBezTo>
                    <a:pt x="685" y="93"/>
                    <a:pt x="685" y="93"/>
                    <a:pt x="685" y="93"/>
                  </a:cubicBezTo>
                </a:path>
              </a:pathLst>
            </a:custGeom>
            <a:solidFill>
              <a:schemeClr val="bg1"/>
            </a:solidFill>
            <a:ln w="9525">
              <a:noFill/>
              <a:round/>
            </a:ln>
          </p:spPr>
          <p:txBody>
            <a:bodyPr lIns="121682" tIns="60841" rIns="121682" bIns="60841"/>
            <a:lstStyle/>
            <a:p>
              <a:pPr defTabSz="1217295">
                <a:defRPr/>
              </a:pPr>
              <a:endParaRPr lang="en-US" sz="3190" kern="0">
                <a:solidFill>
                  <a:srgbClr val="201C11"/>
                </a:solidFill>
                <a:latin typeface="Arial" panose="020B0604020202020204" pitchFamily="34" charset="0"/>
                <a:ea typeface="微软雅黑" panose="020B0503020204020204" charset="-122"/>
                <a:sym typeface="Arial" panose="020B0604020202020204" pitchFamily="34" charset="0"/>
              </a:endParaRPr>
            </a:p>
          </p:txBody>
        </p:sp>
        <p:sp>
          <p:nvSpPr>
            <p:cNvPr id="24" name="Freeform 177"/>
            <p:cNvSpPr>
              <a:spLocks noEditPoints="1"/>
            </p:cNvSpPr>
            <p:nvPr/>
          </p:nvSpPr>
          <p:spPr bwMode="auto">
            <a:xfrm>
              <a:off x="7705" y="5220"/>
              <a:ext cx="693" cy="730"/>
            </a:xfrm>
            <a:custGeom>
              <a:avLst/>
              <a:gdLst/>
              <a:ahLst/>
              <a:cxnLst>
                <a:cxn ang="0">
                  <a:pos x="350" y="180"/>
                </a:cxn>
                <a:cxn ang="0">
                  <a:pos x="10" y="180"/>
                </a:cxn>
                <a:cxn ang="0">
                  <a:pos x="5" y="171"/>
                </a:cxn>
                <a:cxn ang="0">
                  <a:pos x="170" y="8"/>
                </a:cxn>
                <a:cxn ang="0">
                  <a:pos x="189" y="9"/>
                </a:cxn>
                <a:cxn ang="0">
                  <a:pos x="250" y="69"/>
                </a:cxn>
                <a:cxn ang="0">
                  <a:pos x="250" y="45"/>
                </a:cxn>
                <a:cxn ang="0">
                  <a:pos x="281" y="45"/>
                </a:cxn>
                <a:cxn ang="0">
                  <a:pos x="281" y="100"/>
                </a:cxn>
                <a:cxn ang="0">
                  <a:pos x="353" y="171"/>
                </a:cxn>
                <a:cxn ang="0">
                  <a:pos x="350" y="180"/>
                </a:cxn>
                <a:cxn ang="0">
                  <a:pos x="314" y="367"/>
                </a:cxn>
                <a:cxn ang="0">
                  <a:pos x="300" y="380"/>
                </a:cxn>
                <a:cxn ang="0">
                  <a:pos x="194" y="380"/>
                </a:cxn>
                <a:cxn ang="0">
                  <a:pos x="194" y="302"/>
                </a:cxn>
                <a:cxn ang="0">
                  <a:pos x="146" y="302"/>
                </a:cxn>
                <a:cxn ang="0">
                  <a:pos x="146" y="380"/>
                </a:cxn>
                <a:cxn ang="0">
                  <a:pos x="58" y="380"/>
                </a:cxn>
                <a:cxn ang="0">
                  <a:pos x="44" y="366"/>
                </a:cxn>
                <a:cxn ang="0">
                  <a:pos x="44" y="188"/>
                </a:cxn>
                <a:cxn ang="0">
                  <a:pos x="314" y="188"/>
                </a:cxn>
                <a:cxn ang="0">
                  <a:pos x="314" y="367"/>
                </a:cxn>
                <a:cxn ang="0">
                  <a:pos x="273" y="242"/>
                </a:cxn>
                <a:cxn ang="0">
                  <a:pos x="225" y="242"/>
                </a:cxn>
                <a:cxn ang="0">
                  <a:pos x="225" y="282"/>
                </a:cxn>
                <a:cxn ang="0">
                  <a:pos x="273" y="282"/>
                </a:cxn>
                <a:cxn ang="0">
                  <a:pos x="273" y="242"/>
                </a:cxn>
              </a:cxnLst>
              <a:rect l="0" t="0" r="r" b="b"/>
              <a:pathLst>
                <a:path w="360" h="380">
                  <a:moveTo>
                    <a:pt x="350" y="180"/>
                  </a:moveTo>
                  <a:cubicBezTo>
                    <a:pt x="295" y="180"/>
                    <a:pt x="68" y="180"/>
                    <a:pt x="10" y="180"/>
                  </a:cubicBezTo>
                  <a:cubicBezTo>
                    <a:pt x="0" y="180"/>
                    <a:pt x="0" y="176"/>
                    <a:pt x="5" y="171"/>
                  </a:cubicBezTo>
                  <a:cubicBezTo>
                    <a:pt x="36" y="140"/>
                    <a:pt x="138" y="40"/>
                    <a:pt x="170" y="8"/>
                  </a:cubicBezTo>
                  <a:cubicBezTo>
                    <a:pt x="178" y="0"/>
                    <a:pt x="180" y="0"/>
                    <a:pt x="189" y="9"/>
                  </a:cubicBezTo>
                  <a:cubicBezTo>
                    <a:pt x="201" y="21"/>
                    <a:pt x="225" y="44"/>
                    <a:pt x="250" y="69"/>
                  </a:cubicBezTo>
                  <a:cubicBezTo>
                    <a:pt x="250" y="45"/>
                    <a:pt x="250" y="45"/>
                    <a:pt x="250" y="45"/>
                  </a:cubicBezTo>
                  <a:cubicBezTo>
                    <a:pt x="281" y="45"/>
                    <a:pt x="281" y="45"/>
                    <a:pt x="281" y="45"/>
                  </a:cubicBezTo>
                  <a:cubicBezTo>
                    <a:pt x="281" y="100"/>
                    <a:pt x="281" y="100"/>
                    <a:pt x="281" y="100"/>
                  </a:cubicBezTo>
                  <a:cubicBezTo>
                    <a:pt x="311" y="129"/>
                    <a:pt x="339" y="158"/>
                    <a:pt x="353" y="171"/>
                  </a:cubicBezTo>
                  <a:cubicBezTo>
                    <a:pt x="358" y="176"/>
                    <a:pt x="360" y="180"/>
                    <a:pt x="350" y="180"/>
                  </a:cubicBezTo>
                  <a:close/>
                  <a:moveTo>
                    <a:pt x="314" y="367"/>
                  </a:moveTo>
                  <a:cubicBezTo>
                    <a:pt x="314" y="376"/>
                    <a:pt x="310" y="380"/>
                    <a:pt x="300" y="380"/>
                  </a:cubicBezTo>
                  <a:cubicBezTo>
                    <a:pt x="269" y="380"/>
                    <a:pt x="194" y="380"/>
                    <a:pt x="194" y="380"/>
                  </a:cubicBezTo>
                  <a:cubicBezTo>
                    <a:pt x="194" y="302"/>
                    <a:pt x="194" y="302"/>
                    <a:pt x="194" y="302"/>
                  </a:cubicBezTo>
                  <a:cubicBezTo>
                    <a:pt x="146" y="302"/>
                    <a:pt x="146" y="302"/>
                    <a:pt x="146" y="302"/>
                  </a:cubicBezTo>
                  <a:cubicBezTo>
                    <a:pt x="146" y="380"/>
                    <a:pt x="146" y="380"/>
                    <a:pt x="146" y="380"/>
                  </a:cubicBezTo>
                  <a:cubicBezTo>
                    <a:pt x="146" y="380"/>
                    <a:pt x="86" y="380"/>
                    <a:pt x="58" y="380"/>
                  </a:cubicBezTo>
                  <a:cubicBezTo>
                    <a:pt x="49" y="380"/>
                    <a:pt x="44" y="375"/>
                    <a:pt x="44" y="366"/>
                  </a:cubicBezTo>
                  <a:cubicBezTo>
                    <a:pt x="44" y="322"/>
                    <a:pt x="44" y="188"/>
                    <a:pt x="44" y="188"/>
                  </a:cubicBezTo>
                  <a:cubicBezTo>
                    <a:pt x="314" y="188"/>
                    <a:pt x="314" y="188"/>
                    <a:pt x="314" y="188"/>
                  </a:cubicBezTo>
                  <a:cubicBezTo>
                    <a:pt x="314" y="188"/>
                    <a:pt x="314" y="323"/>
                    <a:pt x="314" y="367"/>
                  </a:cubicBezTo>
                  <a:close/>
                  <a:moveTo>
                    <a:pt x="273" y="242"/>
                  </a:moveTo>
                  <a:cubicBezTo>
                    <a:pt x="225" y="242"/>
                    <a:pt x="225" y="242"/>
                    <a:pt x="225" y="242"/>
                  </a:cubicBezTo>
                  <a:cubicBezTo>
                    <a:pt x="225" y="282"/>
                    <a:pt x="225" y="282"/>
                    <a:pt x="225" y="282"/>
                  </a:cubicBezTo>
                  <a:cubicBezTo>
                    <a:pt x="273" y="282"/>
                    <a:pt x="273" y="282"/>
                    <a:pt x="273" y="282"/>
                  </a:cubicBezTo>
                  <a:cubicBezTo>
                    <a:pt x="273" y="242"/>
                    <a:pt x="273" y="242"/>
                    <a:pt x="273" y="242"/>
                  </a:cubicBezTo>
                  <a:close/>
                </a:path>
              </a:pathLst>
            </a:custGeom>
            <a:solidFill>
              <a:schemeClr val="bg1"/>
            </a:solidFill>
            <a:ln w="9525">
              <a:noFill/>
              <a:round/>
            </a:ln>
          </p:spPr>
          <p:txBody>
            <a:bodyPr lIns="121682" tIns="60841" rIns="121682" bIns="60841"/>
            <a:lstStyle/>
            <a:p>
              <a:pPr defTabSz="1217295">
                <a:defRPr/>
              </a:pPr>
              <a:endParaRPr lang="en-US" sz="3190" kern="0">
                <a:solidFill>
                  <a:srgbClr val="201C11"/>
                </a:solidFill>
                <a:latin typeface="Arial" panose="020B0604020202020204" pitchFamily="34" charset="0"/>
                <a:ea typeface="微软雅黑" panose="020B0503020204020204" charset="-122"/>
                <a:sym typeface="Arial" panose="020B0604020202020204" pitchFamily="34" charset="0"/>
              </a:endParaRPr>
            </a:p>
          </p:txBody>
        </p:sp>
      </p:grpSp>
      <p:grpSp>
        <p:nvGrpSpPr>
          <p:cNvPr id="26" name="组合 25"/>
          <p:cNvGrpSpPr/>
          <p:nvPr/>
        </p:nvGrpSpPr>
        <p:grpSpPr>
          <a:xfrm>
            <a:off x="1162685" y="2411095"/>
            <a:ext cx="2961640" cy="788035"/>
            <a:chOff x="7290" y="3550"/>
            <a:chExt cx="4664" cy="1241"/>
          </a:xfrm>
        </p:grpSpPr>
        <p:sp>
          <p:nvSpPr>
            <p:cNvPr id="27" name="矩形 26"/>
            <p:cNvSpPr/>
            <p:nvPr/>
          </p:nvSpPr>
          <p:spPr>
            <a:xfrm>
              <a:off x="7290" y="3927"/>
              <a:ext cx="4664" cy="864"/>
            </a:xfrm>
            <a:prstGeom prst="rect">
              <a:avLst/>
            </a:prstGeom>
          </p:spPr>
          <p:txBody>
            <a:bodyPr wrap="square">
              <a:spAutoFit/>
            </a:bodyPr>
            <a:lstStyle/>
            <a:p>
              <a:pPr algn="r">
                <a:lnSpc>
                  <a:spcPct val="150000"/>
                </a:lnSpc>
              </a:pPr>
              <a:r>
                <a:rPr lang="en-US" altLang="zh-CN" sz="1000">
                  <a:solidFill>
                    <a:schemeClr val="bg2">
                      <a:lumMod val="25000"/>
                    </a:schemeClr>
                  </a:solidFill>
                  <a:latin typeface="+mn-lt"/>
                  <a:ea typeface="微软雅黑" panose="020B0503020204020204" charset="-122"/>
                  <a:cs typeface="Arial" panose="020B0604020202020204" pitchFamily="34" charset="0"/>
                </a:rPr>
                <a:t>Cum sociis natoque penatibus et magnis dis parturient montes, nascetur ridiculus mus. </a:t>
              </a:r>
            </a:p>
          </p:txBody>
        </p:sp>
        <p:sp>
          <p:nvSpPr>
            <p:cNvPr id="28" name="矩形 27"/>
            <p:cNvSpPr/>
            <p:nvPr/>
          </p:nvSpPr>
          <p:spPr>
            <a:xfrm>
              <a:off x="9724" y="3550"/>
              <a:ext cx="1915" cy="479"/>
            </a:xfrm>
            <a:prstGeom prst="rect">
              <a:avLst/>
            </a:prstGeom>
          </p:spPr>
          <p:txBody>
            <a:bodyPr wrap="square">
              <a:spAutoFit/>
            </a:bodyPr>
            <a:lstStyle/>
            <a:p>
              <a:pPr algn="r"/>
              <a:r>
                <a:rPr lang="en-US" altLang="zh-CN" sz="1400" b="1" dirty="0">
                  <a:solidFill>
                    <a:schemeClr val="tx1"/>
                  </a:solidFill>
                  <a:latin typeface="+mn-lt"/>
                  <a:ea typeface="微软雅黑" panose="020B0503020204020204" charset="-122"/>
                  <a:cs typeface="Arial" panose="020B0604020202020204" pitchFamily="34" charset="0"/>
                  <a:sym typeface="+mn-ea"/>
                </a:rPr>
                <a:t>Add Title </a:t>
              </a:r>
            </a:p>
          </p:txBody>
        </p:sp>
      </p:grpSp>
      <p:grpSp>
        <p:nvGrpSpPr>
          <p:cNvPr id="29" name="组合 28"/>
          <p:cNvGrpSpPr/>
          <p:nvPr/>
        </p:nvGrpSpPr>
        <p:grpSpPr>
          <a:xfrm>
            <a:off x="8071485" y="4629785"/>
            <a:ext cx="2961640" cy="789305"/>
            <a:chOff x="7290" y="3548"/>
            <a:chExt cx="4664" cy="1243"/>
          </a:xfrm>
        </p:grpSpPr>
        <p:sp>
          <p:nvSpPr>
            <p:cNvPr id="321" name="矩形 320"/>
            <p:cNvSpPr/>
            <p:nvPr/>
          </p:nvSpPr>
          <p:spPr>
            <a:xfrm>
              <a:off x="7290" y="3927"/>
              <a:ext cx="4664" cy="864"/>
            </a:xfrm>
            <a:prstGeom prst="rect">
              <a:avLst/>
            </a:prstGeom>
          </p:spPr>
          <p:txBody>
            <a:bodyPr wrap="square">
              <a:spAutoFit/>
            </a:bodyPr>
            <a:lstStyle/>
            <a:p>
              <a:pPr>
                <a:lnSpc>
                  <a:spcPct val="150000"/>
                </a:lnSpc>
              </a:pPr>
              <a:r>
                <a:rPr lang="en-US" altLang="zh-CN" sz="1000">
                  <a:solidFill>
                    <a:schemeClr val="bg2">
                      <a:lumMod val="25000"/>
                    </a:schemeClr>
                  </a:solidFill>
                  <a:latin typeface="+mn-lt"/>
                  <a:ea typeface="微软雅黑" panose="020B0503020204020204" charset="-122"/>
                  <a:cs typeface="Arial" panose="020B0604020202020204" pitchFamily="34" charset="0"/>
                </a:rPr>
                <a:t>Cum sociis natoque penatibus et magnis dis parturient montes, nascetur ridiculus mus. </a:t>
              </a:r>
            </a:p>
          </p:txBody>
        </p:sp>
        <p:sp>
          <p:nvSpPr>
            <p:cNvPr id="322" name="矩形 321"/>
            <p:cNvSpPr/>
            <p:nvPr/>
          </p:nvSpPr>
          <p:spPr>
            <a:xfrm>
              <a:off x="7290" y="3548"/>
              <a:ext cx="1915" cy="479"/>
            </a:xfrm>
            <a:prstGeom prst="rect">
              <a:avLst/>
            </a:prstGeom>
          </p:spPr>
          <p:txBody>
            <a:bodyPr wrap="square">
              <a:spAutoFit/>
            </a:bodyPr>
            <a:lstStyle/>
            <a:p>
              <a:r>
                <a:rPr lang="en-US" altLang="zh-CN" sz="1400" b="1" dirty="0">
                  <a:solidFill>
                    <a:schemeClr val="tx1"/>
                  </a:solidFill>
                  <a:latin typeface="+mn-lt"/>
                  <a:ea typeface="微软雅黑" panose="020B0503020204020204" charset="-122"/>
                  <a:cs typeface="Arial" panose="020B0604020202020204" pitchFamily="34" charset="0"/>
                  <a:sym typeface="+mn-ea"/>
                </a:rPr>
                <a:t>Add Title </a:t>
              </a:r>
            </a:p>
          </p:txBody>
        </p:sp>
      </p:grpSp>
      <p:grpSp>
        <p:nvGrpSpPr>
          <p:cNvPr id="30" name="组合 29"/>
          <p:cNvGrpSpPr/>
          <p:nvPr/>
        </p:nvGrpSpPr>
        <p:grpSpPr>
          <a:xfrm>
            <a:off x="8071485" y="2409825"/>
            <a:ext cx="2961640" cy="789305"/>
            <a:chOff x="7290" y="3548"/>
            <a:chExt cx="4664" cy="1243"/>
          </a:xfrm>
        </p:grpSpPr>
        <p:sp>
          <p:nvSpPr>
            <p:cNvPr id="31" name="矩形 30"/>
            <p:cNvSpPr/>
            <p:nvPr/>
          </p:nvSpPr>
          <p:spPr>
            <a:xfrm>
              <a:off x="7290" y="3927"/>
              <a:ext cx="4664" cy="864"/>
            </a:xfrm>
            <a:prstGeom prst="rect">
              <a:avLst/>
            </a:prstGeom>
          </p:spPr>
          <p:txBody>
            <a:bodyPr wrap="square">
              <a:spAutoFit/>
            </a:bodyPr>
            <a:lstStyle/>
            <a:p>
              <a:pPr>
                <a:lnSpc>
                  <a:spcPct val="150000"/>
                </a:lnSpc>
              </a:pPr>
              <a:r>
                <a:rPr lang="en-US" altLang="zh-CN" sz="1000">
                  <a:solidFill>
                    <a:schemeClr val="bg2">
                      <a:lumMod val="25000"/>
                    </a:schemeClr>
                  </a:solidFill>
                  <a:latin typeface="+mn-lt"/>
                  <a:ea typeface="微软雅黑" panose="020B0503020204020204" charset="-122"/>
                  <a:cs typeface="Arial" panose="020B0604020202020204" pitchFamily="34" charset="0"/>
                </a:rPr>
                <a:t>Cum sociis natoque penatibus et magnis dis parturient montes, nascetur ridiculus mus. </a:t>
              </a:r>
            </a:p>
          </p:txBody>
        </p:sp>
        <p:sp>
          <p:nvSpPr>
            <p:cNvPr id="32" name="矩形 31"/>
            <p:cNvSpPr/>
            <p:nvPr/>
          </p:nvSpPr>
          <p:spPr>
            <a:xfrm>
              <a:off x="7290" y="3548"/>
              <a:ext cx="1915" cy="479"/>
            </a:xfrm>
            <a:prstGeom prst="rect">
              <a:avLst/>
            </a:prstGeom>
          </p:spPr>
          <p:txBody>
            <a:bodyPr wrap="square">
              <a:spAutoFit/>
            </a:bodyPr>
            <a:lstStyle/>
            <a:p>
              <a:r>
                <a:rPr lang="en-US" altLang="zh-CN" sz="1400" b="1" dirty="0">
                  <a:solidFill>
                    <a:schemeClr val="tx1"/>
                  </a:solidFill>
                  <a:latin typeface="+mn-lt"/>
                  <a:ea typeface="微软雅黑" panose="020B0503020204020204" charset="-122"/>
                  <a:cs typeface="Arial" panose="020B0604020202020204" pitchFamily="34" charset="0"/>
                  <a:sym typeface="+mn-ea"/>
                </a:rPr>
                <a:t>Add Title </a:t>
              </a:r>
            </a:p>
          </p:txBody>
        </p:sp>
      </p:grpSp>
      <p:grpSp>
        <p:nvGrpSpPr>
          <p:cNvPr id="33" name="组合 32"/>
          <p:cNvGrpSpPr/>
          <p:nvPr/>
        </p:nvGrpSpPr>
        <p:grpSpPr>
          <a:xfrm>
            <a:off x="1247140" y="4631055"/>
            <a:ext cx="2961640" cy="788035"/>
            <a:chOff x="7290" y="3550"/>
            <a:chExt cx="4664" cy="1241"/>
          </a:xfrm>
        </p:grpSpPr>
        <p:sp>
          <p:nvSpPr>
            <p:cNvPr id="34" name="矩形 33"/>
            <p:cNvSpPr/>
            <p:nvPr/>
          </p:nvSpPr>
          <p:spPr>
            <a:xfrm>
              <a:off x="7290" y="3927"/>
              <a:ext cx="4664" cy="864"/>
            </a:xfrm>
            <a:prstGeom prst="rect">
              <a:avLst/>
            </a:prstGeom>
          </p:spPr>
          <p:txBody>
            <a:bodyPr wrap="square">
              <a:spAutoFit/>
            </a:bodyPr>
            <a:lstStyle/>
            <a:p>
              <a:pPr algn="r">
                <a:lnSpc>
                  <a:spcPct val="150000"/>
                </a:lnSpc>
              </a:pPr>
              <a:r>
                <a:rPr lang="en-US" altLang="zh-CN" sz="1000">
                  <a:solidFill>
                    <a:schemeClr val="bg2">
                      <a:lumMod val="25000"/>
                    </a:schemeClr>
                  </a:solidFill>
                  <a:latin typeface="+mn-lt"/>
                  <a:ea typeface="微软雅黑" panose="020B0503020204020204" charset="-122"/>
                  <a:cs typeface="Arial" panose="020B0604020202020204" pitchFamily="34" charset="0"/>
                </a:rPr>
                <a:t>Cum sociis natoque penatibus et magnis dis parturient montes, nascetur ridiculus mus. </a:t>
              </a:r>
            </a:p>
          </p:txBody>
        </p:sp>
        <p:sp>
          <p:nvSpPr>
            <p:cNvPr id="35" name="矩形 34"/>
            <p:cNvSpPr/>
            <p:nvPr/>
          </p:nvSpPr>
          <p:spPr>
            <a:xfrm>
              <a:off x="9724" y="3550"/>
              <a:ext cx="1915" cy="479"/>
            </a:xfrm>
            <a:prstGeom prst="rect">
              <a:avLst/>
            </a:prstGeom>
          </p:spPr>
          <p:txBody>
            <a:bodyPr wrap="square">
              <a:spAutoFit/>
            </a:bodyPr>
            <a:lstStyle/>
            <a:p>
              <a:pPr algn="r"/>
              <a:r>
                <a:rPr lang="en-US" altLang="zh-CN" sz="1400" b="1" dirty="0">
                  <a:solidFill>
                    <a:schemeClr val="tx1"/>
                  </a:solidFill>
                  <a:latin typeface="+mn-lt"/>
                  <a:ea typeface="微软雅黑" panose="020B0503020204020204" charset="-122"/>
                  <a:cs typeface="Arial" panose="020B0604020202020204" pitchFamily="34" charset="0"/>
                  <a:sym typeface="+mn-ea"/>
                </a:rPr>
                <a:t>Add Title </a:t>
              </a:r>
            </a:p>
          </p:txBody>
        </p:sp>
      </p:grpSp>
    </p:spTree>
    <p:extLst>
      <p:ext uri="{BB962C8B-B14F-4D97-AF65-F5344CB8AC3E}">
        <p14:creationId xmlns:p14="http://schemas.microsoft.com/office/powerpoint/2010/main" val="2838257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5" name="组合 4"/>
          <p:cNvGrpSpPr/>
          <p:nvPr/>
        </p:nvGrpSpPr>
        <p:grpSpPr>
          <a:xfrm>
            <a:off x="1025525" y="2582545"/>
            <a:ext cx="10489565" cy="2969895"/>
            <a:chOff x="2323" y="3558"/>
            <a:chExt cx="14333" cy="4058"/>
          </a:xfrm>
        </p:grpSpPr>
        <p:sp>
          <p:nvSpPr>
            <p:cNvPr id="6" name="Oval 4"/>
            <p:cNvSpPr/>
            <p:nvPr/>
          </p:nvSpPr>
          <p:spPr>
            <a:xfrm>
              <a:off x="2323" y="3558"/>
              <a:ext cx="4055" cy="4058"/>
            </a:xfrm>
            <a:prstGeom prst="ellipse">
              <a:avLst/>
            </a:prstGeom>
            <a:solidFill>
              <a:schemeClr val="tx1"/>
            </a:solidFill>
            <a:ln w="9525" cap="flat" cmpd="sng" algn="ctr">
              <a:noFill/>
              <a:prstDash val="solid"/>
            </a:ln>
            <a:effectLst/>
          </p:spPr>
          <p:txBody>
            <a:bodyPr lIns="121910" tIns="60955" rIns="121910" bIns="60955" anchor="ctr"/>
            <a:lstStyle/>
            <a:p>
              <a:pPr algn="ctr" defTabSz="608965">
                <a:defRPr/>
              </a:pPr>
              <a:endParaRPr lang="en-US" sz="2400" kern="0" dirty="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7" name="Oval 5"/>
            <p:cNvSpPr/>
            <p:nvPr/>
          </p:nvSpPr>
          <p:spPr>
            <a:xfrm>
              <a:off x="5757" y="3558"/>
              <a:ext cx="4055" cy="4058"/>
            </a:xfrm>
            <a:prstGeom prst="ellipse">
              <a:avLst/>
            </a:prstGeom>
            <a:noFill/>
            <a:ln w="9525" cap="flat" cmpd="sng" algn="ctr">
              <a:solidFill>
                <a:schemeClr val="tx1"/>
              </a:solidFill>
              <a:prstDash val="solid"/>
            </a:ln>
            <a:effectLst/>
            <a:extLst>
              <a:ext uri="{909E8E84-426E-40DD-AFC4-6F175D3DCCD1}">
                <a14:hiddenFill xmlns:a14="http://schemas.microsoft.com/office/drawing/2010/main">
                  <a:solidFill>
                    <a:srgbClr val="E1363C"/>
                  </a:solidFill>
                </a14:hiddenFill>
              </a:ext>
            </a:extLst>
          </p:spPr>
          <p:txBody>
            <a:bodyPr lIns="121910" tIns="60955" rIns="121910" bIns="60955" anchor="ctr"/>
            <a:lstStyle/>
            <a:p>
              <a:pPr algn="ctr" defTabSz="608965">
                <a:defRPr/>
              </a:pPr>
              <a:endParaRPr lang="en-US" sz="2400" kern="0" dirty="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9" name="Oval 6"/>
            <p:cNvSpPr/>
            <p:nvPr/>
          </p:nvSpPr>
          <p:spPr>
            <a:xfrm>
              <a:off x="9213" y="3558"/>
              <a:ext cx="4055" cy="4058"/>
            </a:xfrm>
            <a:prstGeom prst="ellipse">
              <a:avLst/>
            </a:prstGeom>
            <a:solidFill>
              <a:schemeClr val="tx1"/>
            </a:solidFill>
            <a:ln w="9525" cap="flat" cmpd="sng" algn="ctr">
              <a:noFill/>
              <a:prstDash val="solid"/>
            </a:ln>
            <a:effectLst/>
          </p:spPr>
          <p:txBody>
            <a:bodyPr lIns="121910" tIns="60955" rIns="121910" bIns="60955" anchor="ctr"/>
            <a:lstStyle/>
            <a:p>
              <a:pPr algn="ctr" defTabSz="608965">
                <a:defRPr/>
              </a:pPr>
              <a:endParaRPr lang="en-US" sz="2400" kern="0" dirty="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11" name="Oval 7"/>
            <p:cNvSpPr/>
            <p:nvPr/>
          </p:nvSpPr>
          <p:spPr>
            <a:xfrm>
              <a:off x="12602" y="3558"/>
              <a:ext cx="4055" cy="4058"/>
            </a:xfrm>
            <a:prstGeom prst="ellipse">
              <a:avLst/>
            </a:prstGeom>
            <a:noFill/>
            <a:ln w="9525" cap="flat" cmpd="sng" algn="ctr">
              <a:solidFill>
                <a:schemeClr val="tx1"/>
              </a:solidFill>
              <a:prstDash val="solid"/>
            </a:ln>
            <a:effectLst/>
            <a:extLst>
              <a:ext uri="{909E8E84-426E-40DD-AFC4-6F175D3DCCD1}">
                <a14:hiddenFill xmlns:a14="http://schemas.microsoft.com/office/drawing/2010/main">
                  <a:solidFill>
                    <a:srgbClr val="E1363C"/>
                  </a:solidFill>
                </a14:hiddenFill>
              </a:ext>
            </a:extLst>
          </p:spPr>
          <p:txBody>
            <a:bodyPr lIns="121910" tIns="60955" rIns="121910" bIns="60955" anchor="ctr"/>
            <a:lstStyle/>
            <a:p>
              <a:pPr algn="ctr" defTabSz="608965">
                <a:defRPr/>
              </a:pPr>
              <a:endParaRPr lang="en-US" sz="2400" kern="0" dirty="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12" name="AutoShape 64"/>
            <p:cNvSpPr/>
            <p:nvPr/>
          </p:nvSpPr>
          <p:spPr bwMode="auto">
            <a:xfrm>
              <a:off x="3772" y="4219"/>
              <a:ext cx="1065" cy="8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61"/>
                    <a:pt x="21208" y="481"/>
                  </a:cubicBezTo>
                  <a:cubicBezTo>
                    <a:pt x="21470" y="798"/>
                    <a:pt x="21599" y="1177"/>
                    <a:pt x="21599" y="1618"/>
                  </a:cubicBezTo>
                  <a:lnTo>
                    <a:pt x="21599" y="19981"/>
                  </a:lnTo>
                  <a:cubicBezTo>
                    <a:pt x="21599" y="20422"/>
                    <a:pt x="21470" y="20801"/>
                    <a:pt x="21208" y="21121"/>
                  </a:cubicBezTo>
                  <a:cubicBezTo>
                    <a:pt x="20946" y="21441"/>
                    <a:pt x="20630" y="21599"/>
                    <a:pt x="20263" y="21599"/>
                  </a:cubicBezTo>
                  <a:lnTo>
                    <a:pt x="1346" y="21599"/>
                  </a:lnTo>
                  <a:cubicBezTo>
                    <a:pt x="979" y="21599"/>
                    <a:pt x="663" y="21441"/>
                    <a:pt x="399" y="21121"/>
                  </a:cubicBezTo>
                  <a:cubicBezTo>
                    <a:pt x="132" y="20801"/>
                    <a:pt x="0" y="20422"/>
                    <a:pt x="0" y="19981"/>
                  </a:cubicBezTo>
                  <a:lnTo>
                    <a:pt x="0" y="1618"/>
                  </a:lnTo>
                  <a:cubicBezTo>
                    <a:pt x="0" y="1177"/>
                    <a:pt x="132" y="798"/>
                    <a:pt x="399" y="481"/>
                  </a:cubicBezTo>
                  <a:cubicBezTo>
                    <a:pt x="663" y="161"/>
                    <a:pt x="979" y="0"/>
                    <a:pt x="1346" y="0"/>
                  </a:cubicBezTo>
                  <a:lnTo>
                    <a:pt x="20263" y="0"/>
                  </a:lnTo>
                  <a:close/>
                  <a:moveTo>
                    <a:pt x="19805" y="2252"/>
                  </a:moveTo>
                  <a:lnTo>
                    <a:pt x="8590" y="2252"/>
                  </a:lnTo>
                  <a:lnTo>
                    <a:pt x="8426" y="3545"/>
                  </a:lnTo>
                  <a:lnTo>
                    <a:pt x="1804" y="3545"/>
                  </a:lnTo>
                  <a:lnTo>
                    <a:pt x="1804" y="5501"/>
                  </a:lnTo>
                  <a:lnTo>
                    <a:pt x="19805" y="5501"/>
                  </a:lnTo>
                  <a:lnTo>
                    <a:pt x="19805" y="2252"/>
                  </a:lnTo>
                  <a:close/>
                  <a:moveTo>
                    <a:pt x="19805" y="17746"/>
                  </a:moveTo>
                  <a:lnTo>
                    <a:pt x="1804" y="17746"/>
                  </a:lnTo>
                  <a:lnTo>
                    <a:pt x="1804" y="19350"/>
                  </a:lnTo>
                  <a:lnTo>
                    <a:pt x="19805" y="19350"/>
                  </a:lnTo>
                  <a:lnTo>
                    <a:pt x="19805" y="17746"/>
                  </a:lnTo>
                  <a:close/>
                  <a:moveTo>
                    <a:pt x="3116" y="2743"/>
                  </a:moveTo>
                  <a:lnTo>
                    <a:pt x="6820" y="2743"/>
                  </a:lnTo>
                  <a:lnTo>
                    <a:pt x="6820" y="1436"/>
                  </a:lnTo>
                  <a:lnTo>
                    <a:pt x="3116" y="1436"/>
                  </a:lnTo>
                  <a:lnTo>
                    <a:pt x="3116" y="2743"/>
                  </a:lnTo>
                  <a:close/>
                  <a:moveTo>
                    <a:pt x="6529" y="11631"/>
                  </a:moveTo>
                  <a:cubicBezTo>
                    <a:pt x="6529" y="12342"/>
                    <a:pt x="6639" y="13011"/>
                    <a:pt x="6862" y="13634"/>
                  </a:cubicBezTo>
                  <a:cubicBezTo>
                    <a:pt x="7084" y="14257"/>
                    <a:pt x="7388" y="14800"/>
                    <a:pt x="7775" y="15264"/>
                  </a:cubicBezTo>
                  <a:cubicBezTo>
                    <a:pt x="8162" y="15731"/>
                    <a:pt x="8617" y="16095"/>
                    <a:pt x="9134" y="16359"/>
                  </a:cubicBezTo>
                  <a:cubicBezTo>
                    <a:pt x="9655" y="16630"/>
                    <a:pt x="10211" y="16762"/>
                    <a:pt x="10806" y="16762"/>
                  </a:cubicBezTo>
                  <a:cubicBezTo>
                    <a:pt x="11398" y="16762"/>
                    <a:pt x="11954" y="16630"/>
                    <a:pt x="12470" y="16359"/>
                  </a:cubicBezTo>
                  <a:cubicBezTo>
                    <a:pt x="12984" y="16095"/>
                    <a:pt x="13435" y="15731"/>
                    <a:pt x="13824" y="15264"/>
                  </a:cubicBezTo>
                  <a:cubicBezTo>
                    <a:pt x="14211" y="14800"/>
                    <a:pt x="14515" y="14257"/>
                    <a:pt x="14737" y="13634"/>
                  </a:cubicBezTo>
                  <a:cubicBezTo>
                    <a:pt x="14960" y="13011"/>
                    <a:pt x="15070" y="12342"/>
                    <a:pt x="15070" y="11631"/>
                  </a:cubicBezTo>
                  <a:cubicBezTo>
                    <a:pt x="15070" y="10917"/>
                    <a:pt x="14960" y="10250"/>
                    <a:pt x="14737" y="9625"/>
                  </a:cubicBezTo>
                  <a:cubicBezTo>
                    <a:pt x="14515" y="9002"/>
                    <a:pt x="14211" y="8461"/>
                    <a:pt x="13824" y="8003"/>
                  </a:cubicBezTo>
                  <a:cubicBezTo>
                    <a:pt x="13435" y="7542"/>
                    <a:pt x="12982" y="7178"/>
                    <a:pt x="12463" y="6914"/>
                  </a:cubicBezTo>
                  <a:cubicBezTo>
                    <a:pt x="11944" y="6646"/>
                    <a:pt x="11391" y="6511"/>
                    <a:pt x="10806" y="6511"/>
                  </a:cubicBezTo>
                  <a:cubicBezTo>
                    <a:pt x="10211" y="6511"/>
                    <a:pt x="9655" y="6646"/>
                    <a:pt x="9134" y="6914"/>
                  </a:cubicBezTo>
                  <a:cubicBezTo>
                    <a:pt x="8617" y="7178"/>
                    <a:pt x="8162" y="7542"/>
                    <a:pt x="7775" y="8003"/>
                  </a:cubicBezTo>
                  <a:cubicBezTo>
                    <a:pt x="7388" y="8461"/>
                    <a:pt x="7084" y="9002"/>
                    <a:pt x="6862" y="9625"/>
                  </a:cubicBezTo>
                  <a:cubicBezTo>
                    <a:pt x="6639" y="10250"/>
                    <a:pt x="6529" y="10917"/>
                    <a:pt x="6529" y="11631"/>
                  </a:cubicBezTo>
                  <a:moveTo>
                    <a:pt x="13724" y="11631"/>
                  </a:moveTo>
                  <a:cubicBezTo>
                    <a:pt x="13724" y="12109"/>
                    <a:pt x="13648" y="12565"/>
                    <a:pt x="13501" y="12999"/>
                  </a:cubicBezTo>
                  <a:cubicBezTo>
                    <a:pt x="13352" y="13434"/>
                    <a:pt x="13146" y="13813"/>
                    <a:pt x="12879" y="14127"/>
                  </a:cubicBezTo>
                  <a:cubicBezTo>
                    <a:pt x="12612" y="14439"/>
                    <a:pt x="12301" y="14688"/>
                    <a:pt x="11942" y="14870"/>
                  </a:cubicBezTo>
                  <a:cubicBezTo>
                    <a:pt x="11582" y="15052"/>
                    <a:pt x="11205" y="15144"/>
                    <a:pt x="10806" y="15144"/>
                  </a:cubicBezTo>
                  <a:cubicBezTo>
                    <a:pt x="10407" y="15144"/>
                    <a:pt x="10025" y="15052"/>
                    <a:pt x="9662" y="14870"/>
                  </a:cubicBezTo>
                  <a:cubicBezTo>
                    <a:pt x="9300" y="14688"/>
                    <a:pt x="8987" y="14439"/>
                    <a:pt x="8725" y="14127"/>
                  </a:cubicBezTo>
                  <a:cubicBezTo>
                    <a:pt x="8463" y="13813"/>
                    <a:pt x="8257" y="13440"/>
                    <a:pt x="8103" y="13008"/>
                  </a:cubicBezTo>
                  <a:cubicBezTo>
                    <a:pt x="7951" y="12579"/>
                    <a:pt x="7875" y="12118"/>
                    <a:pt x="7875" y="11631"/>
                  </a:cubicBezTo>
                  <a:cubicBezTo>
                    <a:pt x="7875" y="11152"/>
                    <a:pt x="7951" y="10700"/>
                    <a:pt x="8103" y="10265"/>
                  </a:cubicBezTo>
                  <a:cubicBezTo>
                    <a:pt x="8257" y="9836"/>
                    <a:pt x="8463" y="9460"/>
                    <a:pt x="8725" y="9140"/>
                  </a:cubicBezTo>
                  <a:cubicBezTo>
                    <a:pt x="8987" y="8823"/>
                    <a:pt x="9298" y="8576"/>
                    <a:pt x="9657" y="8394"/>
                  </a:cubicBezTo>
                  <a:cubicBezTo>
                    <a:pt x="10015" y="8218"/>
                    <a:pt x="10399" y="8130"/>
                    <a:pt x="10806" y="8130"/>
                  </a:cubicBezTo>
                  <a:cubicBezTo>
                    <a:pt x="11205" y="8130"/>
                    <a:pt x="11582" y="8218"/>
                    <a:pt x="11942" y="8394"/>
                  </a:cubicBezTo>
                  <a:cubicBezTo>
                    <a:pt x="12301" y="8576"/>
                    <a:pt x="12612" y="8823"/>
                    <a:pt x="12879" y="9140"/>
                  </a:cubicBezTo>
                  <a:cubicBezTo>
                    <a:pt x="13146" y="9460"/>
                    <a:pt x="13352" y="9836"/>
                    <a:pt x="13501" y="10265"/>
                  </a:cubicBezTo>
                  <a:cubicBezTo>
                    <a:pt x="13648" y="10700"/>
                    <a:pt x="13724" y="11152"/>
                    <a:pt x="13724" y="11631"/>
                  </a:cubicBezTo>
                  <a:moveTo>
                    <a:pt x="9692" y="11631"/>
                  </a:moveTo>
                  <a:cubicBezTo>
                    <a:pt x="9692" y="11246"/>
                    <a:pt x="9799" y="10929"/>
                    <a:pt x="10020" y="10682"/>
                  </a:cubicBezTo>
                  <a:cubicBezTo>
                    <a:pt x="10238" y="10432"/>
                    <a:pt x="10500" y="10309"/>
                    <a:pt x="10806" y="10309"/>
                  </a:cubicBezTo>
                  <a:lnTo>
                    <a:pt x="10806" y="10280"/>
                  </a:lnTo>
                  <a:cubicBezTo>
                    <a:pt x="10945" y="10280"/>
                    <a:pt x="11065" y="10224"/>
                    <a:pt x="11163" y="10109"/>
                  </a:cubicBezTo>
                  <a:cubicBezTo>
                    <a:pt x="11261" y="9998"/>
                    <a:pt x="11310" y="9862"/>
                    <a:pt x="11310" y="9704"/>
                  </a:cubicBezTo>
                  <a:cubicBezTo>
                    <a:pt x="11310" y="9533"/>
                    <a:pt x="11261" y="9392"/>
                    <a:pt x="11163" y="9275"/>
                  </a:cubicBezTo>
                  <a:cubicBezTo>
                    <a:pt x="11065" y="9157"/>
                    <a:pt x="10945" y="9096"/>
                    <a:pt x="10806" y="9096"/>
                  </a:cubicBezTo>
                  <a:cubicBezTo>
                    <a:pt x="10228" y="9096"/>
                    <a:pt x="9733" y="9348"/>
                    <a:pt x="9322" y="9848"/>
                  </a:cubicBezTo>
                  <a:cubicBezTo>
                    <a:pt x="8913" y="10350"/>
                    <a:pt x="8708" y="10943"/>
                    <a:pt x="8708" y="11628"/>
                  </a:cubicBezTo>
                  <a:cubicBezTo>
                    <a:pt x="8708" y="11777"/>
                    <a:pt x="8757" y="11913"/>
                    <a:pt x="8854" y="12027"/>
                  </a:cubicBezTo>
                  <a:cubicBezTo>
                    <a:pt x="8952" y="12147"/>
                    <a:pt x="9063" y="12206"/>
                    <a:pt x="9187" y="12206"/>
                  </a:cubicBezTo>
                  <a:cubicBezTo>
                    <a:pt x="9329" y="12206"/>
                    <a:pt x="9447" y="12148"/>
                    <a:pt x="9545" y="12027"/>
                  </a:cubicBezTo>
                  <a:cubicBezTo>
                    <a:pt x="9643" y="11916"/>
                    <a:pt x="9692" y="11780"/>
                    <a:pt x="9692" y="11631"/>
                  </a:cubicBezTo>
                </a:path>
              </a:pathLst>
            </a:custGeom>
            <a:solidFill>
              <a:sysClr val="window" lastClr="FFFFFF"/>
            </a:solidFill>
            <a:ln>
              <a:noFill/>
            </a:ln>
            <a:effectLst/>
          </p:spPr>
          <p:txBody>
            <a:bodyPr lIns="19048" tIns="19048" rIns="19048" bIns="19048" anchor="ctr"/>
            <a:lstStyle/>
            <a:p>
              <a:pPr defTabSz="170815">
                <a:defRPr/>
              </a:pPr>
              <a:endParaRPr lang="es-ES" sz="1100" kern="0">
                <a:solidFill>
                  <a:srgbClr val="44CEB9"/>
                </a:solidFill>
                <a:effectLst>
                  <a:outerShdw blurRad="38100" dist="38100" dir="2700000" algn="tl">
                    <a:srgbClr val="000000"/>
                  </a:outerShdw>
                </a:effectLst>
                <a:latin typeface="Arial" panose="020B0604020202020204" pitchFamily="34" charset="0"/>
                <a:ea typeface="微软雅黑" panose="020B0503020204020204" charset="-122"/>
                <a:cs typeface="Gill Sans" pitchFamily="2" charset="0"/>
                <a:sym typeface="Arial" panose="020B0604020202020204" pitchFamily="34" charset="0"/>
              </a:endParaRPr>
            </a:p>
          </p:txBody>
        </p:sp>
        <p:sp>
          <p:nvSpPr>
            <p:cNvPr id="13" name="Freeform 82"/>
            <p:cNvSpPr>
              <a:spLocks noChangeArrowheads="1"/>
            </p:cNvSpPr>
            <p:nvPr/>
          </p:nvSpPr>
          <p:spPr bwMode="auto">
            <a:xfrm>
              <a:off x="7149" y="4226"/>
              <a:ext cx="1226" cy="996"/>
            </a:xfrm>
            <a:custGeom>
              <a:avLst/>
              <a:gdLst>
                <a:gd name="T0" fmla="*/ 443 w 497"/>
                <a:gd name="T1" fmla="*/ 0 h 444"/>
                <a:gd name="T2" fmla="*/ 443 w 497"/>
                <a:gd name="T3" fmla="*/ 0 h 444"/>
                <a:gd name="T4" fmla="*/ 53 w 497"/>
                <a:gd name="T5" fmla="*/ 0 h 444"/>
                <a:gd name="T6" fmla="*/ 0 w 497"/>
                <a:gd name="T7" fmla="*/ 53 h 444"/>
                <a:gd name="T8" fmla="*/ 0 w 497"/>
                <a:gd name="T9" fmla="*/ 345 h 444"/>
                <a:gd name="T10" fmla="*/ 53 w 497"/>
                <a:gd name="T11" fmla="*/ 399 h 444"/>
                <a:gd name="T12" fmla="*/ 151 w 497"/>
                <a:gd name="T13" fmla="*/ 399 h 444"/>
                <a:gd name="T14" fmla="*/ 151 w 497"/>
                <a:gd name="T15" fmla="*/ 345 h 444"/>
                <a:gd name="T16" fmla="*/ 44 w 497"/>
                <a:gd name="T17" fmla="*/ 345 h 444"/>
                <a:gd name="T18" fmla="*/ 44 w 497"/>
                <a:gd name="T19" fmla="*/ 124 h 444"/>
                <a:gd name="T20" fmla="*/ 443 w 497"/>
                <a:gd name="T21" fmla="*/ 124 h 444"/>
                <a:gd name="T22" fmla="*/ 443 w 497"/>
                <a:gd name="T23" fmla="*/ 345 h 444"/>
                <a:gd name="T24" fmla="*/ 345 w 497"/>
                <a:gd name="T25" fmla="*/ 345 h 444"/>
                <a:gd name="T26" fmla="*/ 345 w 497"/>
                <a:gd name="T27" fmla="*/ 399 h 444"/>
                <a:gd name="T28" fmla="*/ 443 w 497"/>
                <a:gd name="T29" fmla="*/ 399 h 444"/>
                <a:gd name="T30" fmla="*/ 496 w 497"/>
                <a:gd name="T31" fmla="*/ 345 h 444"/>
                <a:gd name="T32" fmla="*/ 496 w 497"/>
                <a:gd name="T33" fmla="*/ 53 h 444"/>
                <a:gd name="T34" fmla="*/ 443 w 497"/>
                <a:gd name="T35" fmla="*/ 0 h 444"/>
                <a:gd name="T36" fmla="*/ 62 w 497"/>
                <a:gd name="T37" fmla="*/ 80 h 444"/>
                <a:gd name="T38" fmla="*/ 62 w 497"/>
                <a:gd name="T39" fmla="*/ 80 h 444"/>
                <a:gd name="T40" fmla="*/ 44 w 497"/>
                <a:gd name="T41" fmla="*/ 62 h 444"/>
                <a:gd name="T42" fmla="*/ 62 w 497"/>
                <a:gd name="T43" fmla="*/ 45 h 444"/>
                <a:gd name="T44" fmla="*/ 79 w 497"/>
                <a:gd name="T45" fmla="*/ 62 h 444"/>
                <a:gd name="T46" fmla="*/ 62 w 497"/>
                <a:gd name="T47" fmla="*/ 80 h 444"/>
                <a:gd name="T48" fmla="*/ 116 w 497"/>
                <a:gd name="T49" fmla="*/ 80 h 444"/>
                <a:gd name="T50" fmla="*/ 116 w 497"/>
                <a:gd name="T51" fmla="*/ 80 h 444"/>
                <a:gd name="T52" fmla="*/ 97 w 497"/>
                <a:gd name="T53" fmla="*/ 62 h 444"/>
                <a:gd name="T54" fmla="*/ 116 w 497"/>
                <a:gd name="T55" fmla="*/ 45 h 444"/>
                <a:gd name="T56" fmla="*/ 132 w 497"/>
                <a:gd name="T57" fmla="*/ 62 h 444"/>
                <a:gd name="T58" fmla="*/ 116 w 497"/>
                <a:gd name="T59" fmla="*/ 80 h 444"/>
                <a:gd name="T60" fmla="*/ 443 w 497"/>
                <a:gd name="T61" fmla="*/ 80 h 444"/>
                <a:gd name="T62" fmla="*/ 443 w 497"/>
                <a:gd name="T63" fmla="*/ 80 h 444"/>
                <a:gd name="T64" fmla="*/ 151 w 497"/>
                <a:gd name="T65" fmla="*/ 80 h 444"/>
                <a:gd name="T66" fmla="*/ 151 w 497"/>
                <a:gd name="T67" fmla="*/ 53 h 444"/>
                <a:gd name="T68" fmla="*/ 443 w 497"/>
                <a:gd name="T69" fmla="*/ 53 h 444"/>
                <a:gd name="T70" fmla="*/ 443 w 497"/>
                <a:gd name="T71" fmla="*/ 80 h 444"/>
                <a:gd name="T72" fmla="*/ 248 w 497"/>
                <a:gd name="T73" fmla="*/ 177 h 444"/>
                <a:gd name="T74" fmla="*/ 248 w 497"/>
                <a:gd name="T75" fmla="*/ 177 h 444"/>
                <a:gd name="T76" fmla="*/ 124 w 497"/>
                <a:gd name="T77" fmla="*/ 301 h 444"/>
                <a:gd name="T78" fmla="*/ 204 w 497"/>
                <a:gd name="T79" fmla="*/ 301 h 444"/>
                <a:gd name="T80" fmla="*/ 204 w 497"/>
                <a:gd name="T81" fmla="*/ 443 h 444"/>
                <a:gd name="T82" fmla="*/ 292 w 497"/>
                <a:gd name="T83" fmla="*/ 443 h 444"/>
                <a:gd name="T84" fmla="*/ 292 w 497"/>
                <a:gd name="T85" fmla="*/ 301 h 444"/>
                <a:gd name="T86" fmla="*/ 363 w 497"/>
                <a:gd name="T87" fmla="*/ 301 h 444"/>
                <a:gd name="T88" fmla="*/ 248 w 497"/>
                <a:gd name="T89" fmla="*/ 177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7" h="444">
                  <a:moveTo>
                    <a:pt x="443" y="0"/>
                  </a:moveTo>
                  <a:lnTo>
                    <a:pt x="443" y="0"/>
                  </a:lnTo>
                  <a:cubicBezTo>
                    <a:pt x="53" y="0"/>
                    <a:pt x="53" y="0"/>
                    <a:pt x="53" y="0"/>
                  </a:cubicBezTo>
                  <a:cubicBezTo>
                    <a:pt x="17" y="0"/>
                    <a:pt x="0" y="26"/>
                    <a:pt x="0" y="53"/>
                  </a:cubicBezTo>
                  <a:cubicBezTo>
                    <a:pt x="0" y="345"/>
                    <a:pt x="0" y="345"/>
                    <a:pt x="0" y="345"/>
                  </a:cubicBezTo>
                  <a:cubicBezTo>
                    <a:pt x="0" y="373"/>
                    <a:pt x="17" y="399"/>
                    <a:pt x="53" y="399"/>
                  </a:cubicBezTo>
                  <a:cubicBezTo>
                    <a:pt x="151" y="399"/>
                    <a:pt x="151" y="399"/>
                    <a:pt x="151" y="399"/>
                  </a:cubicBezTo>
                  <a:cubicBezTo>
                    <a:pt x="151" y="345"/>
                    <a:pt x="151" y="345"/>
                    <a:pt x="151" y="345"/>
                  </a:cubicBezTo>
                  <a:cubicBezTo>
                    <a:pt x="44" y="345"/>
                    <a:pt x="44" y="345"/>
                    <a:pt x="44" y="345"/>
                  </a:cubicBezTo>
                  <a:cubicBezTo>
                    <a:pt x="44" y="124"/>
                    <a:pt x="44" y="124"/>
                    <a:pt x="44" y="124"/>
                  </a:cubicBezTo>
                  <a:cubicBezTo>
                    <a:pt x="443" y="124"/>
                    <a:pt x="443" y="124"/>
                    <a:pt x="443" y="124"/>
                  </a:cubicBezTo>
                  <a:cubicBezTo>
                    <a:pt x="443" y="345"/>
                    <a:pt x="443" y="345"/>
                    <a:pt x="443" y="345"/>
                  </a:cubicBezTo>
                  <a:cubicBezTo>
                    <a:pt x="345" y="345"/>
                    <a:pt x="345" y="345"/>
                    <a:pt x="345" y="345"/>
                  </a:cubicBezTo>
                  <a:cubicBezTo>
                    <a:pt x="345" y="399"/>
                    <a:pt x="345" y="399"/>
                    <a:pt x="345" y="399"/>
                  </a:cubicBezTo>
                  <a:cubicBezTo>
                    <a:pt x="443" y="399"/>
                    <a:pt x="443" y="399"/>
                    <a:pt x="443" y="399"/>
                  </a:cubicBezTo>
                  <a:cubicBezTo>
                    <a:pt x="470" y="399"/>
                    <a:pt x="496" y="373"/>
                    <a:pt x="496" y="345"/>
                  </a:cubicBezTo>
                  <a:cubicBezTo>
                    <a:pt x="496" y="53"/>
                    <a:pt x="496" y="53"/>
                    <a:pt x="496" y="53"/>
                  </a:cubicBezTo>
                  <a:cubicBezTo>
                    <a:pt x="496" y="26"/>
                    <a:pt x="470" y="0"/>
                    <a:pt x="443" y="0"/>
                  </a:cubicBezTo>
                  <a:close/>
                  <a:moveTo>
                    <a:pt x="62" y="80"/>
                  </a:moveTo>
                  <a:lnTo>
                    <a:pt x="62" y="80"/>
                  </a:lnTo>
                  <a:cubicBezTo>
                    <a:pt x="53" y="80"/>
                    <a:pt x="44" y="71"/>
                    <a:pt x="44" y="62"/>
                  </a:cubicBezTo>
                  <a:cubicBezTo>
                    <a:pt x="44" y="53"/>
                    <a:pt x="53" y="45"/>
                    <a:pt x="62" y="45"/>
                  </a:cubicBezTo>
                  <a:cubicBezTo>
                    <a:pt x="71" y="45"/>
                    <a:pt x="79" y="53"/>
                    <a:pt x="79" y="62"/>
                  </a:cubicBezTo>
                  <a:cubicBezTo>
                    <a:pt x="79" y="71"/>
                    <a:pt x="71" y="80"/>
                    <a:pt x="62" y="80"/>
                  </a:cubicBezTo>
                  <a:close/>
                  <a:moveTo>
                    <a:pt x="116" y="80"/>
                  </a:moveTo>
                  <a:lnTo>
                    <a:pt x="116" y="80"/>
                  </a:lnTo>
                  <a:cubicBezTo>
                    <a:pt x="107" y="80"/>
                    <a:pt x="97" y="71"/>
                    <a:pt x="97" y="62"/>
                  </a:cubicBezTo>
                  <a:cubicBezTo>
                    <a:pt x="97" y="53"/>
                    <a:pt x="107" y="45"/>
                    <a:pt x="116" y="45"/>
                  </a:cubicBezTo>
                  <a:cubicBezTo>
                    <a:pt x="124" y="45"/>
                    <a:pt x="132" y="53"/>
                    <a:pt x="132" y="62"/>
                  </a:cubicBezTo>
                  <a:cubicBezTo>
                    <a:pt x="132" y="71"/>
                    <a:pt x="124" y="80"/>
                    <a:pt x="116" y="80"/>
                  </a:cubicBezTo>
                  <a:close/>
                  <a:moveTo>
                    <a:pt x="443" y="80"/>
                  </a:moveTo>
                  <a:lnTo>
                    <a:pt x="443" y="80"/>
                  </a:lnTo>
                  <a:cubicBezTo>
                    <a:pt x="151" y="80"/>
                    <a:pt x="151" y="80"/>
                    <a:pt x="151" y="80"/>
                  </a:cubicBezTo>
                  <a:cubicBezTo>
                    <a:pt x="151" y="53"/>
                    <a:pt x="151" y="53"/>
                    <a:pt x="151" y="53"/>
                  </a:cubicBezTo>
                  <a:cubicBezTo>
                    <a:pt x="443" y="53"/>
                    <a:pt x="443" y="53"/>
                    <a:pt x="443" y="53"/>
                  </a:cubicBezTo>
                  <a:lnTo>
                    <a:pt x="443" y="80"/>
                  </a:lnTo>
                  <a:close/>
                  <a:moveTo>
                    <a:pt x="248" y="177"/>
                  </a:moveTo>
                  <a:lnTo>
                    <a:pt x="248" y="177"/>
                  </a:lnTo>
                  <a:cubicBezTo>
                    <a:pt x="124" y="301"/>
                    <a:pt x="124" y="301"/>
                    <a:pt x="124" y="301"/>
                  </a:cubicBezTo>
                  <a:cubicBezTo>
                    <a:pt x="204" y="301"/>
                    <a:pt x="204" y="301"/>
                    <a:pt x="204" y="301"/>
                  </a:cubicBezTo>
                  <a:cubicBezTo>
                    <a:pt x="204" y="443"/>
                    <a:pt x="204" y="443"/>
                    <a:pt x="204" y="443"/>
                  </a:cubicBezTo>
                  <a:cubicBezTo>
                    <a:pt x="292" y="443"/>
                    <a:pt x="292" y="443"/>
                    <a:pt x="292" y="443"/>
                  </a:cubicBezTo>
                  <a:cubicBezTo>
                    <a:pt x="292" y="301"/>
                    <a:pt x="292" y="301"/>
                    <a:pt x="292" y="301"/>
                  </a:cubicBezTo>
                  <a:cubicBezTo>
                    <a:pt x="363" y="301"/>
                    <a:pt x="363" y="301"/>
                    <a:pt x="363" y="301"/>
                  </a:cubicBezTo>
                  <a:lnTo>
                    <a:pt x="248" y="177"/>
                  </a:lnTo>
                  <a:close/>
                </a:path>
              </a:pathLst>
            </a:custGeom>
            <a:solidFill>
              <a:schemeClr val="tx1"/>
            </a:solidFill>
            <a:ln>
              <a:solidFill>
                <a:schemeClr val="tx1"/>
              </a:solidFill>
            </a:ln>
            <a:effectLst/>
          </p:spPr>
          <p:txBody>
            <a:bodyPr wrap="none" anchor="ctr"/>
            <a:lstStyle/>
            <a:p>
              <a:pPr defTabSz="608965">
                <a:defRPr/>
              </a:pPr>
              <a:endParaRPr lang="en-US" sz="2400" kern="0">
                <a:solidFill>
                  <a:prstClr val="black"/>
                </a:solidFill>
                <a:latin typeface="Arial" panose="020B0604020202020204" pitchFamily="34" charset="0"/>
                <a:ea typeface="微软雅黑" panose="020B0503020204020204" charset="-122"/>
                <a:sym typeface="Arial" panose="020B0604020202020204" pitchFamily="34" charset="0"/>
              </a:endParaRPr>
            </a:p>
          </p:txBody>
        </p:sp>
        <p:sp>
          <p:nvSpPr>
            <p:cNvPr id="14" name="Freeform 102"/>
            <p:cNvSpPr>
              <a:spLocks noChangeArrowheads="1"/>
            </p:cNvSpPr>
            <p:nvPr/>
          </p:nvSpPr>
          <p:spPr bwMode="auto">
            <a:xfrm>
              <a:off x="10550" y="4161"/>
              <a:ext cx="1224" cy="1094"/>
            </a:xfrm>
            <a:custGeom>
              <a:avLst/>
              <a:gdLst>
                <a:gd name="T0" fmla="*/ 80 w 498"/>
                <a:gd name="T1" fmla="*/ 151 h 445"/>
                <a:gd name="T2" fmla="*/ 80 w 498"/>
                <a:gd name="T3" fmla="*/ 151 h 445"/>
                <a:gd name="T4" fmla="*/ 142 w 498"/>
                <a:gd name="T5" fmla="*/ 169 h 445"/>
                <a:gd name="T6" fmla="*/ 151 w 498"/>
                <a:gd name="T7" fmla="*/ 169 h 445"/>
                <a:gd name="T8" fmla="*/ 195 w 498"/>
                <a:gd name="T9" fmla="*/ 134 h 445"/>
                <a:gd name="T10" fmla="*/ 195 w 498"/>
                <a:gd name="T11" fmla="*/ 125 h 445"/>
                <a:gd name="T12" fmla="*/ 178 w 498"/>
                <a:gd name="T13" fmla="*/ 107 h 445"/>
                <a:gd name="T14" fmla="*/ 275 w 498"/>
                <a:gd name="T15" fmla="*/ 10 h 445"/>
                <a:gd name="T16" fmla="*/ 195 w 498"/>
                <a:gd name="T17" fmla="*/ 0 h 445"/>
                <a:gd name="T18" fmla="*/ 107 w 498"/>
                <a:gd name="T19" fmla="*/ 54 h 445"/>
                <a:gd name="T20" fmla="*/ 72 w 498"/>
                <a:gd name="T21" fmla="*/ 81 h 445"/>
                <a:gd name="T22" fmla="*/ 53 w 498"/>
                <a:gd name="T23" fmla="*/ 116 h 445"/>
                <a:gd name="T24" fmla="*/ 18 w 498"/>
                <a:gd name="T25" fmla="*/ 125 h 445"/>
                <a:gd name="T26" fmla="*/ 0 w 498"/>
                <a:gd name="T27" fmla="*/ 143 h 445"/>
                <a:gd name="T28" fmla="*/ 0 w 498"/>
                <a:gd name="T29" fmla="*/ 151 h 445"/>
                <a:gd name="T30" fmla="*/ 36 w 498"/>
                <a:gd name="T31" fmla="*/ 187 h 445"/>
                <a:gd name="T32" fmla="*/ 53 w 498"/>
                <a:gd name="T33" fmla="*/ 196 h 445"/>
                <a:gd name="T34" fmla="*/ 72 w 498"/>
                <a:gd name="T35" fmla="*/ 178 h 445"/>
                <a:gd name="T36" fmla="*/ 80 w 498"/>
                <a:gd name="T37" fmla="*/ 151 h 445"/>
                <a:gd name="T38" fmla="*/ 222 w 498"/>
                <a:gd name="T39" fmla="*/ 160 h 445"/>
                <a:gd name="T40" fmla="*/ 222 w 498"/>
                <a:gd name="T41" fmla="*/ 160 h 445"/>
                <a:gd name="T42" fmla="*/ 213 w 498"/>
                <a:gd name="T43" fmla="*/ 160 h 445"/>
                <a:gd name="T44" fmla="*/ 178 w 498"/>
                <a:gd name="T45" fmla="*/ 187 h 445"/>
                <a:gd name="T46" fmla="*/ 169 w 498"/>
                <a:gd name="T47" fmla="*/ 204 h 445"/>
                <a:gd name="T48" fmla="*/ 381 w 498"/>
                <a:gd name="T49" fmla="*/ 435 h 445"/>
                <a:gd name="T50" fmla="*/ 399 w 498"/>
                <a:gd name="T51" fmla="*/ 435 h 445"/>
                <a:gd name="T52" fmla="*/ 426 w 498"/>
                <a:gd name="T53" fmla="*/ 417 h 445"/>
                <a:gd name="T54" fmla="*/ 426 w 498"/>
                <a:gd name="T55" fmla="*/ 400 h 445"/>
                <a:gd name="T56" fmla="*/ 222 w 498"/>
                <a:gd name="T57" fmla="*/ 160 h 445"/>
                <a:gd name="T58" fmla="*/ 497 w 498"/>
                <a:gd name="T59" fmla="*/ 63 h 445"/>
                <a:gd name="T60" fmla="*/ 497 w 498"/>
                <a:gd name="T61" fmla="*/ 63 h 445"/>
                <a:gd name="T62" fmla="*/ 479 w 498"/>
                <a:gd name="T63" fmla="*/ 54 h 445"/>
                <a:gd name="T64" fmla="*/ 461 w 498"/>
                <a:gd name="T65" fmla="*/ 89 h 445"/>
                <a:gd name="T66" fmla="*/ 408 w 498"/>
                <a:gd name="T67" fmla="*/ 107 h 445"/>
                <a:gd name="T68" fmla="*/ 399 w 498"/>
                <a:gd name="T69" fmla="*/ 63 h 445"/>
                <a:gd name="T70" fmla="*/ 417 w 498"/>
                <a:gd name="T71" fmla="*/ 19 h 445"/>
                <a:gd name="T72" fmla="*/ 408 w 498"/>
                <a:gd name="T73" fmla="*/ 10 h 445"/>
                <a:gd name="T74" fmla="*/ 337 w 498"/>
                <a:gd name="T75" fmla="*/ 72 h 445"/>
                <a:gd name="T76" fmla="*/ 319 w 498"/>
                <a:gd name="T77" fmla="*/ 151 h 445"/>
                <a:gd name="T78" fmla="*/ 284 w 498"/>
                <a:gd name="T79" fmla="*/ 187 h 445"/>
                <a:gd name="T80" fmla="*/ 319 w 498"/>
                <a:gd name="T81" fmla="*/ 231 h 445"/>
                <a:gd name="T82" fmla="*/ 364 w 498"/>
                <a:gd name="T83" fmla="*/ 187 h 445"/>
                <a:gd name="T84" fmla="*/ 408 w 498"/>
                <a:gd name="T85" fmla="*/ 178 h 445"/>
                <a:gd name="T86" fmla="*/ 488 w 498"/>
                <a:gd name="T87" fmla="*/ 143 h 445"/>
                <a:gd name="T88" fmla="*/ 497 w 498"/>
                <a:gd name="T89" fmla="*/ 63 h 445"/>
                <a:gd name="T90" fmla="*/ 72 w 498"/>
                <a:gd name="T91" fmla="*/ 400 h 445"/>
                <a:gd name="T92" fmla="*/ 72 w 498"/>
                <a:gd name="T93" fmla="*/ 400 h 445"/>
                <a:gd name="T94" fmla="*/ 72 w 498"/>
                <a:gd name="T95" fmla="*/ 417 h 445"/>
                <a:gd name="T96" fmla="*/ 89 w 498"/>
                <a:gd name="T97" fmla="*/ 444 h 445"/>
                <a:gd name="T98" fmla="*/ 107 w 498"/>
                <a:gd name="T99" fmla="*/ 435 h 445"/>
                <a:gd name="T100" fmla="*/ 231 w 498"/>
                <a:gd name="T101" fmla="*/ 320 h 445"/>
                <a:gd name="T102" fmla="*/ 195 w 498"/>
                <a:gd name="T103" fmla="*/ 275 h 445"/>
                <a:gd name="T104" fmla="*/ 72 w 498"/>
                <a:gd name="T105" fmla="*/ 40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8" h="445">
                  <a:moveTo>
                    <a:pt x="80" y="151"/>
                  </a:moveTo>
                  <a:lnTo>
                    <a:pt x="80" y="151"/>
                  </a:lnTo>
                  <a:cubicBezTo>
                    <a:pt x="97" y="134"/>
                    <a:pt x="116" y="143"/>
                    <a:pt x="142" y="169"/>
                  </a:cubicBezTo>
                  <a:cubicBezTo>
                    <a:pt x="151" y="178"/>
                    <a:pt x="151" y="169"/>
                    <a:pt x="151" y="169"/>
                  </a:cubicBezTo>
                  <a:cubicBezTo>
                    <a:pt x="160" y="169"/>
                    <a:pt x="186" y="134"/>
                    <a:pt x="195" y="134"/>
                  </a:cubicBezTo>
                  <a:cubicBezTo>
                    <a:pt x="195" y="134"/>
                    <a:pt x="195" y="134"/>
                    <a:pt x="195" y="125"/>
                  </a:cubicBezTo>
                  <a:cubicBezTo>
                    <a:pt x="186" y="125"/>
                    <a:pt x="178" y="116"/>
                    <a:pt x="178" y="107"/>
                  </a:cubicBezTo>
                  <a:cubicBezTo>
                    <a:pt x="133" y="45"/>
                    <a:pt x="301" y="10"/>
                    <a:pt x="275" y="10"/>
                  </a:cubicBezTo>
                  <a:cubicBezTo>
                    <a:pt x="257" y="0"/>
                    <a:pt x="204" y="0"/>
                    <a:pt x="195" y="0"/>
                  </a:cubicBezTo>
                  <a:cubicBezTo>
                    <a:pt x="169" y="10"/>
                    <a:pt x="125" y="36"/>
                    <a:pt x="107" y="54"/>
                  </a:cubicBezTo>
                  <a:cubicBezTo>
                    <a:pt x="80" y="72"/>
                    <a:pt x="72" y="81"/>
                    <a:pt x="72" y="81"/>
                  </a:cubicBezTo>
                  <a:cubicBezTo>
                    <a:pt x="62" y="89"/>
                    <a:pt x="72" y="107"/>
                    <a:pt x="53" y="116"/>
                  </a:cubicBezTo>
                  <a:cubicBezTo>
                    <a:pt x="36" y="125"/>
                    <a:pt x="27" y="116"/>
                    <a:pt x="18" y="125"/>
                  </a:cubicBezTo>
                  <a:cubicBezTo>
                    <a:pt x="18" y="134"/>
                    <a:pt x="9" y="134"/>
                    <a:pt x="0" y="143"/>
                  </a:cubicBezTo>
                  <a:lnTo>
                    <a:pt x="0" y="151"/>
                  </a:lnTo>
                  <a:lnTo>
                    <a:pt x="36" y="187"/>
                  </a:lnTo>
                  <a:cubicBezTo>
                    <a:pt x="36" y="196"/>
                    <a:pt x="44" y="196"/>
                    <a:pt x="53" y="196"/>
                  </a:cubicBezTo>
                  <a:cubicBezTo>
                    <a:pt x="53" y="187"/>
                    <a:pt x="62" y="178"/>
                    <a:pt x="72" y="178"/>
                  </a:cubicBezTo>
                  <a:cubicBezTo>
                    <a:pt x="72" y="178"/>
                    <a:pt x="72" y="151"/>
                    <a:pt x="80" y="151"/>
                  </a:cubicBezTo>
                  <a:close/>
                  <a:moveTo>
                    <a:pt x="222" y="160"/>
                  </a:moveTo>
                  <a:lnTo>
                    <a:pt x="222" y="160"/>
                  </a:lnTo>
                  <a:cubicBezTo>
                    <a:pt x="213" y="160"/>
                    <a:pt x="213" y="160"/>
                    <a:pt x="213" y="160"/>
                  </a:cubicBezTo>
                  <a:cubicBezTo>
                    <a:pt x="178" y="187"/>
                    <a:pt x="178" y="187"/>
                    <a:pt x="178" y="187"/>
                  </a:cubicBezTo>
                  <a:cubicBezTo>
                    <a:pt x="169" y="196"/>
                    <a:pt x="169" y="196"/>
                    <a:pt x="169" y="204"/>
                  </a:cubicBezTo>
                  <a:cubicBezTo>
                    <a:pt x="381" y="435"/>
                    <a:pt x="381" y="435"/>
                    <a:pt x="381" y="435"/>
                  </a:cubicBezTo>
                  <a:cubicBezTo>
                    <a:pt x="381" y="444"/>
                    <a:pt x="391" y="444"/>
                    <a:pt x="399" y="435"/>
                  </a:cubicBezTo>
                  <a:cubicBezTo>
                    <a:pt x="426" y="417"/>
                    <a:pt x="426" y="417"/>
                    <a:pt x="426" y="417"/>
                  </a:cubicBezTo>
                  <a:cubicBezTo>
                    <a:pt x="426" y="408"/>
                    <a:pt x="426" y="400"/>
                    <a:pt x="426" y="400"/>
                  </a:cubicBezTo>
                  <a:lnTo>
                    <a:pt x="222" y="160"/>
                  </a:lnTo>
                  <a:close/>
                  <a:moveTo>
                    <a:pt x="497" y="63"/>
                  </a:moveTo>
                  <a:lnTo>
                    <a:pt x="497" y="63"/>
                  </a:lnTo>
                  <a:cubicBezTo>
                    <a:pt x="488" y="45"/>
                    <a:pt x="488" y="54"/>
                    <a:pt x="479" y="54"/>
                  </a:cubicBezTo>
                  <a:cubicBezTo>
                    <a:pt x="479" y="63"/>
                    <a:pt x="461" y="81"/>
                    <a:pt x="461" y="89"/>
                  </a:cubicBezTo>
                  <a:cubicBezTo>
                    <a:pt x="452" y="107"/>
                    <a:pt x="435" y="125"/>
                    <a:pt x="408" y="107"/>
                  </a:cubicBezTo>
                  <a:cubicBezTo>
                    <a:pt x="381" y="81"/>
                    <a:pt x="391" y="72"/>
                    <a:pt x="399" y="63"/>
                  </a:cubicBezTo>
                  <a:cubicBezTo>
                    <a:pt x="399" y="54"/>
                    <a:pt x="417" y="28"/>
                    <a:pt x="417" y="19"/>
                  </a:cubicBezTo>
                  <a:cubicBezTo>
                    <a:pt x="426" y="19"/>
                    <a:pt x="417" y="10"/>
                    <a:pt x="408" y="10"/>
                  </a:cubicBezTo>
                  <a:cubicBezTo>
                    <a:pt x="399" y="19"/>
                    <a:pt x="346" y="36"/>
                    <a:pt x="337" y="72"/>
                  </a:cubicBezTo>
                  <a:cubicBezTo>
                    <a:pt x="328" y="98"/>
                    <a:pt x="346" y="125"/>
                    <a:pt x="319" y="151"/>
                  </a:cubicBezTo>
                  <a:cubicBezTo>
                    <a:pt x="284" y="187"/>
                    <a:pt x="284" y="187"/>
                    <a:pt x="284" y="187"/>
                  </a:cubicBezTo>
                  <a:cubicBezTo>
                    <a:pt x="319" y="231"/>
                    <a:pt x="319" y="231"/>
                    <a:pt x="319" y="231"/>
                  </a:cubicBezTo>
                  <a:cubicBezTo>
                    <a:pt x="364" y="187"/>
                    <a:pt x="364" y="187"/>
                    <a:pt x="364" y="187"/>
                  </a:cubicBezTo>
                  <a:cubicBezTo>
                    <a:pt x="372" y="178"/>
                    <a:pt x="391" y="169"/>
                    <a:pt x="408" y="178"/>
                  </a:cubicBezTo>
                  <a:cubicBezTo>
                    <a:pt x="452" y="187"/>
                    <a:pt x="470" y="169"/>
                    <a:pt x="488" y="143"/>
                  </a:cubicBezTo>
                  <a:cubicBezTo>
                    <a:pt x="497" y="116"/>
                    <a:pt x="497" y="72"/>
                    <a:pt x="497" y="63"/>
                  </a:cubicBezTo>
                  <a:close/>
                  <a:moveTo>
                    <a:pt x="72" y="400"/>
                  </a:moveTo>
                  <a:lnTo>
                    <a:pt x="72" y="400"/>
                  </a:lnTo>
                  <a:cubicBezTo>
                    <a:pt x="62" y="408"/>
                    <a:pt x="62" y="417"/>
                    <a:pt x="72" y="417"/>
                  </a:cubicBezTo>
                  <a:cubicBezTo>
                    <a:pt x="89" y="444"/>
                    <a:pt x="89" y="444"/>
                    <a:pt x="89" y="444"/>
                  </a:cubicBezTo>
                  <a:cubicBezTo>
                    <a:pt x="97" y="444"/>
                    <a:pt x="107" y="444"/>
                    <a:pt x="107" y="435"/>
                  </a:cubicBezTo>
                  <a:cubicBezTo>
                    <a:pt x="231" y="320"/>
                    <a:pt x="231" y="320"/>
                    <a:pt x="231" y="320"/>
                  </a:cubicBezTo>
                  <a:cubicBezTo>
                    <a:pt x="195" y="275"/>
                    <a:pt x="195" y="275"/>
                    <a:pt x="195" y="275"/>
                  </a:cubicBezTo>
                  <a:lnTo>
                    <a:pt x="72" y="400"/>
                  </a:lnTo>
                  <a:close/>
                </a:path>
              </a:pathLst>
            </a:custGeom>
            <a:solidFill>
              <a:sysClr val="window" lastClr="FFFFFF"/>
            </a:solidFill>
            <a:ln>
              <a:noFill/>
            </a:ln>
            <a:effectLst/>
          </p:spPr>
          <p:txBody>
            <a:bodyPr wrap="none" anchor="ctr"/>
            <a:lstStyle/>
            <a:p>
              <a:pPr defTabSz="608965">
                <a:defRPr/>
              </a:pPr>
              <a:endParaRPr lang="en-US" sz="2400" kern="0">
                <a:solidFill>
                  <a:prstClr val="black"/>
                </a:solidFill>
                <a:latin typeface="Arial" panose="020B0604020202020204" pitchFamily="34" charset="0"/>
                <a:ea typeface="微软雅黑" panose="020B0503020204020204" charset="-122"/>
                <a:sym typeface="Arial" panose="020B0604020202020204" pitchFamily="34" charset="0"/>
              </a:endParaRPr>
            </a:p>
          </p:txBody>
        </p:sp>
        <p:sp>
          <p:nvSpPr>
            <p:cNvPr id="15" name="Freeform 116"/>
            <p:cNvSpPr>
              <a:spLocks noChangeArrowheads="1"/>
            </p:cNvSpPr>
            <p:nvPr/>
          </p:nvSpPr>
          <p:spPr bwMode="auto">
            <a:xfrm>
              <a:off x="14060" y="3997"/>
              <a:ext cx="1097" cy="1140"/>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tx1"/>
            </a:solidFill>
            <a:ln>
              <a:noFill/>
            </a:ln>
            <a:effectLst/>
          </p:spPr>
          <p:txBody>
            <a:bodyPr wrap="none" anchor="ctr"/>
            <a:lstStyle/>
            <a:p>
              <a:pPr defTabSz="608965">
                <a:defRPr/>
              </a:pPr>
              <a:endParaRPr lang="en-US" sz="2400" kern="0">
                <a:solidFill>
                  <a:prstClr val="black"/>
                </a:solidFill>
                <a:latin typeface="Arial" panose="020B0604020202020204" pitchFamily="34" charset="0"/>
                <a:ea typeface="微软雅黑" panose="020B0503020204020204" charset="-122"/>
                <a:sym typeface="Arial" panose="020B0604020202020204" pitchFamily="34" charset="0"/>
              </a:endParaRPr>
            </a:p>
          </p:txBody>
        </p:sp>
      </p:grpSp>
      <p:grpSp>
        <p:nvGrpSpPr>
          <p:cNvPr id="24" name="组合 23"/>
          <p:cNvGrpSpPr/>
          <p:nvPr/>
        </p:nvGrpSpPr>
        <p:grpSpPr>
          <a:xfrm>
            <a:off x="1497767" y="3738245"/>
            <a:ext cx="1955165" cy="1217719"/>
            <a:chOff x="886" y="7106"/>
            <a:chExt cx="3336" cy="2078"/>
          </a:xfrm>
        </p:grpSpPr>
        <p:grpSp>
          <p:nvGrpSpPr>
            <p:cNvPr id="25" name="组合 24"/>
            <p:cNvGrpSpPr/>
            <p:nvPr/>
          </p:nvGrpSpPr>
          <p:grpSpPr>
            <a:xfrm>
              <a:off x="886" y="7106"/>
              <a:ext cx="3336" cy="2078"/>
              <a:chOff x="1578" y="7359"/>
              <a:chExt cx="3336" cy="2078"/>
            </a:xfrm>
          </p:grpSpPr>
          <p:sp>
            <p:nvSpPr>
              <p:cNvPr id="28" name="矩形 27"/>
              <p:cNvSpPr/>
              <p:nvPr/>
            </p:nvSpPr>
            <p:spPr>
              <a:xfrm>
                <a:off x="1578" y="7721"/>
                <a:ext cx="3336" cy="1716"/>
              </a:xfrm>
              <a:prstGeom prst="rect">
                <a:avLst/>
              </a:prstGeom>
            </p:spPr>
            <p:txBody>
              <a:bodyPr wrap="square">
                <a:spAutoFit/>
              </a:bodyPr>
              <a:lstStyle/>
              <a:p>
                <a:pPr algn="ctr">
                  <a:spcAft>
                    <a:spcPts val="600"/>
                  </a:spcAft>
                </a:pPr>
                <a:r>
                  <a:rPr lang="en-US" altLang="zh-CN" sz="1000" dirty="0">
                    <a:solidFill>
                      <a:schemeClr val="bg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29" name="矩形 28"/>
              <p:cNvSpPr/>
              <p:nvPr/>
            </p:nvSpPr>
            <p:spPr>
              <a:xfrm>
                <a:off x="2239" y="7359"/>
                <a:ext cx="2014" cy="506"/>
              </a:xfrm>
              <a:prstGeom prst="rect">
                <a:avLst/>
              </a:prstGeom>
            </p:spPr>
            <p:txBody>
              <a:bodyPr wrap="square">
                <a:spAutoFit/>
              </a:bodyPr>
              <a:lstStyle/>
              <a:p>
                <a:pPr algn="ctr"/>
                <a:r>
                  <a:rPr lang="en-US" altLang="zh-CN" sz="1400" b="1" dirty="0">
                    <a:solidFill>
                      <a:schemeClr val="bg1"/>
                    </a:solidFill>
                    <a:latin typeface="+mn-lt"/>
                    <a:ea typeface="微软雅黑" panose="020B0503020204020204" charset="-122"/>
                    <a:cs typeface="Arial" panose="020B0604020202020204" pitchFamily="34" charset="0"/>
                  </a:rPr>
                  <a:t>Add Title</a:t>
                </a:r>
                <a:r>
                  <a:rPr lang="en-US" altLang="zh-CN" sz="1400" b="1" dirty="0">
                    <a:solidFill>
                      <a:schemeClr val="bg1">
                        <a:alpha val="92000"/>
                      </a:schemeClr>
                    </a:solidFill>
                    <a:latin typeface="+mn-lt"/>
                    <a:ea typeface="微软雅黑" panose="020B0503020204020204" charset="-122"/>
                    <a:cs typeface="Arial" panose="020B0604020202020204" pitchFamily="34" charset="0"/>
                  </a:rPr>
                  <a:t> </a:t>
                </a:r>
              </a:p>
            </p:txBody>
          </p:sp>
        </p:grpSp>
        <p:cxnSp>
          <p:nvCxnSpPr>
            <p:cNvPr id="26" name="直接连接符 25"/>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4028440" y="3800475"/>
            <a:ext cx="1955165" cy="1218201"/>
            <a:chOff x="1578" y="7359"/>
            <a:chExt cx="3336" cy="2079"/>
          </a:xfrm>
        </p:grpSpPr>
        <p:sp>
          <p:nvSpPr>
            <p:cNvPr id="19" name="矩形 18"/>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20" name="矩形 19"/>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22" name="组合 21"/>
          <p:cNvGrpSpPr/>
          <p:nvPr/>
        </p:nvGrpSpPr>
        <p:grpSpPr>
          <a:xfrm>
            <a:off x="6593007" y="3824605"/>
            <a:ext cx="1955165" cy="1217719"/>
            <a:chOff x="886" y="7106"/>
            <a:chExt cx="3336" cy="2078"/>
          </a:xfrm>
        </p:grpSpPr>
        <p:grpSp>
          <p:nvGrpSpPr>
            <p:cNvPr id="23" name="组合 22"/>
            <p:cNvGrpSpPr/>
            <p:nvPr/>
          </p:nvGrpSpPr>
          <p:grpSpPr>
            <a:xfrm>
              <a:off x="886" y="7106"/>
              <a:ext cx="3336" cy="2078"/>
              <a:chOff x="1578" y="7359"/>
              <a:chExt cx="3336" cy="2078"/>
            </a:xfrm>
          </p:grpSpPr>
          <p:sp>
            <p:nvSpPr>
              <p:cNvPr id="27" name="矩形 26"/>
              <p:cNvSpPr/>
              <p:nvPr/>
            </p:nvSpPr>
            <p:spPr>
              <a:xfrm>
                <a:off x="1578" y="7721"/>
                <a:ext cx="3336" cy="1716"/>
              </a:xfrm>
              <a:prstGeom prst="rect">
                <a:avLst/>
              </a:prstGeom>
            </p:spPr>
            <p:txBody>
              <a:bodyPr wrap="square">
                <a:spAutoFit/>
              </a:bodyPr>
              <a:lstStyle/>
              <a:p>
                <a:pPr algn="ctr">
                  <a:spcAft>
                    <a:spcPts val="600"/>
                  </a:spcAft>
                </a:pPr>
                <a:r>
                  <a:rPr lang="en-US" altLang="zh-CN" sz="1000" dirty="0">
                    <a:solidFill>
                      <a:schemeClr val="bg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bg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30" name="矩形 29"/>
              <p:cNvSpPr/>
              <p:nvPr/>
            </p:nvSpPr>
            <p:spPr>
              <a:xfrm>
                <a:off x="2239" y="7359"/>
                <a:ext cx="2014" cy="506"/>
              </a:xfrm>
              <a:prstGeom prst="rect">
                <a:avLst/>
              </a:prstGeom>
            </p:spPr>
            <p:txBody>
              <a:bodyPr wrap="square">
                <a:spAutoFit/>
              </a:bodyPr>
              <a:lstStyle/>
              <a:p>
                <a:pPr algn="ctr"/>
                <a:r>
                  <a:rPr lang="en-US" altLang="zh-CN" sz="1400" b="1" dirty="0">
                    <a:solidFill>
                      <a:schemeClr val="bg1"/>
                    </a:solidFill>
                    <a:latin typeface="+mn-lt"/>
                    <a:ea typeface="微软雅黑" panose="020B0503020204020204" charset="-122"/>
                    <a:cs typeface="Arial" panose="020B0604020202020204" pitchFamily="34" charset="0"/>
                  </a:rPr>
                  <a:t>Add Title</a:t>
                </a:r>
                <a:r>
                  <a:rPr lang="en-US" altLang="zh-CN" sz="1400" b="1" dirty="0">
                    <a:solidFill>
                      <a:schemeClr val="bg1">
                        <a:alpha val="92000"/>
                      </a:schemeClr>
                    </a:solidFill>
                    <a:latin typeface="+mn-lt"/>
                    <a:ea typeface="微软雅黑" panose="020B0503020204020204" charset="-122"/>
                    <a:cs typeface="Arial" panose="020B0604020202020204" pitchFamily="34" charset="0"/>
                  </a:rPr>
                  <a:t> </a:t>
                </a:r>
              </a:p>
            </p:txBody>
          </p:sp>
        </p:grpSp>
        <p:cxnSp>
          <p:nvCxnSpPr>
            <p:cNvPr id="31" name="直接连接符 30"/>
            <p:cNvCxnSpPr/>
            <p:nvPr/>
          </p:nvCxnSpPr>
          <p:spPr>
            <a:xfrm>
              <a:off x="2202" y="7681"/>
              <a:ext cx="5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9054465" y="3738245"/>
            <a:ext cx="1955165" cy="1218201"/>
            <a:chOff x="1578" y="7359"/>
            <a:chExt cx="3336" cy="2079"/>
          </a:xfrm>
        </p:grpSpPr>
        <p:sp>
          <p:nvSpPr>
            <p:cNvPr id="33" name="矩形 32"/>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34" name="矩形 33"/>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spTree>
    <p:extLst>
      <p:ext uri="{BB962C8B-B14F-4D97-AF65-F5344CB8AC3E}">
        <p14:creationId xmlns:p14="http://schemas.microsoft.com/office/powerpoint/2010/main" val="2980416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12" name="组合 11"/>
          <p:cNvGrpSpPr/>
          <p:nvPr/>
        </p:nvGrpSpPr>
        <p:grpSpPr>
          <a:xfrm>
            <a:off x="1526540" y="2938145"/>
            <a:ext cx="6083935" cy="2333625"/>
            <a:chOff x="2652" y="3277"/>
            <a:chExt cx="9581" cy="3675"/>
          </a:xfrm>
        </p:grpSpPr>
        <p:sp>
          <p:nvSpPr>
            <p:cNvPr id="5" name="矩形 4"/>
            <p:cNvSpPr/>
            <p:nvPr/>
          </p:nvSpPr>
          <p:spPr>
            <a:xfrm>
              <a:off x="2652" y="5602"/>
              <a:ext cx="1350" cy="1350"/>
            </a:xfrm>
            <a:prstGeom prst="rect">
              <a:avLst/>
            </a:prstGeom>
            <a:noFill/>
            <a:ln>
              <a:solidFill>
                <a:schemeClr val="tx1"/>
              </a:solidFill>
            </a:ln>
            <a:extLst>
              <a:ext uri="{909E8E84-426E-40DD-AFC4-6F175D3DCCD1}">
                <a14:hiddenFill xmlns:a14="http://schemas.microsoft.com/office/drawing/2010/main">
                  <a:solidFill>
                    <a:srgbClr val="97B63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652" y="3277"/>
              <a:ext cx="1350" cy="1350"/>
            </a:xfrm>
            <a:prstGeom prst="rect">
              <a:avLst/>
            </a:prstGeom>
            <a:noFill/>
            <a:ln>
              <a:solidFill>
                <a:schemeClr val="tx1"/>
              </a:solidFill>
            </a:ln>
            <a:extLst>
              <a:ext uri="{909E8E84-426E-40DD-AFC4-6F175D3DCCD1}">
                <a14:hiddenFill xmlns:a14="http://schemas.microsoft.com/office/drawing/2010/main">
                  <a:solidFill>
                    <a:srgbClr val="97B63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任意多边形 20"/>
            <p:cNvSpPr>
              <a:spLocks noChangeAspect="1"/>
            </p:cNvSpPr>
            <p:nvPr/>
          </p:nvSpPr>
          <p:spPr>
            <a:xfrm>
              <a:off x="3001" y="3669"/>
              <a:ext cx="651" cy="567"/>
            </a:xfrm>
            <a:custGeom>
              <a:avLst/>
              <a:gdLst>
                <a:gd name="connsiteX0" fmla="*/ 2136838 w 4244134"/>
                <a:gd name="connsiteY0" fmla="*/ 2537631 h 3693319"/>
                <a:gd name="connsiteX1" fmla="*/ 2299844 w 4244134"/>
                <a:gd name="connsiteY1" fmla="*/ 2700637 h 3693319"/>
                <a:gd name="connsiteX2" fmla="*/ 2462850 w 4244134"/>
                <a:gd name="connsiteY2" fmla="*/ 2537631 h 3693319"/>
                <a:gd name="connsiteX3" fmla="*/ 616723 w 4244134"/>
                <a:gd name="connsiteY3" fmla="*/ 1748051 h 3693319"/>
                <a:gd name="connsiteX4" fmla="*/ 2488723 w 4244134"/>
                <a:gd name="connsiteY4" fmla="*/ 1748051 h 3693319"/>
                <a:gd name="connsiteX5" fmla="*/ 2488723 w 4244134"/>
                <a:gd name="connsiteY5" fmla="*/ 1884677 h 3693319"/>
                <a:gd name="connsiteX6" fmla="*/ 616723 w 4244134"/>
                <a:gd name="connsiteY6" fmla="*/ 1884677 h 3693319"/>
                <a:gd name="connsiteX7" fmla="*/ 616723 w 4244134"/>
                <a:gd name="connsiteY7" fmla="*/ 1421574 h 3693319"/>
                <a:gd name="connsiteX8" fmla="*/ 2488723 w 4244134"/>
                <a:gd name="connsiteY8" fmla="*/ 1421574 h 3693319"/>
                <a:gd name="connsiteX9" fmla="*/ 2488723 w 4244134"/>
                <a:gd name="connsiteY9" fmla="*/ 1558200 h 3693319"/>
                <a:gd name="connsiteX10" fmla="*/ 616723 w 4244134"/>
                <a:gd name="connsiteY10" fmla="*/ 1558200 h 3693319"/>
                <a:gd name="connsiteX11" fmla="*/ 616723 w 4244134"/>
                <a:gd name="connsiteY11" fmla="*/ 1095097 h 3693319"/>
                <a:gd name="connsiteX12" fmla="*/ 2488723 w 4244134"/>
                <a:gd name="connsiteY12" fmla="*/ 1095097 h 3693319"/>
                <a:gd name="connsiteX13" fmla="*/ 2488723 w 4244134"/>
                <a:gd name="connsiteY13" fmla="*/ 1231723 h 3693319"/>
                <a:gd name="connsiteX14" fmla="*/ 616723 w 4244134"/>
                <a:gd name="connsiteY14" fmla="*/ 1231723 h 3693319"/>
                <a:gd name="connsiteX15" fmla="*/ 204718 w 4244134"/>
                <a:gd name="connsiteY15" fmla="*/ 204718 h 3693319"/>
                <a:gd name="connsiteX16" fmla="*/ 204718 w 4244134"/>
                <a:gd name="connsiteY16" fmla="*/ 3488601 h 3693319"/>
                <a:gd name="connsiteX17" fmla="*/ 2907082 w 4244134"/>
                <a:gd name="connsiteY17" fmla="*/ 3488601 h 3693319"/>
                <a:gd name="connsiteX18" fmla="*/ 2907082 w 4244134"/>
                <a:gd name="connsiteY18" fmla="*/ 3096000 h 3693319"/>
                <a:gd name="connsiteX19" fmla="*/ 2907082 w 4244134"/>
                <a:gd name="connsiteY19" fmla="*/ 2973318 h 3693319"/>
                <a:gd name="connsiteX20" fmla="*/ 2907082 w 4244134"/>
                <a:gd name="connsiteY20" fmla="*/ 2619924 h 3693319"/>
                <a:gd name="connsiteX21" fmla="*/ 2302633 w 4244134"/>
                <a:gd name="connsiteY21" fmla="*/ 3224372 h 3693319"/>
                <a:gd name="connsiteX22" fmla="*/ 2288873 w 4244134"/>
                <a:gd name="connsiteY22" fmla="*/ 3210611 h 3693319"/>
                <a:gd name="connsiteX23" fmla="*/ 2286083 w 4244134"/>
                <a:gd name="connsiteY23" fmla="*/ 3213400 h 3693319"/>
                <a:gd name="connsiteX24" fmla="*/ 1610314 w 4244134"/>
                <a:gd name="connsiteY24" fmla="*/ 2537631 h 3693319"/>
                <a:gd name="connsiteX25" fmla="*/ 616723 w 4244134"/>
                <a:gd name="connsiteY25" fmla="*/ 2537631 h 3693319"/>
                <a:gd name="connsiteX26" fmla="*/ 616723 w 4244134"/>
                <a:gd name="connsiteY26" fmla="*/ 2401005 h 3693319"/>
                <a:gd name="connsiteX27" fmla="*/ 1473688 w 4244134"/>
                <a:gd name="connsiteY27" fmla="*/ 2401005 h 3693319"/>
                <a:gd name="connsiteX28" fmla="*/ 1340342 w 4244134"/>
                <a:gd name="connsiteY28" fmla="*/ 2267659 h 3693319"/>
                <a:gd name="connsiteX29" fmla="*/ 1396846 w 4244134"/>
                <a:gd name="connsiteY29" fmla="*/ 2211154 h 3693319"/>
                <a:gd name="connsiteX30" fmla="*/ 616723 w 4244134"/>
                <a:gd name="connsiteY30" fmla="*/ 2211154 h 3693319"/>
                <a:gd name="connsiteX31" fmla="*/ 616723 w 4244134"/>
                <a:gd name="connsiteY31" fmla="*/ 2074528 h 3693319"/>
                <a:gd name="connsiteX32" fmla="*/ 1533472 w 4244134"/>
                <a:gd name="connsiteY32" fmla="*/ 2074528 h 3693319"/>
                <a:gd name="connsiteX33" fmla="*/ 1603604 w 4244134"/>
                <a:gd name="connsiteY33" fmla="*/ 2004396 h 3693319"/>
                <a:gd name="connsiteX34" fmla="*/ 1673735 w 4244134"/>
                <a:gd name="connsiteY34" fmla="*/ 2074528 h 3693319"/>
                <a:gd name="connsiteX35" fmla="*/ 2488723 w 4244134"/>
                <a:gd name="connsiteY35" fmla="*/ 2074528 h 3693319"/>
                <a:gd name="connsiteX36" fmla="*/ 2488723 w 4244134"/>
                <a:gd name="connsiteY36" fmla="*/ 2211154 h 3693319"/>
                <a:gd name="connsiteX37" fmla="*/ 1810361 w 4244134"/>
                <a:gd name="connsiteY37" fmla="*/ 2211154 h 3693319"/>
                <a:gd name="connsiteX38" fmla="*/ 2000212 w 4244134"/>
                <a:gd name="connsiteY38" fmla="*/ 2401005 h 3693319"/>
                <a:gd name="connsiteX39" fmla="*/ 2488723 w 4244134"/>
                <a:gd name="connsiteY39" fmla="*/ 2401005 h 3693319"/>
                <a:gd name="connsiteX40" fmla="*/ 2488723 w 4244134"/>
                <a:gd name="connsiteY40" fmla="*/ 2511758 h 3693319"/>
                <a:gd name="connsiteX41" fmla="*/ 2907082 w 4244134"/>
                <a:gd name="connsiteY41" fmla="*/ 2093399 h 3693319"/>
                <a:gd name="connsiteX42" fmla="*/ 2907082 w 4244134"/>
                <a:gd name="connsiteY42" fmla="*/ 204718 h 3693319"/>
                <a:gd name="connsiteX43" fmla="*/ 0 w 4244134"/>
                <a:gd name="connsiteY43" fmla="*/ 0 h 3693319"/>
                <a:gd name="connsiteX44" fmla="*/ 204718 w 4244134"/>
                <a:gd name="connsiteY44" fmla="*/ 0 h 3693319"/>
                <a:gd name="connsiteX45" fmla="*/ 204718 w 4244134"/>
                <a:gd name="connsiteY45" fmla="*/ 1 h 3693319"/>
                <a:gd name="connsiteX46" fmla="*/ 2907082 w 4244134"/>
                <a:gd name="connsiteY46" fmla="*/ 1 h 3693319"/>
                <a:gd name="connsiteX47" fmla="*/ 2907082 w 4244134"/>
                <a:gd name="connsiteY47" fmla="*/ 0 h 3693319"/>
                <a:gd name="connsiteX48" fmla="*/ 3111799 w 4244134"/>
                <a:gd name="connsiteY48" fmla="*/ 0 h 3693319"/>
                <a:gd name="connsiteX49" fmla="*/ 3111799 w 4244134"/>
                <a:gd name="connsiteY49" fmla="*/ 1888682 h 3693319"/>
                <a:gd name="connsiteX50" fmla="*/ 3980872 w 4244134"/>
                <a:gd name="connsiteY50" fmla="*/ 1019609 h 3693319"/>
                <a:gd name="connsiteX51" fmla="*/ 4244134 w 4244134"/>
                <a:gd name="connsiteY51" fmla="*/ 1282871 h 3693319"/>
                <a:gd name="connsiteX52" fmla="*/ 3111799 w 4244134"/>
                <a:gd name="connsiteY52" fmla="*/ 2415207 h 3693319"/>
                <a:gd name="connsiteX53" fmla="*/ 3111799 w 4244134"/>
                <a:gd name="connsiteY53" fmla="*/ 2973318 h 3693319"/>
                <a:gd name="connsiteX54" fmla="*/ 3111799 w 4244134"/>
                <a:gd name="connsiteY54" fmla="*/ 3096000 h 3693319"/>
                <a:gd name="connsiteX55" fmla="*/ 3111799 w 4244134"/>
                <a:gd name="connsiteY55" fmla="*/ 3693319 h 3693319"/>
                <a:gd name="connsiteX56" fmla="*/ 2907082 w 4244134"/>
                <a:gd name="connsiteY56" fmla="*/ 3693319 h 3693319"/>
                <a:gd name="connsiteX57" fmla="*/ 2907082 w 4244134"/>
                <a:gd name="connsiteY57" fmla="*/ 3693318 h 3693319"/>
                <a:gd name="connsiteX58" fmla="*/ 1 w 4244134"/>
                <a:gd name="connsiteY58" fmla="*/ 3693318 h 3693319"/>
                <a:gd name="connsiteX59" fmla="*/ 1 w 4244134"/>
                <a:gd name="connsiteY59" fmla="*/ 3636000 h 3693319"/>
                <a:gd name="connsiteX60" fmla="*/ 0 w 4244134"/>
                <a:gd name="connsiteY60" fmla="*/ 3636000 h 3693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44134" h="3693319">
                  <a:moveTo>
                    <a:pt x="2136838" y="2537631"/>
                  </a:moveTo>
                  <a:lnTo>
                    <a:pt x="2299844" y="2700637"/>
                  </a:lnTo>
                  <a:lnTo>
                    <a:pt x="2462850" y="2537631"/>
                  </a:lnTo>
                  <a:close/>
                  <a:moveTo>
                    <a:pt x="616723" y="1748051"/>
                  </a:moveTo>
                  <a:lnTo>
                    <a:pt x="2488723" y="1748051"/>
                  </a:lnTo>
                  <a:lnTo>
                    <a:pt x="2488723" y="1884677"/>
                  </a:lnTo>
                  <a:lnTo>
                    <a:pt x="616723" y="1884677"/>
                  </a:lnTo>
                  <a:close/>
                  <a:moveTo>
                    <a:pt x="616723" y="1421574"/>
                  </a:moveTo>
                  <a:lnTo>
                    <a:pt x="2488723" y="1421574"/>
                  </a:lnTo>
                  <a:lnTo>
                    <a:pt x="2488723" y="1558200"/>
                  </a:lnTo>
                  <a:lnTo>
                    <a:pt x="616723" y="1558200"/>
                  </a:lnTo>
                  <a:close/>
                  <a:moveTo>
                    <a:pt x="616723" y="1095097"/>
                  </a:moveTo>
                  <a:lnTo>
                    <a:pt x="2488723" y="1095097"/>
                  </a:lnTo>
                  <a:lnTo>
                    <a:pt x="2488723" y="1231723"/>
                  </a:lnTo>
                  <a:lnTo>
                    <a:pt x="616723" y="1231723"/>
                  </a:lnTo>
                  <a:close/>
                  <a:moveTo>
                    <a:pt x="204718" y="204718"/>
                  </a:moveTo>
                  <a:lnTo>
                    <a:pt x="204718" y="3488601"/>
                  </a:lnTo>
                  <a:lnTo>
                    <a:pt x="2907082" y="3488601"/>
                  </a:lnTo>
                  <a:lnTo>
                    <a:pt x="2907082" y="3096000"/>
                  </a:lnTo>
                  <a:lnTo>
                    <a:pt x="2907082" y="2973318"/>
                  </a:lnTo>
                  <a:lnTo>
                    <a:pt x="2907082" y="2619924"/>
                  </a:lnTo>
                  <a:lnTo>
                    <a:pt x="2302633" y="3224372"/>
                  </a:lnTo>
                  <a:lnTo>
                    <a:pt x="2288873" y="3210611"/>
                  </a:lnTo>
                  <a:lnTo>
                    <a:pt x="2286083" y="3213400"/>
                  </a:lnTo>
                  <a:lnTo>
                    <a:pt x="1610314" y="2537631"/>
                  </a:lnTo>
                  <a:lnTo>
                    <a:pt x="616723" y="2537631"/>
                  </a:lnTo>
                  <a:lnTo>
                    <a:pt x="616723" y="2401005"/>
                  </a:lnTo>
                  <a:lnTo>
                    <a:pt x="1473688" y="2401005"/>
                  </a:lnTo>
                  <a:lnTo>
                    <a:pt x="1340342" y="2267659"/>
                  </a:lnTo>
                  <a:lnTo>
                    <a:pt x="1396846" y="2211154"/>
                  </a:lnTo>
                  <a:lnTo>
                    <a:pt x="616723" y="2211154"/>
                  </a:lnTo>
                  <a:lnTo>
                    <a:pt x="616723" y="2074528"/>
                  </a:lnTo>
                  <a:lnTo>
                    <a:pt x="1533472" y="2074528"/>
                  </a:lnTo>
                  <a:lnTo>
                    <a:pt x="1603604" y="2004396"/>
                  </a:lnTo>
                  <a:lnTo>
                    <a:pt x="1673735" y="2074528"/>
                  </a:lnTo>
                  <a:lnTo>
                    <a:pt x="2488723" y="2074528"/>
                  </a:lnTo>
                  <a:lnTo>
                    <a:pt x="2488723" y="2211154"/>
                  </a:lnTo>
                  <a:lnTo>
                    <a:pt x="1810361" y="2211154"/>
                  </a:lnTo>
                  <a:lnTo>
                    <a:pt x="2000212" y="2401005"/>
                  </a:lnTo>
                  <a:lnTo>
                    <a:pt x="2488723" y="2401005"/>
                  </a:lnTo>
                  <a:lnTo>
                    <a:pt x="2488723" y="2511758"/>
                  </a:lnTo>
                  <a:lnTo>
                    <a:pt x="2907082" y="2093399"/>
                  </a:lnTo>
                  <a:lnTo>
                    <a:pt x="2907082" y="204718"/>
                  </a:lnTo>
                  <a:close/>
                  <a:moveTo>
                    <a:pt x="0" y="0"/>
                  </a:moveTo>
                  <a:lnTo>
                    <a:pt x="204718" y="0"/>
                  </a:lnTo>
                  <a:lnTo>
                    <a:pt x="204718" y="1"/>
                  </a:lnTo>
                  <a:lnTo>
                    <a:pt x="2907082" y="1"/>
                  </a:lnTo>
                  <a:lnTo>
                    <a:pt x="2907082" y="0"/>
                  </a:lnTo>
                  <a:lnTo>
                    <a:pt x="3111799" y="0"/>
                  </a:lnTo>
                  <a:lnTo>
                    <a:pt x="3111799" y="1888682"/>
                  </a:lnTo>
                  <a:lnTo>
                    <a:pt x="3980872" y="1019609"/>
                  </a:lnTo>
                  <a:lnTo>
                    <a:pt x="4244134" y="1282871"/>
                  </a:lnTo>
                  <a:lnTo>
                    <a:pt x="3111799" y="2415207"/>
                  </a:lnTo>
                  <a:lnTo>
                    <a:pt x="3111799" y="2973318"/>
                  </a:lnTo>
                  <a:lnTo>
                    <a:pt x="3111799" y="3096000"/>
                  </a:lnTo>
                  <a:lnTo>
                    <a:pt x="3111799" y="3693319"/>
                  </a:lnTo>
                  <a:lnTo>
                    <a:pt x="2907082" y="3693319"/>
                  </a:lnTo>
                  <a:lnTo>
                    <a:pt x="2907082" y="3693318"/>
                  </a:lnTo>
                  <a:lnTo>
                    <a:pt x="1" y="3693318"/>
                  </a:lnTo>
                  <a:lnTo>
                    <a:pt x="1" y="3636000"/>
                  </a:lnTo>
                  <a:lnTo>
                    <a:pt x="0" y="3636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21"/>
            <p:cNvSpPr>
              <a:spLocks noChangeAspect="1"/>
            </p:cNvSpPr>
            <p:nvPr/>
          </p:nvSpPr>
          <p:spPr>
            <a:xfrm>
              <a:off x="3028" y="5994"/>
              <a:ext cx="574" cy="567"/>
            </a:xfrm>
            <a:custGeom>
              <a:avLst/>
              <a:gdLst>
                <a:gd name="connsiteX0" fmla="*/ 3577275 w 5691115"/>
                <a:gd name="connsiteY0" fmla="*/ 3207225 h 5622876"/>
                <a:gd name="connsiteX1" fmla="*/ 3268639 w 5691115"/>
                <a:gd name="connsiteY1" fmla="*/ 3515861 h 5622876"/>
                <a:gd name="connsiteX2" fmla="*/ 3268639 w 5691115"/>
                <a:gd name="connsiteY2" fmla="*/ 5089053 h 5622876"/>
                <a:gd name="connsiteX3" fmla="*/ 3577275 w 5691115"/>
                <a:gd name="connsiteY3" fmla="*/ 5397689 h 5622876"/>
                <a:gd name="connsiteX4" fmla="*/ 5150467 w 5691115"/>
                <a:gd name="connsiteY4" fmla="*/ 5397689 h 5622876"/>
                <a:gd name="connsiteX5" fmla="*/ 5459103 w 5691115"/>
                <a:gd name="connsiteY5" fmla="*/ 5089053 h 5622876"/>
                <a:gd name="connsiteX6" fmla="*/ 5459103 w 5691115"/>
                <a:gd name="connsiteY6" fmla="*/ 3515861 h 5622876"/>
                <a:gd name="connsiteX7" fmla="*/ 5150467 w 5691115"/>
                <a:gd name="connsiteY7" fmla="*/ 3207225 h 5622876"/>
                <a:gd name="connsiteX8" fmla="*/ 533824 w 5691115"/>
                <a:gd name="connsiteY8" fmla="*/ 3207225 h 5622876"/>
                <a:gd name="connsiteX9" fmla="*/ 225188 w 5691115"/>
                <a:gd name="connsiteY9" fmla="*/ 3515861 h 5622876"/>
                <a:gd name="connsiteX10" fmla="*/ 225188 w 5691115"/>
                <a:gd name="connsiteY10" fmla="*/ 5089053 h 5622876"/>
                <a:gd name="connsiteX11" fmla="*/ 533824 w 5691115"/>
                <a:gd name="connsiteY11" fmla="*/ 5397689 h 5622876"/>
                <a:gd name="connsiteX12" fmla="*/ 2107016 w 5691115"/>
                <a:gd name="connsiteY12" fmla="*/ 5397689 h 5622876"/>
                <a:gd name="connsiteX13" fmla="*/ 2415652 w 5691115"/>
                <a:gd name="connsiteY13" fmla="*/ 5089053 h 5622876"/>
                <a:gd name="connsiteX14" fmla="*/ 2415652 w 5691115"/>
                <a:gd name="connsiteY14" fmla="*/ 3515861 h 5622876"/>
                <a:gd name="connsiteX15" fmla="*/ 2107016 w 5691115"/>
                <a:gd name="connsiteY15" fmla="*/ 3207225 h 5622876"/>
                <a:gd name="connsiteX16" fmla="*/ 3416507 w 5691115"/>
                <a:gd name="connsiteY16" fmla="*/ 2975212 h 5622876"/>
                <a:gd name="connsiteX17" fmla="*/ 5318059 w 5691115"/>
                <a:gd name="connsiteY17" fmla="*/ 2975212 h 5622876"/>
                <a:gd name="connsiteX18" fmla="*/ 5691115 w 5691115"/>
                <a:gd name="connsiteY18" fmla="*/ 3348268 h 5622876"/>
                <a:gd name="connsiteX19" fmla="*/ 5691115 w 5691115"/>
                <a:gd name="connsiteY19" fmla="*/ 5249820 h 5622876"/>
                <a:gd name="connsiteX20" fmla="*/ 5318059 w 5691115"/>
                <a:gd name="connsiteY20" fmla="*/ 5622876 h 5622876"/>
                <a:gd name="connsiteX21" fmla="*/ 3416507 w 5691115"/>
                <a:gd name="connsiteY21" fmla="*/ 5622876 h 5622876"/>
                <a:gd name="connsiteX22" fmla="*/ 3043451 w 5691115"/>
                <a:gd name="connsiteY22" fmla="*/ 5249820 h 5622876"/>
                <a:gd name="connsiteX23" fmla="*/ 3043451 w 5691115"/>
                <a:gd name="connsiteY23" fmla="*/ 3348268 h 5622876"/>
                <a:gd name="connsiteX24" fmla="*/ 3416507 w 5691115"/>
                <a:gd name="connsiteY24" fmla="*/ 2975212 h 5622876"/>
                <a:gd name="connsiteX25" fmla="*/ 373056 w 5691115"/>
                <a:gd name="connsiteY25" fmla="*/ 2975212 h 5622876"/>
                <a:gd name="connsiteX26" fmla="*/ 2274608 w 5691115"/>
                <a:gd name="connsiteY26" fmla="*/ 2975212 h 5622876"/>
                <a:gd name="connsiteX27" fmla="*/ 2647664 w 5691115"/>
                <a:gd name="connsiteY27" fmla="*/ 3348268 h 5622876"/>
                <a:gd name="connsiteX28" fmla="*/ 2647664 w 5691115"/>
                <a:gd name="connsiteY28" fmla="*/ 5249820 h 5622876"/>
                <a:gd name="connsiteX29" fmla="*/ 2274608 w 5691115"/>
                <a:gd name="connsiteY29" fmla="*/ 5622876 h 5622876"/>
                <a:gd name="connsiteX30" fmla="*/ 373056 w 5691115"/>
                <a:gd name="connsiteY30" fmla="*/ 5622876 h 5622876"/>
                <a:gd name="connsiteX31" fmla="*/ 0 w 5691115"/>
                <a:gd name="connsiteY31" fmla="*/ 5249820 h 5622876"/>
                <a:gd name="connsiteX32" fmla="*/ 0 w 5691115"/>
                <a:gd name="connsiteY32" fmla="*/ 3348268 h 5622876"/>
                <a:gd name="connsiteX33" fmla="*/ 373056 w 5691115"/>
                <a:gd name="connsiteY33" fmla="*/ 2975212 h 5622876"/>
                <a:gd name="connsiteX34" fmla="*/ 3577275 w 5691115"/>
                <a:gd name="connsiteY34" fmla="*/ 232013 h 5622876"/>
                <a:gd name="connsiteX35" fmla="*/ 3268639 w 5691115"/>
                <a:gd name="connsiteY35" fmla="*/ 540649 h 5622876"/>
                <a:gd name="connsiteX36" fmla="*/ 3268639 w 5691115"/>
                <a:gd name="connsiteY36" fmla="*/ 2113841 h 5622876"/>
                <a:gd name="connsiteX37" fmla="*/ 3577275 w 5691115"/>
                <a:gd name="connsiteY37" fmla="*/ 2422477 h 5622876"/>
                <a:gd name="connsiteX38" fmla="*/ 5150467 w 5691115"/>
                <a:gd name="connsiteY38" fmla="*/ 2422477 h 5622876"/>
                <a:gd name="connsiteX39" fmla="*/ 5459103 w 5691115"/>
                <a:gd name="connsiteY39" fmla="*/ 2113841 h 5622876"/>
                <a:gd name="connsiteX40" fmla="*/ 5459103 w 5691115"/>
                <a:gd name="connsiteY40" fmla="*/ 540649 h 5622876"/>
                <a:gd name="connsiteX41" fmla="*/ 5150467 w 5691115"/>
                <a:gd name="connsiteY41" fmla="*/ 232013 h 5622876"/>
                <a:gd name="connsiteX42" fmla="*/ 533824 w 5691115"/>
                <a:gd name="connsiteY42" fmla="*/ 232013 h 5622876"/>
                <a:gd name="connsiteX43" fmla="*/ 225188 w 5691115"/>
                <a:gd name="connsiteY43" fmla="*/ 540649 h 5622876"/>
                <a:gd name="connsiteX44" fmla="*/ 225188 w 5691115"/>
                <a:gd name="connsiteY44" fmla="*/ 2113841 h 5622876"/>
                <a:gd name="connsiteX45" fmla="*/ 533824 w 5691115"/>
                <a:gd name="connsiteY45" fmla="*/ 2422477 h 5622876"/>
                <a:gd name="connsiteX46" fmla="*/ 2107016 w 5691115"/>
                <a:gd name="connsiteY46" fmla="*/ 2422477 h 5622876"/>
                <a:gd name="connsiteX47" fmla="*/ 2415652 w 5691115"/>
                <a:gd name="connsiteY47" fmla="*/ 2113841 h 5622876"/>
                <a:gd name="connsiteX48" fmla="*/ 2415652 w 5691115"/>
                <a:gd name="connsiteY48" fmla="*/ 540649 h 5622876"/>
                <a:gd name="connsiteX49" fmla="*/ 2107016 w 5691115"/>
                <a:gd name="connsiteY49" fmla="*/ 232013 h 5622876"/>
                <a:gd name="connsiteX50" fmla="*/ 3416507 w 5691115"/>
                <a:gd name="connsiteY50" fmla="*/ 0 h 5622876"/>
                <a:gd name="connsiteX51" fmla="*/ 5318059 w 5691115"/>
                <a:gd name="connsiteY51" fmla="*/ 0 h 5622876"/>
                <a:gd name="connsiteX52" fmla="*/ 5691115 w 5691115"/>
                <a:gd name="connsiteY52" fmla="*/ 373056 h 5622876"/>
                <a:gd name="connsiteX53" fmla="*/ 5691115 w 5691115"/>
                <a:gd name="connsiteY53" fmla="*/ 2274608 h 5622876"/>
                <a:gd name="connsiteX54" fmla="*/ 5318059 w 5691115"/>
                <a:gd name="connsiteY54" fmla="*/ 2647664 h 5622876"/>
                <a:gd name="connsiteX55" fmla="*/ 3416507 w 5691115"/>
                <a:gd name="connsiteY55" fmla="*/ 2647664 h 5622876"/>
                <a:gd name="connsiteX56" fmla="*/ 3043451 w 5691115"/>
                <a:gd name="connsiteY56" fmla="*/ 2274608 h 5622876"/>
                <a:gd name="connsiteX57" fmla="*/ 3043451 w 5691115"/>
                <a:gd name="connsiteY57" fmla="*/ 373056 h 5622876"/>
                <a:gd name="connsiteX58" fmla="*/ 3416507 w 5691115"/>
                <a:gd name="connsiteY58" fmla="*/ 0 h 5622876"/>
                <a:gd name="connsiteX59" fmla="*/ 373056 w 5691115"/>
                <a:gd name="connsiteY59" fmla="*/ 0 h 5622876"/>
                <a:gd name="connsiteX60" fmla="*/ 2274608 w 5691115"/>
                <a:gd name="connsiteY60" fmla="*/ 0 h 5622876"/>
                <a:gd name="connsiteX61" fmla="*/ 2647664 w 5691115"/>
                <a:gd name="connsiteY61" fmla="*/ 373056 h 5622876"/>
                <a:gd name="connsiteX62" fmla="*/ 2647664 w 5691115"/>
                <a:gd name="connsiteY62" fmla="*/ 2274608 h 5622876"/>
                <a:gd name="connsiteX63" fmla="*/ 2274608 w 5691115"/>
                <a:gd name="connsiteY63" fmla="*/ 2647664 h 5622876"/>
                <a:gd name="connsiteX64" fmla="*/ 373056 w 5691115"/>
                <a:gd name="connsiteY64" fmla="*/ 2647664 h 5622876"/>
                <a:gd name="connsiteX65" fmla="*/ 0 w 5691115"/>
                <a:gd name="connsiteY65" fmla="*/ 2274608 h 5622876"/>
                <a:gd name="connsiteX66" fmla="*/ 0 w 5691115"/>
                <a:gd name="connsiteY66" fmla="*/ 373056 h 5622876"/>
                <a:gd name="connsiteX67" fmla="*/ 373056 w 5691115"/>
                <a:gd name="connsiteY67" fmla="*/ 0 h 562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691115" h="5622876">
                  <a:moveTo>
                    <a:pt x="3577275" y="3207225"/>
                  </a:moveTo>
                  <a:cubicBezTo>
                    <a:pt x="3406820" y="3207225"/>
                    <a:pt x="3268639" y="3345406"/>
                    <a:pt x="3268639" y="3515861"/>
                  </a:cubicBezTo>
                  <a:lnTo>
                    <a:pt x="3268639" y="5089053"/>
                  </a:lnTo>
                  <a:cubicBezTo>
                    <a:pt x="3268639" y="5259508"/>
                    <a:pt x="3406820" y="5397689"/>
                    <a:pt x="3577275" y="5397689"/>
                  </a:cubicBezTo>
                  <a:lnTo>
                    <a:pt x="5150467" y="5397689"/>
                  </a:lnTo>
                  <a:cubicBezTo>
                    <a:pt x="5320922" y="5397689"/>
                    <a:pt x="5459103" y="5259508"/>
                    <a:pt x="5459103" y="5089053"/>
                  </a:cubicBezTo>
                  <a:lnTo>
                    <a:pt x="5459103" y="3515861"/>
                  </a:lnTo>
                  <a:cubicBezTo>
                    <a:pt x="5459103" y="3345406"/>
                    <a:pt x="5320922" y="3207225"/>
                    <a:pt x="5150467" y="3207225"/>
                  </a:cubicBezTo>
                  <a:close/>
                  <a:moveTo>
                    <a:pt x="533824" y="3207225"/>
                  </a:moveTo>
                  <a:cubicBezTo>
                    <a:pt x="363369" y="3207225"/>
                    <a:pt x="225188" y="3345406"/>
                    <a:pt x="225188" y="3515861"/>
                  </a:cubicBezTo>
                  <a:lnTo>
                    <a:pt x="225188" y="5089053"/>
                  </a:lnTo>
                  <a:cubicBezTo>
                    <a:pt x="225188" y="5259508"/>
                    <a:pt x="363369" y="5397689"/>
                    <a:pt x="533824" y="5397689"/>
                  </a:cubicBezTo>
                  <a:lnTo>
                    <a:pt x="2107016" y="5397689"/>
                  </a:lnTo>
                  <a:cubicBezTo>
                    <a:pt x="2277471" y="5397689"/>
                    <a:pt x="2415652" y="5259508"/>
                    <a:pt x="2415652" y="5089053"/>
                  </a:cubicBezTo>
                  <a:lnTo>
                    <a:pt x="2415652" y="3515861"/>
                  </a:lnTo>
                  <a:cubicBezTo>
                    <a:pt x="2415652" y="3345406"/>
                    <a:pt x="2277471" y="3207225"/>
                    <a:pt x="2107016" y="3207225"/>
                  </a:cubicBezTo>
                  <a:close/>
                  <a:moveTo>
                    <a:pt x="3416507" y="2975212"/>
                  </a:moveTo>
                  <a:lnTo>
                    <a:pt x="5318059" y="2975212"/>
                  </a:lnTo>
                  <a:cubicBezTo>
                    <a:pt x="5524092" y="2975212"/>
                    <a:pt x="5691115" y="3142235"/>
                    <a:pt x="5691115" y="3348268"/>
                  </a:cubicBezTo>
                  <a:lnTo>
                    <a:pt x="5691115" y="5249820"/>
                  </a:lnTo>
                  <a:cubicBezTo>
                    <a:pt x="5691115" y="5455853"/>
                    <a:pt x="5524092" y="5622876"/>
                    <a:pt x="5318059" y="5622876"/>
                  </a:cubicBezTo>
                  <a:lnTo>
                    <a:pt x="3416507" y="5622876"/>
                  </a:lnTo>
                  <a:cubicBezTo>
                    <a:pt x="3210474" y="5622876"/>
                    <a:pt x="3043451" y="5455853"/>
                    <a:pt x="3043451" y="5249820"/>
                  </a:cubicBezTo>
                  <a:lnTo>
                    <a:pt x="3043451" y="3348268"/>
                  </a:lnTo>
                  <a:cubicBezTo>
                    <a:pt x="3043451" y="3142235"/>
                    <a:pt x="3210474" y="2975212"/>
                    <a:pt x="3416507" y="2975212"/>
                  </a:cubicBezTo>
                  <a:close/>
                  <a:moveTo>
                    <a:pt x="373056" y="2975212"/>
                  </a:moveTo>
                  <a:lnTo>
                    <a:pt x="2274608" y="2975212"/>
                  </a:lnTo>
                  <a:cubicBezTo>
                    <a:pt x="2480641" y="2975212"/>
                    <a:pt x="2647664" y="3142235"/>
                    <a:pt x="2647664" y="3348268"/>
                  </a:cubicBezTo>
                  <a:lnTo>
                    <a:pt x="2647664" y="5249820"/>
                  </a:lnTo>
                  <a:cubicBezTo>
                    <a:pt x="2647664" y="5455853"/>
                    <a:pt x="2480641" y="5622876"/>
                    <a:pt x="2274608" y="5622876"/>
                  </a:cubicBezTo>
                  <a:lnTo>
                    <a:pt x="373056" y="5622876"/>
                  </a:lnTo>
                  <a:cubicBezTo>
                    <a:pt x="167023" y="5622876"/>
                    <a:pt x="0" y="5455853"/>
                    <a:pt x="0" y="5249820"/>
                  </a:cubicBezTo>
                  <a:lnTo>
                    <a:pt x="0" y="3348268"/>
                  </a:lnTo>
                  <a:cubicBezTo>
                    <a:pt x="0" y="3142235"/>
                    <a:pt x="167023" y="2975212"/>
                    <a:pt x="373056" y="2975212"/>
                  </a:cubicBezTo>
                  <a:close/>
                  <a:moveTo>
                    <a:pt x="3577275" y="232013"/>
                  </a:moveTo>
                  <a:cubicBezTo>
                    <a:pt x="3406820" y="232013"/>
                    <a:pt x="3268639" y="370194"/>
                    <a:pt x="3268639" y="540649"/>
                  </a:cubicBezTo>
                  <a:lnTo>
                    <a:pt x="3268639" y="2113841"/>
                  </a:lnTo>
                  <a:cubicBezTo>
                    <a:pt x="3268639" y="2284296"/>
                    <a:pt x="3406820" y="2422477"/>
                    <a:pt x="3577275" y="2422477"/>
                  </a:cubicBezTo>
                  <a:lnTo>
                    <a:pt x="5150467" y="2422477"/>
                  </a:lnTo>
                  <a:cubicBezTo>
                    <a:pt x="5320922" y="2422477"/>
                    <a:pt x="5459103" y="2284296"/>
                    <a:pt x="5459103" y="2113841"/>
                  </a:cubicBezTo>
                  <a:lnTo>
                    <a:pt x="5459103" y="540649"/>
                  </a:lnTo>
                  <a:cubicBezTo>
                    <a:pt x="5459103" y="370194"/>
                    <a:pt x="5320922" y="232013"/>
                    <a:pt x="5150467" y="232013"/>
                  </a:cubicBezTo>
                  <a:close/>
                  <a:moveTo>
                    <a:pt x="533824" y="232013"/>
                  </a:moveTo>
                  <a:cubicBezTo>
                    <a:pt x="363369" y="232013"/>
                    <a:pt x="225188" y="370194"/>
                    <a:pt x="225188" y="540649"/>
                  </a:cubicBezTo>
                  <a:lnTo>
                    <a:pt x="225188" y="2113841"/>
                  </a:lnTo>
                  <a:cubicBezTo>
                    <a:pt x="225188" y="2284296"/>
                    <a:pt x="363369" y="2422477"/>
                    <a:pt x="533824" y="2422477"/>
                  </a:cubicBezTo>
                  <a:lnTo>
                    <a:pt x="2107016" y="2422477"/>
                  </a:lnTo>
                  <a:cubicBezTo>
                    <a:pt x="2277471" y="2422477"/>
                    <a:pt x="2415652" y="2284296"/>
                    <a:pt x="2415652" y="2113841"/>
                  </a:cubicBezTo>
                  <a:lnTo>
                    <a:pt x="2415652" y="540649"/>
                  </a:lnTo>
                  <a:cubicBezTo>
                    <a:pt x="2415652" y="370194"/>
                    <a:pt x="2277471" y="232013"/>
                    <a:pt x="2107016" y="232013"/>
                  </a:cubicBezTo>
                  <a:close/>
                  <a:moveTo>
                    <a:pt x="3416507" y="0"/>
                  </a:moveTo>
                  <a:lnTo>
                    <a:pt x="5318059" y="0"/>
                  </a:lnTo>
                  <a:cubicBezTo>
                    <a:pt x="5524092" y="0"/>
                    <a:pt x="5691115" y="167023"/>
                    <a:pt x="5691115" y="373056"/>
                  </a:cubicBezTo>
                  <a:lnTo>
                    <a:pt x="5691115" y="2274608"/>
                  </a:lnTo>
                  <a:cubicBezTo>
                    <a:pt x="5691115" y="2480641"/>
                    <a:pt x="5524092" y="2647664"/>
                    <a:pt x="5318059" y="2647664"/>
                  </a:cubicBezTo>
                  <a:lnTo>
                    <a:pt x="3416507" y="2647664"/>
                  </a:lnTo>
                  <a:cubicBezTo>
                    <a:pt x="3210474" y="2647664"/>
                    <a:pt x="3043451" y="2480641"/>
                    <a:pt x="3043451" y="2274608"/>
                  </a:cubicBezTo>
                  <a:lnTo>
                    <a:pt x="3043451" y="373056"/>
                  </a:lnTo>
                  <a:cubicBezTo>
                    <a:pt x="3043451" y="167023"/>
                    <a:pt x="3210474" y="0"/>
                    <a:pt x="3416507" y="0"/>
                  </a:cubicBezTo>
                  <a:close/>
                  <a:moveTo>
                    <a:pt x="373056" y="0"/>
                  </a:moveTo>
                  <a:lnTo>
                    <a:pt x="2274608" y="0"/>
                  </a:lnTo>
                  <a:cubicBezTo>
                    <a:pt x="2480641" y="0"/>
                    <a:pt x="2647664" y="167023"/>
                    <a:pt x="2647664" y="373056"/>
                  </a:cubicBezTo>
                  <a:lnTo>
                    <a:pt x="2647664" y="2274608"/>
                  </a:lnTo>
                  <a:cubicBezTo>
                    <a:pt x="2647664" y="2480641"/>
                    <a:pt x="2480641" y="2647664"/>
                    <a:pt x="2274608" y="2647664"/>
                  </a:cubicBezTo>
                  <a:lnTo>
                    <a:pt x="373056" y="2647664"/>
                  </a:lnTo>
                  <a:cubicBezTo>
                    <a:pt x="167023" y="2647664"/>
                    <a:pt x="0" y="2480641"/>
                    <a:pt x="0" y="2274608"/>
                  </a:cubicBezTo>
                  <a:lnTo>
                    <a:pt x="0" y="373056"/>
                  </a:lnTo>
                  <a:cubicBezTo>
                    <a:pt x="0" y="167023"/>
                    <a:pt x="167023" y="0"/>
                    <a:pt x="373056"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883" y="5602"/>
              <a:ext cx="1350" cy="1350"/>
            </a:xfrm>
            <a:prstGeom prst="rect">
              <a:avLst/>
            </a:prstGeom>
            <a:noFill/>
            <a:ln>
              <a:solidFill>
                <a:schemeClr val="tx1"/>
              </a:solidFill>
            </a:ln>
            <a:extLst>
              <a:ext uri="{909E8E84-426E-40DD-AFC4-6F175D3DCCD1}">
                <a14:hiddenFill xmlns:a14="http://schemas.microsoft.com/office/drawing/2010/main">
                  <a:solidFill>
                    <a:srgbClr val="97B63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883" y="3277"/>
              <a:ext cx="1350" cy="1350"/>
            </a:xfrm>
            <a:prstGeom prst="rect">
              <a:avLst/>
            </a:prstGeom>
            <a:noFill/>
            <a:ln>
              <a:solidFill>
                <a:schemeClr val="tx1"/>
              </a:solidFill>
            </a:ln>
            <a:extLst>
              <a:ext uri="{909E8E84-426E-40DD-AFC4-6F175D3DCCD1}">
                <a14:hiddenFill xmlns:a14="http://schemas.microsoft.com/office/drawing/2010/main">
                  <a:solidFill>
                    <a:srgbClr val="97B63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28"/>
            <p:cNvSpPr>
              <a:spLocks noChangeAspect="1"/>
            </p:cNvSpPr>
            <p:nvPr/>
          </p:nvSpPr>
          <p:spPr>
            <a:xfrm>
              <a:off x="11296" y="3660"/>
              <a:ext cx="551" cy="567"/>
            </a:xfrm>
            <a:custGeom>
              <a:avLst/>
              <a:gdLst>
                <a:gd name="connsiteX0" fmla="*/ 1913593 w 4735848"/>
                <a:gd name="connsiteY0" fmla="*/ 451664 h 4873594"/>
                <a:gd name="connsiteX1" fmla="*/ 874786 w 4735848"/>
                <a:gd name="connsiteY1" fmla="*/ 881952 h 4873594"/>
                <a:gd name="connsiteX2" fmla="*/ 444498 w 4735848"/>
                <a:gd name="connsiteY2" fmla="*/ 1920759 h 4873594"/>
                <a:gd name="connsiteX3" fmla="*/ 1913592 w 4735848"/>
                <a:gd name="connsiteY3" fmla="*/ 1920759 h 4873594"/>
                <a:gd name="connsiteX4" fmla="*/ 1913593 w 4735848"/>
                <a:gd name="connsiteY4" fmla="*/ 451664 h 4873594"/>
                <a:gd name="connsiteX5" fmla="*/ 2518011 w 4735848"/>
                <a:gd name="connsiteY5" fmla="*/ 438017 h 4873594"/>
                <a:gd name="connsiteX6" fmla="*/ 4575743 w 4735848"/>
                <a:gd name="connsiteY6" fmla="*/ 1828610 h 4873594"/>
                <a:gd name="connsiteX7" fmla="*/ 4052974 w 4735848"/>
                <a:gd name="connsiteY7" fmla="*/ 4256515 h 4873594"/>
                <a:gd name="connsiteX8" fmla="*/ 1605283 w 4735848"/>
                <a:gd name="connsiteY8" fmla="*/ 4677015 h 4873594"/>
                <a:gd name="connsiteX9" fmla="*/ 302200 w 4735848"/>
                <a:gd name="connsiteY9" fmla="*/ 2562782 h 4873594"/>
                <a:gd name="connsiteX10" fmla="*/ 648266 w 4735848"/>
                <a:gd name="connsiteY10" fmla="*/ 2577306 h 4873594"/>
                <a:gd name="connsiteX11" fmla="*/ 1747834 w 4735848"/>
                <a:gd name="connsiteY11" fmla="*/ 4361339 h 4873594"/>
                <a:gd name="connsiteX12" fmla="*/ 3813244 w 4735848"/>
                <a:gd name="connsiteY12" fmla="*/ 4006513 h 4873594"/>
                <a:gd name="connsiteX13" fmla="*/ 4254367 w 4735848"/>
                <a:gd name="connsiteY13" fmla="*/ 1957798 h 4873594"/>
                <a:gd name="connsiteX14" fmla="*/ 2518012 w 4735848"/>
                <a:gd name="connsiteY14" fmla="*/ 784388 h 4873594"/>
                <a:gd name="connsiteX15" fmla="*/ 2251880 w 4735848"/>
                <a:gd name="connsiteY15" fmla="*/ 0 h 4873594"/>
                <a:gd name="connsiteX16" fmla="*/ 2251880 w 4735848"/>
                <a:gd name="connsiteY16" fmla="*/ 2251879 h 4873594"/>
                <a:gd name="connsiteX17" fmla="*/ 0 w 4735848"/>
                <a:gd name="connsiteY17" fmla="*/ 2251880 h 4873594"/>
                <a:gd name="connsiteX18" fmla="*/ 659560 w 4735848"/>
                <a:gd name="connsiteY18" fmla="*/ 659560 h 4873594"/>
                <a:gd name="connsiteX19" fmla="*/ 2251880 w 4735848"/>
                <a:gd name="connsiteY19" fmla="*/ 0 h 4873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35848" h="4873594">
                  <a:moveTo>
                    <a:pt x="1913593" y="451664"/>
                  </a:moveTo>
                  <a:cubicBezTo>
                    <a:pt x="1523965" y="451664"/>
                    <a:pt x="1150295" y="606443"/>
                    <a:pt x="874786" y="881952"/>
                  </a:cubicBezTo>
                  <a:cubicBezTo>
                    <a:pt x="599277" y="1157461"/>
                    <a:pt x="444498" y="1531131"/>
                    <a:pt x="444498" y="1920759"/>
                  </a:cubicBezTo>
                  <a:lnTo>
                    <a:pt x="1913592" y="1920759"/>
                  </a:lnTo>
                  <a:cubicBezTo>
                    <a:pt x="1913592" y="1431061"/>
                    <a:pt x="1913593" y="941362"/>
                    <a:pt x="1913593" y="451664"/>
                  </a:cubicBezTo>
                  <a:close/>
                  <a:moveTo>
                    <a:pt x="2518011" y="438017"/>
                  </a:moveTo>
                  <a:cubicBezTo>
                    <a:pt x="3423484" y="438017"/>
                    <a:pt x="4238024" y="988475"/>
                    <a:pt x="4575743" y="1828610"/>
                  </a:cubicBezTo>
                  <a:cubicBezTo>
                    <a:pt x="4913461" y="2668746"/>
                    <a:pt x="4706527" y="3629817"/>
                    <a:pt x="4052974" y="4256515"/>
                  </a:cubicBezTo>
                  <a:cubicBezTo>
                    <a:pt x="3399422" y="4883213"/>
                    <a:pt x="2430518" y="5049665"/>
                    <a:pt x="1605283" y="4677015"/>
                  </a:cubicBezTo>
                  <a:cubicBezTo>
                    <a:pt x="780048" y="4304364"/>
                    <a:pt x="264230" y="3467458"/>
                    <a:pt x="302200" y="2562782"/>
                  </a:cubicBezTo>
                  <a:lnTo>
                    <a:pt x="648266" y="2577306"/>
                  </a:lnTo>
                  <a:cubicBezTo>
                    <a:pt x="616227" y="3340690"/>
                    <a:pt x="1051484" y="4046888"/>
                    <a:pt x="1747834" y="4361339"/>
                  </a:cubicBezTo>
                  <a:cubicBezTo>
                    <a:pt x="2444184" y="4675789"/>
                    <a:pt x="3261764" y="4535333"/>
                    <a:pt x="3813244" y="4006513"/>
                  </a:cubicBezTo>
                  <a:cubicBezTo>
                    <a:pt x="4364725" y="3477693"/>
                    <a:pt x="4539341" y="2666722"/>
                    <a:pt x="4254367" y="1957798"/>
                  </a:cubicBezTo>
                  <a:cubicBezTo>
                    <a:pt x="3969393" y="1248875"/>
                    <a:pt x="3282068" y="784388"/>
                    <a:pt x="2518012" y="784388"/>
                  </a:cubicBezTo>
                  <a:close/>
                  <a:moveTo>
                    <a:pt x="2251880" y="0"/>
                  </a:moveTo>
                  <a:lnTo>
                    <a:pt x="2251880" y="2251879"/>
                  </a:lnTo>
                  <a:lnTo>
                    <a:pt x="0" y="2251880"/>
                  </a:lnTo>
                  <a:cubicBezTo>
                    <a:pt x="0" y="1654644"/>
                    <a:pt x="237251" y="1081869"/>
                    <a:pt x="659560" y="659560"/>
                  </a:cubicBezTo>
                  <a:cubicBezTo>
                    <a:pt x="1081870" y="237250"/>
                    <a:pt x="1654644" y="-1"/>
                    <a:pt x="22518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任意多边形 29"/>
            <p:cNvSpPr>
              <a:spLocks noChangeAspect="1"/>
            </p:cNvSpPr>
            <p:nvPr/>
          </p:nvSpPr>
          <p:spPr>
            <a:xfrm>
              <a:off x="11296" y="5990"/>
              <a:ext cx="568" cy="567"/>
            </a:xfrm>
            <a:custGeom>
              <a:avLst/>
              <a:gdLst>
                <a:gd name="connsiteX0" fmla="*/ 816378 w 5074852"/>
                <a:gd name="connsiteY0" fmla="*/ 3584162 h 5063990"/>
                <a:gd name="connsiteX1" fmla="*/ 494757 w 5074852"/>
                <a:gd name="connsiteY1" fmla="*/ 4562500 h 5063990"/>
                <a:gd name="connsiteX2" fmla="*/ 1522998 w 5074852"/>
                <a:gd name="connsiteY2" fmla="*/ 4251342 h 5063990"/>
                <a:gd name="connsiteX3" fmla="*/ 1446260 w 5074852"/>
                <a:gd name="connsiteY3" fmla="*/ 4131002 h 5063990"/>
                <a:gd name="connsiteX4" fmla="*/ 923382 w 5074852"/>
                <a:gd name="connsiteY4" fmla="*/ 3642561 h 5063990"/>
                <a:gd name="connsiteX5" fmla="*/ 3542907 w 5074852"/>
                <a:gd name="connsiteY5" fmla="*/ 705484 h 5063990"/>
                <a:gd name="connsiteX6" fmla="*/ 985516 w 5074852"/>
                <a:gd name="connsiteY6" fmla="*/ 3262875 h 5063990"/>
                <a:gd name="connsiteX7" fmla="*/ 1113448 w 5074852"/>
                <a:gd name="connsiteY7" fmla="*/ 3332695 h 5063990"/>
                <a:gd name="connsiteX8" fmla="*/ 1742481 w 5074852"/>
                <a:gd name="connsiteY8" fmla="*/ 3920299 h 5063990"/>
                <a:gd name="connsiteX9" fmla="*/ 1832850 w 5074852"/>
                <a:gd name="connsiteY9" fmla="*/ 4062016 h 5063990"/>
                <a:gd name="connsiteX10" fmla="*/ 4417890 w 5074852"/>
                <a:gd name="connsiteY10" fmla="*/ 1476978 h 5063990"/>
                <a:gd name="connsiteX11" fmla="*/ 4415770 w 5074852"/>
                <a:gd name="connsiteY11" fmla="*/ 1472766 h 5063990"/>
                <a:gd name="connsiteX12" fmla="*/ 3636524 w 5074852"/>
                <a:gd name="connsiteY12" fmla="*/ 744840 h 5063990"/>
                <a:gd name="connsiteX13" fmla="*/ 4176835 w 5074852"/>
                <a:gd name="connsiteY13" fmla="*/ 341562 h 5063990"/>
                <a:gd name="connsiteX14" fmla="*/ 3853383 w 5074852"/>
                <a:gd name="connsiteY14" fmla="*/ 434650 h 5063990"/>
                <a:gd name="connsiteX15" fmla="*/ 3842392 w 5074852"/>
                <a:gd name="connsiteY15" fmla="*/ 443598 h 5063990"/>
                <a:gd name="connsiteX16" fmla="*/ 3985575 w 5074852"/>
                <a:gd name="connsiteY16" fmla="*/ 521743 h 5063990"/>
                <a:gd name="connsiteX17" fmla="*/ 4614609 w 5074852"/>
                <a:gd name="connsiteY17" fmla="*/ 1109348 h 5063990"/>
                <a:gd name="connsiteX18" fmla="*/ 4661937 w 5074852"/>
                <a:gd name="connsiteY18" fmla="*/ 1183566 h 5063990"/>
                <a:gd name="connsiteX19" fmla="*/ 4671494 w 5074852"/>
                <a:gd name="connsiteY19" fmla="*/ 1167546 h 5063990"/>
                <a:gd name="connsiteX20" fmla="*/ 4721960 w 5074852"/>
                <a:gd name="connsiteY20" fmla="*/ 796243 h 5063990"/>
                <a:gd name="connsiteX21" fmla="*/ 4328896 w 5074852"/>
                <a:gd name="connsiteY21" fmla="*/ 365548 h 5063990"/>
                <a:gd name="connsiteX22" fmla="*/ 4176835 w 5074852"/>
                <a:gd name="connsiteY22" fmla="*/ 341562 h 5063990"/>
                <a:gd name="connsiteX23" fmla="*/ 4183824 w 5074852"/>
                <a:gd name="connsiteY23" fmla="*/ 189 h 5063990"/>
                <a:gd name="connsiteX24" fmla="*/ 4427259 w 5074852"/>
                <a:gd name="connsiteY24" fmla="*/ 38588 h 5063990"/>
                <a:gd name="connsiteX25" fmla="*/ 5056526 w 5074852"/>
                <a:gd name="connsiteY25" fmla="*/ 728098 h 5063990"/>
                <a:gd name="connsiteX26" fmla="*/ 4913426 w 5074852"/>
                <a:gd name="connsiteY26" fmla="*/ 1426963 h 5063990"/>
                <a:gd name="connsiteX27" fmla="*/ 4897039 w 5074852"/>
                <a:gd name="connsiteY27" fmla="*/ 1447543 h 5063990"/>
                <a:gd name="connsiteX28" fmla="*/ 4901285 w 5074852"/>
                <a:gd name="connsiteY28" fmla="*/ 1451788 h 5063990"/>
                <a:gd name="connsiteX29" fmla="*/ 4863862 w 5074852"/>
                <a:gd name="connsiteY29" fmla="*/ 1489211 h 5063990"/>
                <a:gd name="connsiteX30" fmla="*/ 4837026 w 5074852"/>
                <a:gd name="connsiteY30" fmla="*/ 1522915 h 5063990"/>
                <a:gd name="connsiteX31" fmla="*/ 4747085 w 5074852"/>
                <a:gd name="connsiteY31" fmla="*/ 1608804 h 5063990"/>
                <a:gd name="connsiteX32" fmla="*/ 4745805 w 5074852"/>
                <a:gd name="connsiteY32" fmla="*/ 1607267 h 5063990"/>
                <a:gd name="connsiteX33" fmla="*/ 1881323 w 5074852"/>
                <a:gd name="connsiteY33" fmla="*/ 4471749 h 5063990"/>
                <a:gd name="connsiteX34" fmla="*/ 1884004 w 5074852"/>
                <a:gd name="connsiteY34" fmla="*/ 4480607 h 5063990"/>
                <a:gd name="connsiteX35" fmla="*/ 1867459 w 5074852"/>
                <a:gd name="connsiteY35" fmla="*/ 4485614 h 5063990"/>
                <a:gd name="connsiteX36" fmla="*/ 1850684 w 5074852"/>
                <a:gd name="connsiteY36" fmla="*/ 4502388 h 5063990"/>
                <a:gd name="connsiteX37" fmla="*/ 1841703 w 5074852"/>
                <a:gd name="connsiteY37" fmla="*/ 4493407 h 5063990"/>
                <a:gd name="connsiteX38" fmla="*/ 598435 w 5074852"/>
                <a:gd name="connsiteY38" fmla="*/ 4869636 h 5063990"/>
                <a:gd name="connsiteX39" fmla="*/ 0 w 5074852"/>
                <a:gd name="connsiteY39" fmla="*/ 5063990 h 5063990"/>
                <a:gd name="connsiteX40" fmla="*/ 95240 w 5074852"/>
                <a:gd name="connsiteY40" fmla="*/ 4745484 h 5063990"/>
                <a:gd name="connsiteX41" fmla="*/ 93708 w 5074852"/>
                <a:gd name="connsiteY41" fmla="*/ 4744980 h 5063990"/>
                <a:gd name="connsiteX42" fmla="*/ 112315 w 5074852"/>
                <a:gd name="connsiteY42" fmla="*/ 4688384 h 5063990"/>
                <a:gd name="connsiteX43" fmla="*/ 166429 w 5074852"/>
                <a:gd name="connsiteY43" fmla="*/ 4507414 h 5063990"/>
                <a:gd name="connsiteX44" fmla="*/ 170700 w 5074852"/>
                <a:gd name="connsiteY44" fmla="*/ 4510779 h 5063990"/>
                <a:gd name="connsiteX45" fmla="*/ 604148 w 5074852"/>
                <a:gd name="connsiteY45" fmla="*/ 3192281 h 5063990"/>
                <a:gd name="connsiteX46" fmla="*/ 601026 w 5074852"/>
                <a:gd name="connsiteY46" fmla="*/ 3189159 h 5063990"/>
                <a:gd name="connsiteX47" fmla="*/ 607205 w 5074852"/>
                <a:gd name="connsiteY47" fmla="*/ 3182980 h 5063990"/>
                <a:gd name="connsiteX48" fmla="*/ 610885 w 5074852"/>
                <a:gd name="connsiteY48" fmla="*/ 3171785 h 5063990"/>
                <a:gd name="connsiteX49" fmla="*/ 616540 w 5074852"/>
                <a:gd name="connsiteY49" fmla="*/ 3173645 h 5063990"/>
                <a:gd name="connsiteX50" fmla="*/ 3522874 w 5074852"/>
                <a:gd name="connsiteY50" fmla="*/ 267311 h 5063990"/>
                <a:gd name="connsiteX51" fmla="*/ 3522007 w 5074852"/>
                <a:gd name="connsiteY51" fmla="*/ 266444 h 5063990"/>
                <a:gd name="connsiteX52" fmla="*/ 3539763 w 5074852"/>
                <a:gd name="connsiteY52" fmla="*/ 250422 h 5063990"/>
                <a:gd name="connsiteX53" fmla="*/ 3548848 w 5074852"/>
                <a:gd name="connsiteY53" fmla="*/ 241337 h 5063990"/>
                <a:gd name="connsiteX54" fmla="*/ 3549314 w 5074852"/>
                <a:gd name="connsiteY54" fmla="*/ 241803 h 5063990"/>
                <a:gd name="connsiteX55" fmla="*/ 3591419 w 5074852"/>
                <a:gd name="connsiteY55" fmla="*/ 203809 h 5063990"/>
                <a:gd name="connsiteX56" fmla="*/ 4183824 w 5074852"/>
                <a:gd name="connsiteY56" fmla="*/ 189 h 5063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074852" h="5063990">
                  <a:moveTo>
                    <a:pt x="816378" y="3584162"/>
                  </a:moveTo>
                  <a:lnTo>
                    <a:pt x="494757" y="4562500"/>
                  </a:lnTo>
                  <a:lnTo>
                    <a:pt x="1522998" y="4251342"/>
                  </a:lnTo>
                  <a:lnTo>
                    <a:pt x="1446260" y="4131002"/>
                  </a:lnTo>
                  <a:cubicBezTo>
                    <a:pt x="1306625" y="3934700"/>
                    <a:pt x="1128728" y="3768520"/>
                    <a:pt x="923382" y="3642561"/>
                  </a:cubicBezTo>
                  <a:close/>
                  <a:moveTo>
                    <a:pt x="3542907" y="705484"/>
                  </a:moveTo>
                  <a:lnTo>
                    <a:pt x="985516" y="3262875"/>
                  </a:lnTo>
                  <a:lnTo>
                    <a:pt x="1113448" y="3332695"/>
                  </a:lnTo>
                  <a:cubicBezTo>
                    <a:pt x="1360483" y="3484226"/>
                    <a:pt x="1574498" y="3684145"/>
                    <a:pt x="1742481" y="3920299"/>
                  </a:cubicBezTo>
                  <a:lnTo>
                    <a:pt x="1832850" y="4062016"/>
                  </a:lnTo>
                  <a:lnTo>
                    <a:pt x="4417890" y="1476978"/>
                  </a:lnTo>
                  <a:lnTo>
                    <a:pt x="4415770" y="1472766"/>
                  </a:lnTo>
                  <a:cubicBezTo>
                    <a:pt x="4236029" y="1156670"/>
                    <a:pt x="3964114" y="902663"/>
                    <a:pt x="3636524" y="744840"/>
                  </a:cubicBezTo>
                  <a:close/>
                  <a:moveTo>
                    <a:pt x="4176835" y="341562"/>
                  </a:moveTo>
                  <a:cubicBezTo>
                    <a:pt x="4062433" y="339228"/>
                    <a:pt x="3949500" y="371545"/>
                    <a:pt x="3853383" y="434650"/>
                  </a:cubicBezTo>
                  <a:lnTo>
                    <a:pt x="3842392" y="443598"/>
                  </a:lnTo>
                  <a:lnTo>
                    <a:pt x="3985575" y="521743"/>
                  </a:lnTo>
                  <a:cubicBezTo>
                    <a:pt x="4232611" y="673273"/>
                    <a:pt x="4446625" y="873192"/>
                    <a:pt x="4614609" y="1109348"/>
                  </a:cubicBezTo>
                  <a:lnTo>
                    <a:pt x="4661937" y="1183566"/>
                  </a:lnTo>
                  <a:lnTo>
                    <a:pt x="4671494" y="1167546"/>
                  </a:lnTo>
                  <a:cubicBezTo>
                    <a:pt x="4728833" y="1054946"/>
                    <a:pt x="4748054" y="924352"/>
                    <a:pt x="4721960" y="796243"/>
                  </a:cubicBezTo>
                  <a:cubicBezTo>
                    <a:pt x="4680210" y="591268"/>
                    <a:pt x="4529210" y="425811"/>
                    <a:pt x="4328896" y="365548"/>
                  </a:cubicBezTo>
                  <a:cubicBezTo>
                    <a:pt x="4278817" y="350482"/>
                    <a:pt x="4227681" y="342599"/>
                    <a:pt x="4176835" y="341562"/>
                  </a:cubicBezTo>
                  <a:close/>
                  <a:moveTo>
                    <a:pt x="4183824" y="189"/>
                  </a:moveTo>
                  <a:cubicBezTo>
                    <a:pt x="4265224" y="1850"/>
                    <a:pt x="4347087" y="14469"/>
                    <a:pt x="4427259" y="38588"/>
                  </a:cubicBezTo>
                  <a:cubicBezTo>
                    <a:pt x="4747948" y="135065"/>
                    <a:pt x="4989688" y="399949"/>
                    <a:pt x="5056526" y="728098"/>
                  </a:cubicBezTo>
                  <a:cubicBezTo>
                    <a:pt x="5106655" y="974209"/>
                    <a:pt x="5052319" y="1226049"/>
                    <a:pt x="4913426" y="1426963"/>
                  </a:cubicBezTo>
                  <a:lnTo>
                    <a:pt x="4897039" y="1447543"/>
                  </a:lnTo>
                  <a:lnTo>
                    <a:pt x="4901285" y="1451788"/>
                  </a:lnTo>
                  <a:lnTo>
                    <a:pt x="4863862" y="1489211"/>
                  </a:lnTo>
                  <a:lnTo>
                    <a:pt x="4837026" y="1522915"/>
                  </a:lnTo>
                  <a:cubicBezTo>
                    <a:pt x="4809271" y="1553308"/>
                    <a:pt x="4779260" y="1582027"/>
                    <a:pt x="4747085" y="1608804"/>
                  </a:cubicBezTo>
                  <a:lnTo>
                    <a:pt x="4745805" y="1607267"/>
                  </a:lnTo>
                  <a:lnTo>
                    <a:pt x="1881323" y="4471749"/>
                  </a:lnTo>
                  <a:lnTo>
                    <a:pt x="1884004" y="4480607"/>
                  </a:lnTo>
                  <a:lnTo>
                    <a:pt x="1867459" y="4485614"/>
                  </a:lnTo>
                  <a:lnTo>
                    <a:pt x="1850684" y="4502388"/>
                  </a:lnTo>
                  <a:lnTo>
                    <a:pt x="1841703" y="4493407"/>
                  </a:lnTo>
                  <a:lnTo>
                    <a:pt x="598435" y="4869636"/>
                  </a:lnTo>
                  <a:lnTo>
                    <a:pt x="0" y="5063990"/>
                  </a:lnTo>
                  <a:lnTo>
                    <a:pt x="95240" y="4745484"/>
                  </a:lnTo>
                  <a:lnTo>
                    <a:pt x="93708" y="4744980"/>
                  </a:lnTo>
                  <a:lnTo>
                    <a:pt x="112315" y="4688384"/>
                  </a:lnTo>
                  <a:lnTo>
                    <a:pt x="166429" y="4507414"/>
                  </a:lnTo>
                  <a:lnTo>
                    <a:pt x="170700" y="4510779"/>
                  </a:lnTo>
                  <a:lnTo>
                    <a:pt x="604148" y="3192281"/>
                  </a:lnTo>
                  <a:lnTo>
                    <a:pt x="601026" y="3189159"/>
                  </a:lnTo>
                  <a:lnTo>
                    <a:pt x="607205" y="3182980"/>
                  </a:lnTo>
                  <a:lnTo>
                    <a:pt x="610885" y="3171785"/>
                  </a:lnTo>
                  <a:lnTo>
                    <a:pt x="616540" y="3173645"/>
                  </a:lnTo>
                  <a:lnTo>
                    <a:pt x="3522874" y="267311"/>
                  </a:lnTo>
                  <a:lnTo>
                    <a:pt x="3522007" y="266444"/>
                  </a:lnTo>
                  <a:lnTo>
                    <a:pt x="3539763" y="250422"/>
                  </a:lnTo>
                  <a:lnTo>
                    <a:pt x="3548848" y="241337"/>
                  </a:lnTo>
                  <a:lnTo>
                    <a:pt x="3549314" y="241803"/>
                  </a:lnTo>
                  <a:lnTo>
                    <a:pt x="3591419" y="203809"/>
                  </a:lnTo>
                  <a:cubicBezTo>
                    <a:pt x="3759677" y="66975"/>
                    <a:pt x="3970150" y="-4171"/>
                    <a:pt x="4183824" y="189"/>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4" name="组合 33"/>
          <p:cNvGrpSpPr/>
          <p:nvPr/>
        </p:nvGrpSpPr>
        <p:grpSpPr>
          <a:xfrm>
            <a:off x="2515235" y="2885440"/>
            <a:ext cx="2921635" cy="1041400"/>
            <a:chOff x="3492" y="3371"/>
            <a:chExt cx="4601" cy="1640"/>
          </a:xfrm>
        </p:grpSpPr>
        <p:grpSp>
          <p:nvGrpSpPr>
            <p:cNvPr id="35" name="组合 34"/>
            <p:cNvGrpSpPr/>
            <p:nvPr/>
          </p:nvGrpSpPr>
          <p:grpSpPr>
            <a:xfrm>
              <a:off x="3492" y="3371"/>
              <a:ext cx="4601" cy="1640"/>
              <a:chOff x="4765" y="3001"/>
              <a:chExt cx="4601" cy="1640"/>
            </a:xfrm>
          </p:grpSpPr>
          <p:sp>
            <p:nvSpPr>
              <p:cNvPr id="36" name="淘宝店chenying0907出品 43"/>
              <p:cNvSpPr/>
              <p:nvPr/>
            </p:nvSpPr>
            <p:spPr>
              <a:xfrm>
                <a:off x="4765" y="3537"/>
                <a:ext cx="4601"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Put your text about </a:t>
                </a:r>
              </a:p>
            </p:txBody>
          </p:sp>
          <p:sp>
            <p:nvSpPr>
              <p:cNvPr id="37"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38" name="直接连接符 37"/>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13" name="组合 12"/>
          <p:cNvGrpSpPr/>
          <p:nvPr/>
        </p:nvGrpSpPr>
        <p:grpSpPr>
          <a:xfrm>
            <a:off x="2481580" y="4414520"/>
            <a:ext cx="2921635" cy="1041400"/>
            <a:chOff x="3492" y="3371"/>
            <a:chExt cx="4601" cy="1640"/>
          </a:xfrm>
        </p:grpSpPr>
        <p:grpSp>
          <p:nvGrpSpPr>
            <p:cNvPr id="14" name="组合 13"/>
            <p:cNvGrpSpPr/>
            <p:nvPr/>
          </p:nvGrpSpPr>
          <p:grpSpPr>
            <a:xfrm>
              <a:off x="3492" y="3371"/>
              <a:ext cx="4601" cy="1640"/>
              <a:chOff x="4765" y="3001"/>
              <a:chExt cx="4601" cy="1640"/>
            </a:xfrm>
          </p:grpSpPr>
          <p:sp>
            <p:nvSpPr>
              <p:cNvPr id="15" name="淘宝店chenying0907出品 43"/>
              <p:cNvSpPr/>
              <p:nvPr/>
            </p:nvSpPr>
            <p:spPr>
              <a:xfrm>
                <a:off x="4765" y="3537"/>
                <a:ext cx="4601"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Put your text about </a:t>
                </a:r>
              </a:p>
            </p:txBody>
          </p:sp>
          <p:sp>
            <p:nvSpPr>
              <p:cNvPr id="20"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21" name="直接连接符 20"/>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22" name="组合 21"/>
          <p:cNvGrpSpPr/>
          <p:nvPr/>
        </p:nvGrpSpPr>
        <p:grpSpPr>
          <a:xfrm>
            <a:off x="7708265" y="2885440"/>
            <a:ext cx="2921635" cy="1041400"/>
            <a:chOff x="3492" y="3371"/>
            <a:chExt cx="4601" cy="1640"/>
          </a:xfrm>
        </p:grpSpPr>
        <p:grpSp>
          <p:nvGrpSpPr>
            <p:cNvPr id="23" name="组合 22"/>
            <p:cNvGrpSpPr/>
            <p:nvPr/>
          </p:nvGrpSpPr>
          <p:grpSpPr>
            <a:xfrm>
              <a:off x="3492" y="3371"/>
              <a:ext cx="4601" cy="1640"/>
              <a:chOff x="4765" y="3001"/>
              <a:chExt cx="4601" cy="1640"/>
            </a:xfrm>
          </p:grpSpPr>
          <p:sp>
            <p:nvSpPr>
              <p:cNvPr id="24" name="淘宝店chenying0907出品 43"/>
              <p:cNvSpPr/>
              <p:nvPr/>
            </p:nvSpPr>
            <p:spPr>
              <a:xfrm>
                <a:off x="4765" y="3537"/>
                <a:ext cx="4601"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Put your text about </a:t>
                </a:r>
              </a:p>
            </p:txBody>
          </p:sp>
          <p:sp>
            <p:nvSpPr>
              <p:cNvPr id="25"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26" name="直接连接符 25"/>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27" name="组合 26"/>
          <p:cNvGrpSpPr/>
          <p:nvPr/>
        </p:nvGrpSpPr>
        <p:grpSpPr>
          <a:xfrm>
            <a:off x="7708265" y="4414520"/>
            <a:ext cx="2921635" cy="1041400"/>
            <a:chOff x="3492" y="3371"/>
            <a:chExt cx="4601" cy="1640"/>
          </a:xfrm>
        </p:grpSpPr>
        <p:grpSp>
          <p:nvGrpSpPr>
            <p:cNvPr id="28" name="组合 27"/>
            <p:cNvGrpSpPr/>
            <p:nvPr/>
          </p:nvGrpSpPr>
          <p:grpSpPr>
            <a:xfrm>
              <a:off x="3492" y="3371"/>
              <a:ext cx="4601" cy="1640"/>
              <a:chOff x="4765" y="3001"/>
              <a:chExt cx="4601" cy="1640"/>
            </a:xfrm>
          </p:grpSpPr>
          <p:sp>
            <p:nvSpPr>
              <p:cNvPr id="29" name="淘宝店chenying0907出品 43"/>
              <p:cNvSpPr/>
              <p:nvPr/>
            </p:nvSpPr>
            <p:spPr>
              <a:xfrm>
                <a:off x="4765" y="3537"/>
                <a:ext cx="4601"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Put your text about </a:t>
                </a:r>
              </a:p>
            </p:txBody>
          </p:sp>
          <p:sp>
            <p:nvSpPr>
              <p:cNvPr id="30"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31" name="直接连接符 30"/>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spTree>
    <p:extLst>
      <p:ext uri="{BB962C8B-B14F-4D97-AF65-F5344CB8AC3E}">
        <p14:creationId xmlns:p14="http://schemas.microsoft.com/office/powerpoint/2010/main" val="4271684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bd24218a68ba4b70c817e5e6e508ee7e"/>
          <p:cNvPicPr>
            <a:picLocks noChangeAspect="1"/>
          </p:cNvPicPr>
          <p:nvPr/>
        </p:nvPicPr>
        <p:blipFill>
          <a:blip r:embed="rId3">
            <a:lum bright="-100000" contrast="-72000"/>
          </a:blip>
          <a:stretch>
            <a:fillRect/>
          </a:stretch>
        </p:blipFill>
        <p:spPr>
          <a:xfrm rot="2760000" flipH="1">
            <a:off x="546100" y="-3275330"/>
            <a:ext cx="5967730" cy="7909560"/>
          </a:xfrm>
          <a:prstGeom prst="rect">
            <a:avLst/>
          </a:prstGeom>
        </p:spPr>
      </p:pic>
      <p:pic>
        <p:nvPicPr>
          <p:cNvPr id="15" name="图片 14" descr="bd24218a68ba4b70c817e5e6e508ee7e"/>
          <p:cNvPicPr>
            <a:picLocks noChangeAspect="1"/>
          </p:cNvPicPr>
          <p:nvPr/>
        </p:nvPicPr>
        <p:blipFill>
          <a:blip r:embed="rId3">
            <a:lum bright="-100000" contrast="-72000"/>
          </a:blip>
          <a:stretch>
            <a:fillRect/>
          </a:stretch>
        </p:blipFill>
        <p:spPr>
          <a:xfrm rot="18840000" flipH="1" flipV="1">
            <a:off x="-1573530" y="2793365"/>
            <a:ext cx="5967730" cy="7909560"/>
          </a:xfrm>
          <a:prstGeom prst="rect">
            <a:avLst/>
          </a:prstGeom>
        </p:spPr>
      </p:pic>
      <p:sp>
        <p:nvSpPr>
          <p:cNvPr id="16" name="矩形 15"/>
          <p:cNvSpPr/>
          <p:nvPr/>
        </p:nvSpPr>
        <p:spPr>
          <a:xfrm>
            <a:off x="8048625" y="2012315"/>
            <a:ext cx="1899285" cy="189928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69875" tIns="136525" rIns="269875" bIns="136525" rtlCol="0" anchor="ctr" anchorCtr="1"/>
          <a:lstStyle/>
          <a:p>
            <a:pPr algn="ctr"/>
            <a:r>
              <a:rPr lang="en-US" altLang="zh-CN" sz="11500">
                <a:solidFill>
                  <a:schemeClr val="tx1"/>
                </a:solidFill>
                <a:latin typeface="方正细圆简体" panose="02010601030101010101" charset="-122"/>
                <a:ea typeface="方正细圆简体" panose="02010601030101010101" charset="-122"/>
              </a:rPr>
              <a:t>2</a:t>
            </a:r>
          </a:p>
        </p:txBody>
      </p:sp>
      <p:grpSp>
        <p:nvGrpSpPr>
          <p:cNvPr id="17" name="组合 16"/>
          <p:cNvGrpSpPr/>
          <p:nvPr/>
        </p:nvGrpSpPr>
        <p:grpSpPr>
          <a:xfrm>
            <a:off x="6351270" y="4180840"/>
            <a:ext cx="5260340" cy="631190"/>
            <a:chOff x="4877" y="6605"/>
            <a:chExt cx="8284" cy="994"/>
          </a:xfrm>
        </p:grpSpPr>
        <p:cxnSp>
          <p:nvCxnSpPr>
            <p:cNvPr id="18" name="直接连接符 17"/>
            <p:cNvCxnSpPr/>
            <p:nvPr/>
          </p:nvCxnSpPr>
          <p:spPr bwMode="auto">
            <a:xfrm flipH="1">
              <a:off x="8759" y="6605"/>
              <a:ext cx="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37"/>
            <p:cNvSpPr>
              <a:spLocks noChangeArrowheads="1"/>
            </p:cNvSpPr>
            <p:nvPr/>
          </p:nvSpPr>
          <p:spPr bwMode="auto">
            <a:xfrm>
              <a:off x="4877" y="6735"/>
              <a:ext cx="828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1000" dirty="0">
                  <a:solidFill>
                    <a:schemeClr val="tx1">
                      <a:lumMod val="50000"/>
                      <a:lumOff val="50000"/>
                    </a:schemeClr>
                  </a:solidFill>
                  <a:latin typeface="+mn-lt"/>
                  <a:cs typeface="Arial" panose="020B0604020202020204" pitchFamily="34" charset="0"/>
                </a:rPr>
                <a:t>I long to alleviate this evil, but I cannot, and I too suffer. This has been my life. I have found it worth living, and would gladly live it again if the chance were offered me.</a:t>
              </a:r>
            </a:p>
          </p:txBody>
        </p:sp>
      </p:grpSp>
    </p:spTree>
    <p:extLst>
      <p:ext uri="{BB962C8B-B14F-4D97-AF65-F5344CB8AC3E}">
        <p14:creationId xmlns:p14="http://schemas.microsoft.com/office/powerpoint/2010/main" val="4279676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14" name="组合 13"/>
          <p:cNvGrpSpPr/>
          <p:nvPr/>
        </p:nvGrpSpPr>
        <p:grpSpPr>
          <a:xfrm>
            <a:off x="4201795" y="2076450"/>
            <a:ext cx="3833495" cy="4268470"/>
            <a:chOff x="5270" y="1103"/>
            <a:chExt cx="7963" cy="8867"/>
          </a:xfrm>
        </p:grpSpPr>
        <p:sp>
          <p:nvSpPr>
            <p:cNvPr id="17" name="矩形 16"/>
            <p:cNvSpPr/>
            <p:nvPr/>
          </p:nvSpPr>
          <p:spPr>
            <a:xfrm>
              <a:off x="9150" y="1168"/>
              <a:ext cx="270" cy="16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18" name="矩形 17"/>
            <p:cNvSpPr/>
            <p:nvPr/>
          </p:nvSpPr>
          <p:spPr>
            <a:xfrm>
              <a:off x="9150" y="2938"/>
              <a:ext cx="270" cy="16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24" name="矩形 23"/>
            <p:cNvSpPr/>
            <p:nvPr/>
          </p:nvSpPr>
          <p:spPr>
            <a:xfrm>
              <a:off x="9150" y="4708"/>
              <a:ext cx="270" cy="16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25" name="矩形 24"/>
            <p:cNvSpPr/>
            <p:nvPr/>
          </p:nvSpPr>
          <p:spPr>
            <a:xfrm>
              <a:off x="9150" y="6478"/>
              <a:ext cx="270" cy="16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26" name="矩形 25"/>
            <p:cNvSpPr/>
            <p:nvPr/>
          </p:nvSpPr>
          <p:spPr>
            <a:xfrm>
              <a:off x="9150" y="8248"/>
              <a:ext cx="270" cy="16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27" name="矩形 26"/>
            <p:cNvSpPr/>
            <p:nvPr/>
          </p:nvSpPr>
          <p:spPr>
            <a:xfrm>
              <a:off x="9585" y="5398"/>
              <a:ext cx="1673" cy="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28" name="矩形 27"/>
            <p:cNvSpPr/>
            <p:nvPr/>
          </p:nvSpPr>
          <p:spPr>
            <a:xfrm>
              <a:off x="9585" y="8938"/>
              <a:ext cx="1673" cy="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29" name="矩形 28"/>
            <p:cNvSpPr/>
            <p:nvPr/>
          </p:nvSpPr>
          <p:spPr>
            <a:xfrm>
              <a:off x="9585" y="1933"/>
              <a:ext cx="1673" cy="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0" name="矩形 29"/>
            <p:cNvSpPr/>
            <p:nvPr/>
          </p:nvSpPr>
          <p:spPr>
            <a:xfrm>
              <a:off x="7273" y="3703"/>
              <a:ext cx="1672" cy="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1" name="矩形 30"/>
            <p:cNvSpPr/>
            <p:nvPr/>
          </p:nvSpPr>
          <p:spPr>
            <a:xfrm>
              <a:off x="7273" y="7348"/>
              <a:ext cx="1672" cy="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2" name="椭圆 31"/>
            <p:cNvSpPr/>
            <p:nvPr/>
          </p:nvSpPr>
          <p:spPr>
            <a:xfrm>
              <a:off x="5330" y="2798"/>
              <a:ext cx="1810" cy="1810"/>
            </a:xfrm>
            <a:prstGeom prst="ellipse">
              <a:avLst/>
            </a:prstGeom>
            <a:noFill/>
            <a:ln>
              <a:solidFill>
                <a:schemeClr val="tx1"/>
              </a:solidFill>
            </a:ln>
            <a:extLst>
              <a:ext uri="{909E8E84-426E-40DD-AFC4-6F175D3DCCD1}">
                <a14:hiddenFill xmlns:a14="http://schemas.microsoft.com/office/drawing/2010/main">
                  <a:solidFill>
                    <a:srgbClr val="201C1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3" name="椭圆 32"/>
            <p:cNvSpPr/>
            <p:nvPr/>
          </p:nvSpPr>
          <p:spPr>
            <a:xfrm>
              <a:off x="11423" y="8160"/>
              <a:ext cx="1810" cy="18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4" name="椭圆 33"/>
            <p:cNvSpPr/>
            <p:nvPr/>
          </p:nvSpPr>
          <p:spPr>
            <a:xfrm>
              <a:off x="11358" y="4493"/>
              <a:ext cx="1810" cy="18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5" name="椭圆 34"/>
            <p:cNvSpPr/>
            <p:nvPr/>
          </p:nvSpPr>
          <p:spPr>
            <a:xfrm>
              <a:off x="11358" y="1103"/>
              <a:ext cx="1810" cy="18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6" name="椭圆 35"/>
            <p:cNvSpPr/>
            <p:nvPr/>
          </p:nvSpPr>
          <p:spPr>
            <a:xfrm>
              <a:off x="5270" y="6593"/>
              <a:ext cx="1808" cy="18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201C11"/>
                </a:solidFill>
              </a:endParaRPr>
            </a:p>
          </p:txBody>
        </p:sp>
        <p:sp>
          <p:nvSpPr>
            <p:cNvPr id="37" name="Freeform 48"/>
            <p:cNvSpPr/>
            <p:nvPr/>
          </p:nvSpPr>
          <p:spPr bwMode="auto">
            <a:xfrm>
              <a:off x="12038" y="8700"/>
              <a:ext cx="622" cy="720"/>
            </a:xfrm>
            <a:custGeom>
              <a:avLst/>
              <a:gdLst>
                <a:gd name="T0" fmla="*/ 104 w 120"/>
                <a:gd name="T1" fmla="*/ 67 h 120"/>
                <a:gd name="T2" fmla="*/ 120 w 120"/>
                <a:gd name="T3" fmla="*/ 76 h 120"/>
                <a:gd name="T4" fmla="*/ 114 w 120"/>
                <a:gd name="T5" fmla="*/ 91 h 120"/>
                <a:gd name="T6" fmla="*/ 96 w 120"/>
                <a:gd name="T7" fmla="*/ 86 h 120"/>
                <a:gd name="T8" fmla="*/ 86 w 120"/>
                <a:gd name="T9" fmla="*/ 96 h 120"/>
                <a:gd name="T10" fmla="*/ 91 w 120"/>
                <a:gd name="T11" fmla="*/ 114 h 120"/>
                <a:gd name="T12" fmla="*/ 76 w 120"/>
                <a:gd name="T13" fmla="*/ 120 h 120"/>
                <a:gd name="T14" fmla="*/ 66 w 120"/>
                <a:gd name="T15" fmla="*/ 104 h 120"/>
                <a:gd name="T16" fmla="*/ 60 w 120"/>
                <a:gd name="T17" fmla="*/ 104 h 120"/>
                <a:gd name="T18" fmla="*/ 53 w 120"/>
                <a:gd name="T19" fmla="*/ 104 h 120"/>
                <a:gd name="T20" fmla="*/ 53 w 120"/>
                <a:gd name="T21" fmla="*/ 104 h 120"/>
                <a:gd name="T22" fmla="*/ 44 w 120"/>
                <a:gd name="T23" fmla="*/ 120 h 120"/>
                <a:gd name="T24" fmla="*/ 29 w 120"/>
                <a:gd name="T25" fmla="*/ 114 h 120"/>
                <a:gd name="T26" fmla="*/ 34 w 120"/>
                <a:gd name="T27" fmla="*/ 95 h 120"/>
                <a:gd name="T28" fmla="*/ 24 w 120"/>
                <a:gd name="T29" fmla="*/ 86 h 120"/>
                <a:gd name="T30" fmla="*/ 6 w 120"/>
                <a:gd name="T31" fmla="*/ 91 h 120"/>
                <a:gd name="T32" fmla="*/ 0 w 120"/>
                <a:gd name="T33" fmla="*/ 76 h 120"/>
                <a:gd name="T34" fmla="*/ 16 w 120"/>
                <a:gd name="T35" fmla="*/ 66 h 120"/>
                <a:gd name="T36" fmla="*/ 16 w 120"/>
                <a:gd name="T37" fmla="*/ 60 h 120"/>
                <a:gd name="T38" fmla="*/ 16 w 120"/>
                <a:gd name="T39" fmla="*/ 53 h 120"/>
                <a:gd name="T40" fmla="*/ 16 w 120"/>
                <a:gd name="T41" fmla="*/ 53 h 120"/>
                <a:gd name="T42" fmla="*/ 0 w 120"/>
                <a:gd name="T43" fmla="*/ 43 h 120"/>
                <a:gd name="T44" fmla="*/ 6 w 120"/>
                <a:gd name="T45" fmla="*/ 29 h 120"/>
                <a:gd name="T46" fmla="*/ 24 w 120"/>
                <a:gd name="T47" fmla="*/ 34 h 120"/>
                <a:gd name="T48" fmla="*/ 34 w 120"/>
                <a:gd name="T49" fmla="*/ 24 h 120"/>
                <a:gd name="T50" fmla="*/ 29 w 120"/>
                <a:gd name="T51" fmla="*/ 6 h 120"/>
                <a:gd name="T52" fmla="*/ 44 w 120"/>
                <a:gd name="T53" fmla="*/ 0 h 120"/>
                <a:gd name="T54" fmla="*/ 54 w 120"/>
                <a:gd name="T55" fmla="*/ 16 h 120"/>
                <a:gd name="T56" fmla="*/ 60 w 120"/>
                <a:gd name="T57" fmla="*/ 16 h 120"/>
                <a:gd name="T58" fmla="*/ 67 w 120"/>
                <a:gd name="T59" fmla="*/ 16 h 120"/>
                <a:gd name="T60" fmla="*/ 77 w 120"/>
                <a:gd name="T61" fmla="*/ 0 h 120"/>
                <a:gd name="T62" fmla="*/ 91 w 120"/>
                <a:gd name="T63" fmla="*/ 6 h 120"/>
                <a:gd name="T64" fmla="*/ 87 w 120"/>
                <a:gd name="T65" fmla="*/ 24 h 120"/>
                <a:gd name="T66" fmla="*/ 96 w 120"/>
                <a:gd name="T67" fmla="*/ 34 h 120"/>
                <a:gd name="T68" fmla="*/ 114 w 120"/>
                <a:gd name="T69" fmla="*/ 29 h 120"/>
                <a:gd name="T70" fmla="*/ 120 w 120"/>
                <a:gd name="T71" fmla="*/ 44 h 120"/>
                <a:gd name="T72" fmla="*/ 104 w 120"/>
                <a:gd name="T73" fmla="*/ 54 h 120"/>
                <a:gd name="T74" fmla="*/ 104 w 120"/>
                <a:gd name="T75" fmla="*/ 60 h 120"/>
                <a:gd name="T76" fmla="*/ 104 w 120"/>
                <a:gd name="T77" fmla="*/ 67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0" h="120">
                  <a:moveTo>
                    <a:pt x="104" y="67"/>
                  </a:moveTo>
                  <a:cubicBezTo>
                    <a:pt x="120" y="76"/>
                    <a:pt x="120" y="76"/>
                    <a:pt x="120" y="76"/>
                  </a:cubicBezTo>
                  <a:cubicBezTo>
                    <a:pt x="114" y="91"/>
                    <a:pt x="114" y="91"/>
                    <a:pt x="114" y="91"/>
                  </a:cubicBezTo>
                  <a:cubicBezTo>
                    <a:pt x="96" y="86"/>
                    <a:pt x="96" y="86"/>
                    <a:pt x="96" y="86"/>
                  </a:cubicBezTo>
                  <a:cubicBezTo>
                    <a:pt x="93" y="90"/>
                    <a:pt x="90" y="93"/>
                    <a:pt x="86" y="96"/>
                  </a:cubicBezTo>
                  <a:cubicBezTo>
                    <a:pt x="91" y="114"/>
                    <a:pt x="91" y="114"/>
                    <a:pt x="91" y="114"/>
                  </a:cubicBezTo>
                  <a:cubicBezTo>
                    <a:pt x="76" y="120"/>
                    <a:pt x="76" y="120"/>
                    <a:pt x="76" y="120"/>
                  </a:cubicBezTo>
                  <a:cubicBezTo>
                    <a:pt x="66" y="104"/>
                    <a:pt x="66" y="104"/>
                    <a:pt x="66" y="104"/>
                  </a:cubicBezTo>
                  <a:cubicBezTo>
                    <a:pt x="64" y="104"/>
                    <a:pt x="62" y="104"/>
                    <a:pt x="60" y="104"/>
                  </a:cubicBezTo>
                  <a:cubicBezTo>
                    <a:pt x="58" y="104"/>
                    <a:pt x="56" y="104"/>
                    <a:pt x="53" y="104"/>
                  </a:cubicBezTo>
                  <a:cubicBezTo>
                    <a:pt x="53" y="104"/>
                    <a:pt x="53" y="104"/>
                    <a:pt x="53" y="104"/>
                  </a:cubicBezTo>
                  <a:cubicBezTo>
                    <a:pt x="44" y="120"/>
                    <a:pt x="44" y="120"/>
                    <a:pt x="44" y="120"/>
                  </a:cubicBezTo>
                  <a:cubicBezTo>
                    <a:pt x="29" y="114"/>
                    <a:pt x="29" y="114"/>
                    <a:pt x="29" y="114"/>
                  </a:cubicBezTo>
                  <a:cubicBezTo>
                    <a:pt x="34" y="95"/>
                    <a:pt x="34" y="95"/>
                    <a:pt x="34" y="95"/>
                  </a:cubicBezTo>
                  <a:cubicBezTo>
                    <a:pt x="30" y="93"/>
                    <a:pt x="27" y="89"/>
                    <a:pt x="24" y="86"/>
                  </a:cubicBezTo>
                  <a:cubicBezTo>
                    <a:pt x="6" y="91"/>
                    <a:pt x="6" y="91"/>
                    <a:pt x="6" y="91"/>
                  </a:cubicBezTo>
                  <a:cubicBezTo>
                    <a:pt x="0" y="76"/>
                    <a:pt x="0" y="76"/>
                    <a:pt x="0" y="76"/>
                  </a:cubicBezTo>
                  <a:cubicBezTo>
                    <a:pt x="16" y="66"/>
                    <a:pt x="16" y="66"/>
                    <a:pt x="16" y="66"/>
                  </a:cubicBezTo>
                  <a:cubicBezTo>
                    <a:pt x="16" y="64"/>
                    <a:pt x="16" y="62"/>
                    <a:pt x="16" y="60"/>
                  </a:cubicBezTo>
                  <a:cubicBezTo>
                    <a:pt x="16" y="57"/>
                    <a:pt x="16" y="55"/>
                    <a:pt x="16" y="53"/>
                  </a:cubicBezTo>
                  <a:cubicBezTo>
                    <a:pt x="16" y="53"/>
                    <a:pt x="16" y="53"/>
                    <a:pt x="16" y="53"/>
                  </a:cubicBezTo>
                  <a:cubicBezTo>
                    <a:pt x="0" y="43"/>
                    <a:pt x="0" y="43"/>
                    <a:pt x="0" y="43"/>
                  </a:cubicBezTo>
                  <a:cubicBezTo>
                    <a:pt x="6" y="29"/>
                    <a:pt x="6" y="29"/>
                    <a:pt x="6" y="29"/>
                  </a:cubicBezTo>
                  <a:cubicBezTo>
                    <a:pt x="24" y="34"/>
                    <a:pt x="24" y="34"/>
                    <a:pt x="24" y="34"/>
                  </a:cubicBezTo>
                  <a:cubicBezTo>
                    <a:pt x="27" y="30"/>
                    <a:pt x="30" y="27"/>
                    <a:pt x="34" y="24"/>
                  </a:cubicBezTo>
                  <a:cubicBezTo>
                    <a:pt x="29" y="6"/>
                    <a:pt x="29" y="6"/>
                    <a:pt x="29" y="6"/>
                  </a:cubicBezTo>
                  <a:cubicBezTo>
                    <a:pt x="44" y="0"/>
                    <a:pt x="44" y="0"/>
                    <a:pt x="44" y="0"/>
                  </a:cubicBezTo>
                  <a:cubicBezTo>
                    <a:pt x="54" y="16"/>
                    <a:pt x="54" y="16"/>
                    <a:pt x="54" y="16"/>
                  </a:cubicBezTo>
                  <a:cubicBezTo>
                    <a:pt x="56" y="16"/>
                    <a:pt x="58" y="16"/>
                    <a:pt x="60" y="16"/>
                  </a:cubicBezTo>
                  <a:cubicBezTo>
                    <a:pt x="62" y="16"/>
                    <a:pt x="65" y="16"/>
                    <a:pt x="67" y="16"/>
                  </a:cubicBezTo>
                  <a:cubicBezTo>
                    <a:pt x="77" y="0"/>
                    <a:pt x="77" y="0"/>
                    <a:pt x="77" y="0"/>
                  </a:cubicBezTo>
                  <a:cubicBezTo>
                    <a:pt x="91" y="6"/>
                    <a:pt x="91" y="6"/>
                    <a:pt x="91" y="6"/>
                  </a:cubicBezTo>
                  <a:cubicBezTo>
                    <a:pt x="87" y="24"/>
                    <a:pt x="87" y="24"/>
                    <a:pt x="87" y="24"/>
                  </a:cubicBezTo>
                  <a:cubicBezTo>
                    <a:pt x="90" y="27"/>
                    <a:pt x="93" y="30"/>
                    <a:pt x="96" y="34"/>
                  </a:cubicBezTo>
                  <a:cubicBezTo>
                    <a:pt x="114" y="29"/>
                    <a:pt x="114" y="29"/>
                    <a:pt x="114" y="29"/>
                  </a:cubicBezTo>
                  <a:cubicBezTo>
                    <a:pt x="120" y="44"/>
                    <a:pt x="120" y="44"/>
                    <a:pt x="120" y="44"/>
                  </a:cubicBezTo>
                  <a:cubicBezTo>
                    <a:pt x="104" y="54"/>
                    <a:pt x="104" y="54"/>
                    <a:pt x="104" y="54"/>
                  </a:cubicBezTo>
                  <a:cubicBezTo>
                    <a:pt x="104" y="56"/>
                    <a:pt x="104" y="58"/>
                    <a:pt x="104" y="60"/>
                  </a:cubicBezTo>
                  <a:cubicBezTo>
                    <a:pt x="104" y="62"/>
                    <a:pt x="104" y="64"/>
                    <a:pt x="104" y="67"/>
                  </a:cubicBezTo>
                  <a:close/>
                </a:path>
              </a:pathLst>
            </a:custGeom>
            <a:solidFill>
              <a:schemeClr val="bg1"/>
            </a:solidFill>
            <a:ln w="30163" cap="rnd">
              <a:solidFill>
                <a:schemeClr val="tx1"/>
              </a:solidFill>
              <a:prstDash val="solid"/>
              <a:round/>
            </a:ln>
          </p:spPr>
          <p:txBody>
            <a:bodyPr lIns="80296" tIns="40148" rIns="80296" bIns="40148"/>
            <a:lstStyle/>
            <a:p>
              <a:pPr>
                <a:defRPr/>
              </a:pPr>
              <a:endParaRPr lang="zh-CN" altLang="en-US" sz="1580">
                <a:solidFill>
                  <a:srgbClr val="201C11"/>
                </a:solidFill>
              </a:endParaRPr>
            </a:p>
          </p:txBody>
        </p:sp>
        <p:grpSp>
          <p:nvGrpSpPr>
            <p:cNvPr id="38" name="组合 37"/>
            <p:cNvGrpSpPr/>
            <p:nvPr/>
          </p:nvGrpSpPr>
          <p:grpSpPr>
            <a:xfrm>
              <a:off x="5916" y="6969"/>
              <a:ext cx="685" cy="755"/>
              <a:chOff x="1684338" y="1239838"/>
              <a:chExt cx="434975" cy="479425"/>
            </a:xfrm>
            <a:solidFill>
              <a:schemeClr val="bg1"/>
            </a:solidFill>
          </p:grpSpPr>
          <p:sp>
            <p:nvSpPr>
              <p:cNvPr id="39" name="Freeform 23"/>
              <p:cNvSpPr>
                <a:spLocks noEditPoints="1"/>
              </p:cNvSpPr>
              <p:nvPr/>
            </p:nvSpPr>
            <p:spPr bwMode="auto">
              <a:xfrm>
                <a:off x="1684338" y="1239838"/>
                <a:ext cx="434975" cy="479425"/>
              </a:xfrm>
              <a:custGeom>
                <a:avLst/>
                <a:gdLst>
                  <a:gd name="T0" fmla="*/ 160 w 176"/>
                  <a:gd name="T1" fmla="*/ 130 h 194"/>
                  <a:gd name="T2" fmla="*/ 176 w 176"/>
                  <a:gd name="T3" fmla="*/ 114 h 194"/>
                  <a:gd name="T4" fmla="*/ 160 w 176"/>
                  <a:gd name="T5" fmla="*/ 98 h 194"/>
                  <a:gd name="T6" fmla="*/ 152 w 176"/>
                  <a:gd name="T7" fmla="*/ 100 h 194"/>
                  <a:gd name="T8" fmla="*/ 90 w 176"/>
                  <a:gd name="T9" fmla="*/ 34 h 194"/>
                  <a:gd name="T10" fmla="*/ 91 w 176"/>
                  <a:gd name="T11" fmla="*/ 32 h 194"/>
                  <a:gd name="T12" fmla="*/ 91 w 176"/>
                  <a:gd name="T13" fmla="*/ 7 h 194"/>
                  <a:gd name="T14" fmla="*/ 66 w 176"/>
                  <a:gd name="T15" fmla="*/ 7 h 194"/>
                  <a:gd name="T16" fmla="*/ 51 w 176"/>
                  <a:gd name="T17" fmla="*/ 21 h 194"/>
                  <a:gd name="T18" fmla="*/ 34 w 176"/>
                  <a:gd name="T19" fmla="*/ 18 h 194"/>
                  <a:gd name="T20" fmla="*/ 1 w 176"/>
                  <a:gd name="T21" fmla="*/ 31 h 194"/>
                  <a:gd name="T22" fmla="*/ 1 w 176"/>
                  <a:gd name="T23" fmla="*/ 37 h 194"/>
                  <a:gd name="T24" fmla="*/ 61 w 176"/>
                  <a:gd name="T25" fmla="*/ 97 h 194"/>
                  <a:gd name="T26" fmla="*/ 64 w 176"/>
                  <a:gd name="T27" fmla="*/ 98 h 194"/>
                  <a:gd name="T28" fmla="*/ 67 w 176"/>
                  <a:gd name="T29" fmla="*/ 97 h 194"/>
                  <a:gd name="T30" fmla="*/ 77 w 176"/>
                  <a:gd name="T31" fmla="*/ 47 h 194"/>
                  <a:gd name="T32" fmla="*/ 84 w 176"/>
                  <a:gd name="T33" fmla="*/ 39 h 194"/>
                  <a:gd name="T34" fmla="*/ 146 w 176"/>
                  <a:gd name="T35" fmla="*/ 106 h 194"/>
                  <a:gd name="T36" fmla="*/ 144 w 176"/>
                  <a:gd name="T37" fmla="*/ 114 h 194"/>
                  <a:gd name="T38" fmla="*/ 146 w 176"/>
                  <a:gd name="T39" fmla="*/ 122 h 194"/>
                  <a:gd name="T40" fmla="*/ 126 w 176"/>
                  <a:gd name="T41" fmla="*/ 142 h 194"/>
                  <a:gd name="T42" fmla="*/ 112 w 176"/>
                  <a:gd name="T43" fmla="*/ 138 h 194"/>
                  <a:gd name="T44" fmla="*/ 88 w 176"/>
                  <a:gd name="T45" fmla="*/ 162 h 194"/>
                  <a:gd name="T46" fmla="*/ 52 w 176"/>
                  <a:gd name="T47" fmla="*/ 162 h 194"/>
                  <a:gd name="T48" fmla="*/ 32 w 176"/>
                  <a:gd name="T49" fmla="*/ 182 h 194"/>
                  <a:gd name="T50" fmla="*/ 32 w 176"/>
                  <a:gd name="T51" fmla="*/ 190 h 194"/>
                  <a:gd name="T52" fmla="*/ 36 w 176"/>
                  <a:gd name="T53" fmla="*/ 194 h 194"/>
                  <a:gd name="T54" fmla="*/ 156 w 176"/>
                  <a:gd name="T55" fmla="*/ 194 h 194"/>
                  <a:gd name="T56" fmla="*/ 160 w 176"/>
                  <a:gd name="T57" fmla="*/ 190 h 194"/>
                  <a:gd name="T58" fmla="*/ 160 w 176"/>
                  <a:gd name="T59" fmla="*/ 182 h 194"/>
                  <a:gd name="T60" fmla="*/ 140 w 176"/>
                  <a:gd name="T61" fmla="*/ 162 h 194"/>
                  <a:gd name="T62" fmla="*/ 136 w 176"/>
                  <a:gd name="T63" fmla="*/ 162 h 194"/>
                  <a:gd name="T64" fmla="*/ 132 w 176"/>
                  <a:gd name="T65" fmla="*/ 148 h 194"/>
                  <a:gd name="T66" fmla="*/ 152 w 176"/>
                  <a:gd name="T67" fmla="*/ 128 h 194"/>
                  <a:gd name="T68" fmla="*/ 160 w 176"/>
                  <a:gd name="T69" fmla="*/ 130 h 194"/>
                  <a:gd name="T70" fmla="*/ 55 w 176"/>
                  <a:gd name="T71" fmla="*/ 48 h 194"/>
                  <a:gd name="T72" fmla="*/ 52 w 176"/>
                  <a:gd name="T73" fmla="*/ 50 h 194"/>
                  <a:gd name="T74" fmla="*/ 50 w 176"/>
                  <a:gd name="T75" fmla="*/ 48 h 194"/>
                  <a:gd name="T76" fmla="*/ 31 w 176"/>
                  <a:gd name="T77" fmla="*/ 42 h 194"/>
                  <a:gd name="T78" fmla="*/ 27 w 176"/>
                  <a:gd name="T79" fmla="*/ 39 h 194"/>
                  <a:gd name="T80" fmla="*/ 30 w 176"/>
                  <a:gd name="T81" fmla="*/ 34 h 194"/>
                  <a:gd name="T82" fmla="*/ 34 w 176"/>
                  <a:gd name="T83" fmla="*/ 34 h 194"/>
                  <a:gd name="T84" fmla="*/ 55 w 176"/>
                  <a:gd name="T85" fmla="*/ 43 h 194"/>
                  <a:gd name="T86" fmla="*/ 55 w 176"/>
                  <a:gd name="T87" fmla="*/ 4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6" h="194">
                    <a:moveTo>
                      <a:pt x="160" y="130"/>
                    </a:moveTo>
                    <a:cubicBezTo>
                      <a:pt x="169" y="130"/>
                      <a:pt x="176" y="123"/>
                      <a:pt x="176" y="114"/>
                    </a:cubicBezTo>
                    <a:cubicBezTo>
                      <a:pt x="176" y="105"/>
                      <a:pt x="169" y="98"/>
                      <a:pt x="160" y="98"/>
                    </a:cubicBezTo>
                    <a:cubicBezTo>
                      <a:pt x="157" y="98"/>
                      <a:pt x="155" y="99"/>
                      <a:pt x="152" y="100"/>
                    </a:cubicBezTo>
                    <a:cubicBezTo>
                      <a:pt x="90" y="34"/>
                      <a:pt x="90" y="34"/>
                      <a:pt x="90" y="34"/>
                    </a:cubicBezTo>
                    <a:cubicBezTo>
                      <a:pt x="91" y="32"/>
                      <a:pt x="91" y="32"/>
                      <a:pt x="91" y="32"/>
                    </a:cubicBezTo>
                    <a:cubicBezTo>
                      <a:pt x="98" y="25"/>
                      <a:pt x="98" y="14"/>
                      <a:pt x="91" y="7"/>
                    </a:cubicBezTo>
                    <a:cubicBezTo>
                      <a:pt x="84" y="0"/>
                      <a:pt x="73" y="0"/>
                      <a:pt x="66" y="7"/>
                    </a:cubicBezTo>
                    <a:cubicBezTo>
                      <a:pt x="51" y="21"/>
                      <a:pt x="51" y="21"/>
                      <a:pt x="51" y="21"/>
                    </a:cubicBezTo>
                    <a:cubicBezTo>
                      <a:pt x="46" y="19"/>
                      <a:pt x="40" y="18"/>
                      <a:pt x="34" y="18"/>
                    </a:cubicBezTo>
                    <a:cubicBezTo>
                      <a:pt x="22" y="18"/>
                      <a:pt x="10" y="23"/>
                      <a:pt x="1" y="31"/>
                    </a:cubicBezTo>
                    <a:cubicBezTo>
                      <a:pt x="0" y="33"/>
                      <a:pt x="0" y="35"/>
                      <a:pt x="1" y="37"/>
                    </a:cubicBezTo>
                    <a:cubicBezTo>
                      <a:pt x="61" y="97"/>
                      <a:pt x="61" y="97"/>
                      <a:pt x="61" y="97"/>
                    </a:cubicBezTo>
                    <a:cubicBezTo>
                      <a:pt x="62" y="97"/>
                      <a:pt x="63" y="98"/>
                      <a:pt x="64" y="98"/>
                    </a:cubicBezTo>
                    <a:cubicBezTo>
                      <a:pt x="65" y="98"/>
                      <a:pt x="66" y="97"/>
                      <a:pt x="67" y="97"/>
                    </a:cubicBezTo>
                    <a:cubicBezTo>
                      <a:pt x="80" y="83"/>
                      <a:pt x="84" y="63"/>
                      <a:pt x="77" y="47"/>
                    </a:cubicBezTo>
                    <a:cubicBezTo>
                      <a:pt x="84" y="39"/>
                      <a:pt x="84" y="39"/>
                      <a:pt x="84" y="39"/>
                    </a:cubicBezTo>
                    <a:cubicBezTo>
                      <a:pt x="146" y="106"/>
                      <a:pt x="146" y="106"/>
                      <a:pt x="146" y="106"/>
                    </a:cubicBezTo>
                    <a:cubicBezTo>
                      <a:pt x="145" y="108"/>
                      <a:pt x="144" y="111"/>
                      <a:pt x="144" y="114"/>
                    </a:cubicBezTo>
                    <a:cubicBezTo>
                      <a:pt x="144" y="117"/>
                      <a:pt x="145" y="120"/>
                      <a:pt x="146" y="122"/>
                    </a:cubicBezTo>
                    <a:cubicBezTo>
                      <a:pt x="126" y="142"/>
                      <a:pt x="126" y="142"/>
                      <a:pt x="126" y="142"/>
                    </a:cubicBezTo>
                    <a:cubicBezTo>
                      <a:pt x="122" y="140"/>
                      <a:pt x="117" y="138"/>
                      <a:pt x="112" y="138"/>
                    </a:cubicBezTo>
                    <a:cubicBezTo>
                      <a:pt x="99" y="138"/>
                      <a:pt x="88" y="149"/>
                      <a:pt x="88" y="162"/>
                    </a:cubicBezTo>
                    <a:cubicBezTo>
                      <a:pt x="52" y="162"/>
                      <a:pt x="52" y="162"/>
                      <a:pt x="52" y="162"/>
                    </a:cubicBezTo>
                    <a:cubicBezTo>
                      <a:pt x="41" y="162"/>
                      <a:pt x="32" y="171"/>
                      <a:pt x="32" y="182"/>
                    </a:cubicBezTo>
                    <a:cubicBezTo>
                      <a:pt x="32" y="190"/>
                      <a:pt x="32" y="190"/>
                      <a:pt x="32" y="190"/>
                    </a:cubicBezTo>
                    <a:cubicBezTo>
                      <a:pt x="32" y="192"/>
                      <a:pt x="34" y="194"/>
                      <a:pt x="36" y="194"/>
                    </a:cubicBezTo>
                    <a:cubicBezTo>
                      <a:pt x="156" y="194"/>
                      <a:pt x="156" y="194"/>
                      <a:pt x="156" y="194"/>
                    </a:cubicBezTo>
                    <a:cubicBezTo>
                      <a:pt x="158" y="194"/>
                      <a:pt x="160" y="192"/>
                      <a:pt x="160" y="190"/>
                    </a:cubicBezTo>
                    <a:cubicBezTo>
                      <a:pt x="160" y="182"/>
                      <a:pt x="160" y="182"/>
                      <a:pt x="160" y="182"/>
                    </a:cubicBezTo>
                    <a:cubicBezTo>
                      <a:pt x="160" y="171"/>
                      <a:pt x="151" y="162"/>
                      <a:pt x="140" y="162"/>
                    </a:cubicBezTo>
                    <a:cubicBezTo>
                      <a:pt x="136" y="162"/>
                      <a:pt x="136" y="162"/>
                      <a:pt x="136" y="162"/>
                    </a:cubicBezTo>
                    <a:cubicBezTo>
                      <a:pt x="136" y="157"/>
                      <a:pt x="134" y="152"/>
                      <a:pt x="132" y="148"/>
                    </a:cubicBezTo>
                    <a:cubicBezTo>
                      <a:pt x="152" y="128"/>
                      <a:pt x="152" y="128"/>
                      <a:pt x="152" y="128"/>
                    </a:cubicBezTo>
                    <a:cubicBezTo>
                      <a:pt x="154" y="129"/>
                      <a:pt x="157" y="130"/>
                      <a:pt x="160" y="130"/>
                    </a:cubicBezTo>
                    <a:close/>
                    <a:moveTo>
                      <a:pt x="55" y="48"/>
                    </a:moveTo>
                    <a:cubicBezTo>
                      <a:pt x="55" y="49"/>
                      <a:pt x="53" y="50"/>
                      <a:pt x="52" y="50"/>
                    </a:cubicBezTo>
                    <a:cubicBezTo>
                      <a:pt x="51" y="50"/>
                      <a:pt x="50" y="49"/>
                      <a:pt x="50" y="48"/>
                    </a:cubicBezTo>
                    <a:cubicBezTo>
                      <a:pt x="45" y="43"/>
                      <a:pt x="38" y="41"/>
                      <a:pt x="31" y="42"/>
                    </a:cubicBezTo>
                    <a:cubicBezTo>
                      <a:pt x="29" y="42"/>
                      <a:pt x="27" y="41"/>
                      <a:pt x="27" y="39"/>
                    </a:cubicBezTo>
                    <a:cubicBezTo>
                      <a:pt x="26" y="36"/>
                      <a:pt x="28" y="34"/>
                      <a:pt x="30" y="34"/>
                    </a:cubicBezTo>
                    <a:cubicBezTo>
                      <a:pt x="31" y="34"/>
                      <a:pt x="33" y="34"/>
                      <a:pt x="34" y="34"/>
                    </a:cubicBezTo>
                    <a:cubicBezTo>
                      <a:pt x="42" y="34"/>
                      <a:pt x="50" y="37"/>
                      <a:pt x="55" y="43"/>
                    </a:cubicBezTo>
                    <a:cubicBezTo>
                      <a:pt x="57" y="44"/>
                      <a:pt x="57" y="47"/>
                      <a:pt x="55" y="48"/>
                    </a:cubicBezTo>
                    <a:close/>
                  </a:path>
                </a:pathLst>
              </a:custGeom>
              <a:solidFill>
                <a:schemeClr val="tx1"/>
              </a:solidFill>
              <a:ln>
                <a:noFill/>
              </a:ln>
            </p:spPr>
            <p:txBody>
              <a:bodyPr lIns="80296" tIns="40148" rIns="80296" bIns="40148"/>
              <a:lstStyle/>
              <a:p>
                <a:pPr>
                  <a:defRPr/>
                </a:pPr>
                <a:endParaRPr lang="zh-CN" altLang="en-US" sz="1580">
                  <a:solidFill>
                    <a:srgbClr val="201C11"/>
                  </a:solidFill>
                </a:endParaRPr>
              </a:p>
            </p:txBody>
          </p:sp>
          <p:sp>
            <p:nvSpPr>
              <p:cNvPr id="40" name="Freeform 24"/>
              <p:cNvSpPr/>
              <p:nvPr/>
            </p:nvSpPr>
            <p:spPr bwMode="auto">
              <a:xfrm>
                <a:off x="1698625" y="1379538"/>
                <a:ext cx="87313" cy="82550"/>
              </a:xfrm>
              <a:custGeom>
                <a:avLst/>
                <a:gdLst>
                  <a:gd name="T0" fmla="*/ 4 w 35"/>
                  <a:gd name="T1" fmla="*/ 0 h 33"/>
                  <a:gd name="T2" fmla="*/ 9 w 35"/>
                  <a:gd name="T3" fmla="*/ 26 h 33"/>
                  <a:gd name="T4" fmla="*/ 25 w 35"/>
                  <a:gd name="T5" fmla="*/ 33 h 33"/>
                  <a:gd name="T6" fmla="*/ 35 w 35"/>
                  <a:gd name="T7" fmla="*/ 31 h 33"/>
                  <a:gd name="T8" fmla="*/ 4 w 35"/>
                  <a:gd name="T9" fmla="*/ 0 h 33"/>
                </a:gdLst>
                <a:ahLst/>
                <a:cxnLst>
                  <a:cxn ang="0">
                    <a:pos x="T0" y="T1"/>
                  </a:cxn>
                  <a:cxn ang="0">
                    <a:pos x="T2" y="T3"/>
                  </a:cxn>
                  <a:cxn ang="0">
                    <a:pos x="T4" y="T5"/>
                  </a:cxn>
                  <a:cxn ang="0">
                    <a:pos x="T6" y="T7"/>
                  </a:cxn>
                  <a:cxn ang="0">
                    <a:pos x="T8" y="T9"/>
                  </a:cxn>
                </a:cxnLst>
                <a:rect l="0" t="0" r="r" b="b"/>
                <a:pathLst>
                  <a:path w="35" h="33">
                    <a:moveTo>
                      <a:pt x="4" y="0"/>
                    </a:moveTo>
                    <a:cubicBezTo>
                      <a:pt x="0" y="9"/>
                      <a:pt x="2" y="19"/>
                      <a:pt x="9" y="26"/>
                    </a:cubicBezTo>
                    <a:cubicBezTo>
                      <a:pt x="13" y="31"/>
                      <a:pt x="19" y="33"/>
                      <a:pt x="25" y="33"/>
                    </a:cubicBezTo>
                    <a:cubicBezTo>
                      <a:pt x="28" y="33"/>
                      <a:pt x="32" y="32"/>
                      <a:pt x="35" y="31"/>
                    </a:cubicBezTo>
                    <a:lnTo>
                      <a:pt x="4" y="0"/>
                    </a:lnTo>
                    <a:close/>
                  </a:path>
                </a:pathLst>
              </a:custGeom>
              <a:grpFill/>
              <a:ln>
                <a:noFill/>
              </a:ln>
            </p:spPr>
            <p:txBody>
              <a:bodyPr lIns="80296" tIns="40148" rIns="80296" bIns="40148"/>
              <a:lstStyle/>
              <a:p>
                <a:pPr>
                  <a:defRPr/>
                </a:pPr>
                <a:endParaRPr lang="zh-CN" altLang="en-US" sz="1580">
                  <a:solidFill>
                    <a:srgbClr val="201C11"/>
                  </a:solidFill>
                </a:endParaRPr>
              </a:p>
            </p:txBody>
          </p:sp>
        </p:grpSp>
        <p:grpSp>
          <p:nvGrpSpPr>
            <p:cNvPr id="41" name="组合 40"/>
            <p:cNvGrpSpPr/>
            <p:nvPr/>
          </p:nvGrpSpPr>
          <p:grpSpPr>
            <a:xfrm>
              <a:off x="11967" y="1632"/>
              <a:ext cx="593" cy="753"/>
              <a:chOff x="2889250" y="1241425"/>
              <a:chExt cx="376238" cy="477838"/>
            </a:xfrm>
            <a:solidFill>
              <a:schemeClr val="bg1"/>
            </a:solidFill>
          </p:grpSpPr>
          <p:sp>
            <p:nvSpPr>
              <p:cNvPr id="42" name="Freeform 25"/>
              <p:cNvSpPr/>
              <p:nvPr/>
            </p:nvSpPr>
            <p:spPr bwMode="auto">
              <a:xfrm>
                <a:off x="2889250" y="1241425"/>
                <a:ext cx="376238" cy="477838"/>
              </a:xfrm>
              <a:custGeom>
                <a:avLst/>
                <a:gdLst>
                  <a:gd name="T0" fmla="*/ 108 w 152"/>
                  <a:gd name="T1" fmla="*/ 161 h 193"/>
                  <a:gd name="T2" fmla="*/ 68 w 152"/>
                  <a:gd name="T3" fmla="*/ 161 h 193"/>
                  <a:gd name="T4" fmla="*/ 68 w 152"/>
                  <a:gd name="T5" fmla="*/ 145 h 193"/>
                  <a:gd name="T6" fmla="*/ 121 w 152"/>
                  <a:gd name="T7" fmla="*/ 122 h 193"/>
                  <a:gd name="T8" fmla="*/ 130 w 152"/>
                  <a:gd name="T9" fmla="*/ 19 h 193"/>
                  <a:gd name="T10" fmla="*/ 130 w 152"/>
                  <a:gd name="T11" fmla="*/ 18 h 193"/>
                  <a:gd name="T12" fmla="*/ 130 w 152"/>
                  <a:gd name="T13" fmla="*/ 18 h 193"/>
                  <a:gd name="T14" fmla="*/ 128 w 152"/>
                  <a:gd name="T15" fmla="*/ 14 h 193"/>
                  <a:gd name="T16" fmla="*/ 130 w 152"/>
                  <a:gd name="T17" fmla="*/ 10 h 193"/>
                  <a:gd name="T18" fmla="*/ 137 w 152"/>
                  <a:gd name="T19" fmla="*/ 10 h 193"/>
                  <a:gd name="T20" fmla="*/ 143 w 152"/>
                  <a:gd name="T21" fmla="*/ 10 h 193"/>
                  <a:gd name="T22" fmla="*/ 143 w 152"/>
                  <a:gd name="T23" fmla="*/ 5 h 193"/>
                  <a:gd name="T24" fmla="*/ 124 w 152"/>
                  <a:gd name="T25" fmla="*/ 5 h 193"/>
                  <a:gd name="T26" fmla="*/ 120 w 152"/>
                  <a:gd name="T27" fmla="*/ 14 h 193"/>
                  <a:gd name="T28" fmla="*/ 124 w 152"/>
                  <a:gd name="T29" fmla="*/ 23 h 193"/>
                  <a:gd name="T30" fmla="*/ 124 w 152"/>
                  <a:gd name="T31" fmla="*/ 23 h 193"/>
                  <a:gd name="T32" fmla="*/ 115 w 152"/>
                  <a:gd name="T33" fmla="*/ 116 h 193"/>
                  <a:gd name="T34" fmla="*/ 23 w 152"/>
                  <a:gd name="T35" fmla="*/ 124 h 193"/>
                  <a:gd name="T36" fmla="*/ 23 w 152"/>
                  <a:gd name="T37" fmla="*/ 124 h 193"/>
                  <a:gd name="T38" fmla="*/ 4 w 152"/>
                  <a:gd name="T39" fmla="*/ 125 h 193"/>
                  <a:gd name="T40" fmla="*/ 0 w 152"/>
                  <a:gd name="T41" fmla="*/ 134 h 193"/>
                  <a:gd name="T42" fmla="*/ 4 w 152"/>
                  <a:gd name="T43" fmla="*/ 144 h 193"/>
                  <a:gd name="T44" fmla="*/ 7 w 152"/>
                  <a:gd name="T45" fmla="*/ 145 h 193"/>
                  <a:gd name="T46" fmla="*/ 10 w 152"/>
                  <a:gd name="T47" fmla="*/ 144 h 193"/>
                  <a:gd name="T48" fmla="*/ 10 w 152"/>
                  <a:gd name="T49" fmla="*/ 138 h 193"/>
                  <a:gd name="T50" fmla="*/ 8 w 152"/>
                  <a:gd name="T51" fmla="*/ 134 h 193"/>
                  <a:gd name="T52" fmla="*/ 10 w 152"/>
                  <a:gd name="T53" fmla="*/ 130 h 193"/>
                  <a:gd name="T54" fmla="*/ 18 w 152"/>
                  <a:gd name="T55" fmla="*/ 130 h 193"/>
                  <a:gd name="T56" fmla="*/ 18 w 152"/>
                  <a:gd name="T57" fmla="*/ 131 h 193"/>
                  <a:gd name="T58" fmla="*/ 18 w 152"/>
                  <a:gd name="T59" fmla="*/ 131 h 193"/>
                  <a:gd name="T60" fmla="*/ 60 w 152"/>
                  <a:gd name="T61" fmla="*/ 145 h 193"/>
                  <a:gd name="T62" fmla="*/ 60 w 152"/>
                  <a:gd name="T63" fmla="*/ 161 h 193"/>
                  <a:gd name="T64" fmla="*/ 20 w 152"/>
                  <a:gd name="T65" fmla="*/ 161 h 193"/>
                  <a:gd name="T66" fmla="*/ 0 w 152"/>
                  <a:gd name="T67" fmla="*/ 181 h 193"/>
                  <a:gd name="T68" fmla="*/ 0 w 152"/>
                  <a:gd name="T69" fmla="*/ 189 h 193"/>
                  <a:gd name="T70" fmla="*/ 4 w 152"/>
                  <a:gd name="T71" fmla="*/ 193 h 193"/>
                  <a:gd name="T72" fmla="*/ 124 w 152"/>
                  <a:gd name="T73" fmla="*/ 193 h 193"/>
                  <a:gd name="T74" fmla="*/ 128 w 152"/>
                  <a:gd name="T75" fmla="*/ 189 h 193"/>
                  <a:gd name="T76" fmla="*/ 128 w 152"/>
                  <a:gd name="T77" fmla="*/ 181 h 193"/>
                  <a:gd name="T78" fmla="*/ 108 w 152"/>
                  <a:gd name="T79" fmla="*/ 16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2" h="193">
                    <a:moveTo>
                      <a:pt x="108" y="161"/>
                    </a:moveTo>
                    <a:cubicBezTo>
                      <a:pt x="68" y="161"/>
                      <a:pt x="68" y="161"/>
                      <a:pt x="68" y="161"/>
                    </a:cubicBezTo>
                    <a:cubicBezTo>
                      <a:pt x="68" y="145"/>
                      <a:pt x="68" y="145"/>
                      <a:pt x="68" y="145"/>
                    </a:cubicBezTo>
                    <a:cubicBezTo>
                      <a:pt x="88" y="144"/>
                      <a:pt x="107" y="136"/>
                      <a:pt x="121" y="122"/>
                    </a:cubicBezTo>
                    <a:cubicBezTo>
                      <a:pt x="148" y="94"/>
                      <a:pt x="152" y="50"/>
                      <a:pt x="130" y="19"/>
                    </a:cubicBezTo>
                    <a:cubicBezTo>
                      <a:pt x="130" y="18"/>
                      <a:pt x="130" y="18"/>
                      <a:pt x="130" y="18"/>
                    </a:cubicBezTo>
                    <a:cubicBezTo>
                      <a:pt x="130" y="18"/>
                      <a:pt x="130" y="18"/>
                      <a:pt x="130" y="18"/>
                    </a:cubicBezTo>
                    <a:cubicBezTo>
                      <a:pt x="129" y="17"/>
                      <a:pt x="128" y="16"/>
                      <a:pt x="128" y="14"/>
                    </a:cubicBezTo>
                    <a:cubicBezTo>
                      <a:pt x="128" y="13"/>
                      <a:pt x="129" y="11"/>
                      <a:pt x="130" y="10"/>
                    </a:cubicBezTo>
                    <a:cubicBezTo>
                      <a:pt x="132" y="8"/>
                      <a:pt x="135" y="8"/>
                      <a:pt x="137" y="10"/>
                    </a:cubicBezTo>
                    <a:cubicBezTo>
                      <a:pt x="139" y="12"/>
                      <a:pt x="141" y="12"/>
                      <a:pt x="143" y="10"/>
                    </a:cubicBezTo>
                    <a:cubicBezTo>
                      <a:pt x="144" y="9"/>
                      <a:pt x="144" y="6"/>
                      <a:pt x="143" y="5"/>
                    </a:cubicBezTo>
                    <a:cubicBezTo>
                      <a:pt x="138" y="0"/>
                      <a:pt x="129" y="0"/>
                      <a:pt x="124" y="5"/>
                    </a:cubicBezTo>
                    <a:cubicBezTo>
                      <a:pt x="121" y="7"/>
                      <a:pt x="120" y="11"/>
                      <a:pt x="120" y="14"/>
                    </a:cubicBezTo>
                    <a:cubicBezTo>
                      <a:pt x="120" y="18"/>
                      <a:pt x="121" y="21"/>
                      <a:pt x="124" y="23"/>
                    </a:cubicBezTo>
                    <a:cubicBezTo>
                      <a:pt x="124" y="23"/>
                      <a:pt x="124" y="23"/>
                      <a:pt x="124" y="23"/>
                    </a:cubicBezTo>
                    <a:cubicBezTo>
                      <a:pt x="143" y="52"/>
                      <a:pt x="140" y="92"/>
                      <a:pt x="115" y="116"/>
                    </a:cubicBezTo>
                    <a:cubicBezTo>
                      <a:pt x="91" y="140"/>
                      <a:pt x="51" y="144"/>
                      <a:pt x="23" y="124"/>
                    </a:cubicBezTo>
                    <a:cubicBezTo>
                      <a:pt x="23" y="124"/>
                      <a:pt x="23" y="124"/>
                      <a:pt x="23" y="124"/>
                    </a:cubicBezTo>
                    <a:cubicBezTo>
                      <a:pt x="17" y="120"/>
                      <a:pt x="9" y="120"/>
                      <a:pt x="4" y="125"/>
                    </a:cubicBezTo>
                    <a:cubicBezTo>
                      <a:pt x="2" y="127"/>
                      <a:pt x="0" y="131"/>
                      <a:pt x="0" y="134"/>
                    </a:cubicBezTo>
                    <a:cubicBezTo>
                      <a:pt x="0" y="138"/>
                      <a:pt x="2" y="141"/>
                      <a:pt x="4" y="144"/>
                    </a:cubicBezTo>
                    <a:cubicBezTo>
                      <a:pt x="5" y="144"/>
                      <a:pt x="6" y="145"/>
                      <a:pt x="7" y="145"/>
                    </a:cubicBezTo>
                    <a:cubicBezTo>
                      <a:pt x="8" y="145"/>
                      <a:pt x="9" y="144"/>
                      <a:pt x="10" y="144"/>
                    </a:cubicBezTo>
                    <a:cubicBezTo>
                      <a:pt x="11" y="142"/>
                      <a:pt x="11" y="140"/>
                      <a:pt x="10" y="138"/>
                    </a:cubicBezTo>
                    <a:cubicBezTo>
                      <a:pt x="9" y="137"/>
                      <a:pt x="8" y="136"/>
                      <a:pt x="8" y="134"/>
                    </a:cubicBezTo>
                    <a:cubicBezTo>
                      <a:pt x="8" y="133"/>
                      <a:pt x="9" y="131"/>
                      <a:pt x="10" y="130"/>
                    </a:cubicBezTo>
                    <a:cubicBezTo>
                      <a:pt x="12" y="128"/>
                      <a:pt x="15" y="128"/>
                      <a:pt x="18" y="130"/>
                    </a:cubicBezTo>
                    <a:cubicBezTo>
                      <a:pt x="18" y="131"/>
                      <a:pt x="18" y="131"/>
                      <a:pt x="18" y="131"/>
                    </a:cubicBezTo>
                    <a:cubicBezTo>
                      <a:pt x="18" y="131"/>
                      <a:pt x="18" y="131"/>
                      <a:pt x="18" y="131"/>
                    </a:cubicBezTo>
                    <a:cubicBezTo>
                      <a:pt x="31" y="140"/>
                      <a:pt x="45" y="144"/>
                      <a:pt x="60" y="145"/>
                    </a:cubicBezTo>
                    <a:cubicBezTo>
                      <a:pt x="60" y="161"/>
                      <a:pt x="60" y="161"/>
                      <a:pt x="60" y="161"/>
                    </a:cubicBezTo>
                    <a:cubicBezTo>
                      <a:pt x="20" y="161"/>
                      <a:pt x="20" y="161"/>
                      <a:pt x="20" y="161"/>
                    </a:cubicBezTo>
                    <a:cubicBezTo>
                      <a:pt x="9" y="161"/>
                      <a:pt x="0" y="170"/>
                      <a:pt x="0" y="181"/>
                    </a:cubicBezTo>
                    <a:cubicBezTo>
                      <a:pt x="0" y="189"/>
                      <a:pt x="0" y="189"/>
                      <a:pt x="0" y="189"/>
                    </a:cubicBezTo>
                    <a:cubicBezTo>
                      <a:pt x="0" y="191"/>
                      <a:pt x="2" y="193"/>
                      <a:pt x="4" y="193"/>
                    </a:cubicBezTo>
                    <a:cubicBezTo>
                      <a:pt x="124" y="193"/>
                      <a:pt x="124" y="193"/>
                      <a:pt x="124" y="193"/>
                    </a:cubicBezTo>
                    <a:cubicBezTo>
                      <a:pt x="127" y="193"/>
                      <a:pt x="128" y="191"/>
                      <a:pt x="128" y="189"/>
                    </a:cubicBezTo>
                    <a:cubicBezTo>
                      <a:pt x="128" y="181"/>
                      <a:pt x="128" y="181"/>
                      <a:pt x="128" y="181"/>
                    </a:cubicBezTo>
                    <a:cubicBezTo>
                      <a:pt x="128" y="170"/>
                      <a:pt x="119" y="161"/>
                      <a:pt x="108" y="161"/>
                    </a:cubicBezTo>
                    <a:close/>
                  </a:path>
                </a:pathLst>
              </a:custGeom>
              <a:solidFill>
                <a:schemeClr val="tx1"/>
              </a:solidFill>
              <a:ln>
                <a:noFill/>
              </a:ln>
            </p:spPr>
            <p:txBody>
              <a:bodyPr lIns="80296" tIns="40148" rIns="80296" bIns="40148"/>
              <a:lstStyle/>
              <a:p>
                <a:pPr>
                  <a:defRPr/>
                </a:pPr>
                <a:endParaRPr lang="zh-CN" altLang="en-US" sz="1580">
                  <a:solidFill>
                    <a:srgbClr val="201C11"/>
                  </a:solidFill>
                </a:endParaRPr>
              </a:p>
            </p:txBody>
          </p:sp>
          <p:sp>
            <p:nvSpPr>
              <p:cNvPr id="43" name="Freeform 26"/>
              <p:cNvSpPr>
                <a:spLocks noEditPoints="1"/>
              </p:cNvSpPr>
              <p:nvPr/>
            </p:nvSpPr>
            <p:spPr bwMode="auto">
              <a:xfrm>
                <a:off x="2889250" y="1244600"/>
                <a:ext cx="315913" cy="314325"/>
              </a:xfrm>
              <a:custGeom>
                <a:avLst/>
                <a:gdLst>
                  <a:gd name="T0" fmla="*/ 64 w 128"/>
                  <a:gd name="T1" fmla="*/ 127 h 127"/>
                  <a:gd name="T2" fmla="*/ 128 w 128"/>
                  <a:gd name="T3" fmla="*/ 64 h 127"/>
                  <a:gd name="T4" fmla="*/ 64 w 128"/>
                  <a:gd name="T5" fmla="*/ 0 h 127"/>
                  <a:gd name="T6" fmla="*/ 0 w 128"/>
                  <a:gd name="T7" fmla="*/ 64 h 127"/>
                  <a:gd name="T8" fmla="*/ 64 w 128"/>
                  <a:gd name="T9" fmla="*/ 127 h 127"/>
                  <a:gd name="T10" fmla="*/ 64 w 128"/>
                  <a:gd name="T11" fmla="*/ 24 h 127"/>
                  <a:gd name="T12" fmla="*/ 68 w 128"/>
                  <a:gd name="T13" fmla="*/ 28 h 127"/>
                  <a:gd name="T14" fmla="*/ 64 w 128"/>
                  <a:gd name="T15" fmla="*/ 32 h 127"/>
                  <a:gd name="T16" fmla="*/ 28 w 128"/>
                  <a:gd name="T17" fmla="*/ 68 h 127"/>
                  <a:gd name="T18" fmla="*/ 24 w 128"/>
                  <a:gd name="T19" fmla="*/ 72 h 127"/>
                  <a:gd name="T20" fmla="*/ 20 w 128"/>
                  <a:gd name="T21" fmla="*/ 68 h 127"/>
                  <a:gd name="T22" fmla="*/ 64 w 128"/>
                  <a:gd name="T23" fmla="*/ 24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127">
                    <a:moveTo>
                      <a:pt x="64" y="127"/>
                    </a:moveTo>
                    <a:cubicBezTo>
                      <a:pt x="99" y="127"/>
                      <a:pt x="128" y="99"/>
                      <a:pt x="128" y="64"/>
                    </a:cubicBezTo>
                    <a:cubicBezTo>
                      <a:pt x="128" y="29"/>
                      <a:pt x="99" y="0"/>
                      <a:pt x="64" y="0"/>
                    </a:cubicBezTo>
                    <a:cubicBezTo>
                      <a:pt x="29" y="0"/>
                      <a:pt x="0" y="29"/>
                      <a:pt x="0" y="64"/>
                    </a:cubicBezTo>
                    <a:cubicBezTo>
                      <a:pt x="0" y="99"/>
                      <a:pt x="29" y="127"/>
                      <a:pt x="64" y="127"/>
                    </a:cubicBezTo>
                    <a:close/>
                    <a:moveTo>
                      <a:pt x="64" y="24"/>
                    </a:moveTo>
                    <a:cubicBezTo>
                      <a:pt x="66" y="24"/>
                      <a:pt x="68" y="26"/>
                      <a:pt x="68" y="28"/>
                    </a:cubicBezTo>
                    <a:cubicBezTo>
                      <a:pt x="68" y="30"/>
                      <a:pt x="66" y="32"/>
                      <a:pt x="64" y="32"/>
                    </a:cubicBezTo>
                    <a:cubicBezTo>
                      <a:pt x="44" y="32"/>
                      <a:pt x="28" y="48"/>
                      <a:pt x="28" y="68"/>
                    </a:cubicBezTo>
                    <a:cubicBezTo>
                      <a:pt x="28" y="70"/>
                      <a:pt x="27" y="72"/>
                      <a:pt x="24" y="72"/>
                    </a:cubicBezTo>
                    <a:cubicBezTo>
                      <a:pt x="22" y="72"/>
                      <a:pt x="20" y="70"/>
                      <a:pt x="20" y="68"/>
                    </a:cubicBezTo>
                    <a:cubicBezTo>
                      <a:pt x="20" y="44"/>
                      <a:pt x="40" y="24"/>
                      <a:pt x="64" y="24"/>
                    </a:cubicBezTo>
                    <a:close/>
                  </a:path>
                </a:pathLst>
              </a:custGeom>
              <a:solidFill>
                <a:schemeClr val="tx1"/>
              </a:solidFill>
              <a:ln>
                <a:noFill/>
              </a:ln>
            </p:spPr>
            <p:txBody>
              <a:bodyPr lIns="80296" tIns="40148" rIns="80296" bIns="40148"/>
              <a:lstStyle/>
              <a:p>
                <a:pPr>
                  <a:defRPr/>
                </a:pPr>
                <a:endParaRPr lang="zh-CN" altLang="en-US" sz="1580">
                  <a:solidFill>
                    <a:srgbClr val="201C11"/>
                  </a:solidFill>
                </a:endParaRPr>
              </a:p>
            </p:txBody>
          </p:sp>
        </p:grpSp>
        <p:grpSp>
          <p:nvGrpSpPr>
            <p:cNvPr id="44" name="组合 43"/>
            <p:cNvGrpSpPr/>
            <p:nvPr/>
          </p:nvGrpSpPr>
          <p:grpSpPr>
            <a:xfrm>
              <a:off x="5880" y="3228"/>
              <a:ext cx="770" cy="747"/>
              <a:chOff x="2822575" y="2408238"/>
              <a:chExt cx="488950" cy="474662"/>
            </a:xfrm>
            <a:solidFill>
              <a:schemeClr val="bg1"/>
            </a:solidFill>
          </p:grpSpPr>
          <p:sp>
            <p:nvSpPr>
              <p:cNvPr id="45" name="Freeform 31"/>
              <p:cNvSpPr/>
              <p:nvPr/>
            </p:nvSpPr>
            <p:spPr bwMode="auto">
              <a:xfrm>
                <a:off x="3048000" y="2646363"/>
                <a:ext cx="38100" cy="39687"/>
              </a:xfrm>
              <a:custGeom>
                <a:avLst/>
                <a:gdLst>
                  <a:gd name="T0" fmla="*/ 8 w 16"/>
                  <a:gd name="T1" fmla="*/ 0 h 16"/>
                  <a:gd name="T2" fmla="*/ 2 w 16"/>
                  <a:gd name="T3" fmla="*/ 2 h 16"/>
                  <a:gd name="T4" fmla="*/ 0 w 16"/>
                  <a:gd name="T5" fmla="*/ 8 h 16"/>
                  <a:gd name="T6" fmla="*/ 8 w 16"/>
                  <a:gd name="T7" fmla="*/ 16 h 16"/>
                  <a:gd name="T8" fmla="*/ 14 w 16"/>
                  <a:gd name="T9" fmla="*/ 14 h 16"/>
                  <a:gd name="T10" fmla="*/ 16 w 16"/>
                  <a:gd name="T11" fmla="*/ 8 h 16"/>
                  <a:gd name="T12" fmla="*/ 8 w 1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8" y="0"/>
                    </a:moveTo>
                    <a:cubicBezTo>
                      <a:pt x="6" y="0"/>
                      <a:pt x="4" y="1"/>
                      <a:pt x="2" y="2"/>
                    </a:cubicBezTo>
                    <a:cubicBezTo>
                      <a:pt x="1" y="4"/>
                      <a:pt x="0" y="6"/>
                      <a:pt x="0" y="8"/>
                    </a:cubicBezTo>
                    <a:cubicBezTo>
                      <a:pt x="0" y="12"/>
                      <a:pt x="4" y="16"/>
                      <a:pt x="8" y="16"/>
                    </a:cubicBezTo>
                    <a:cubicBezTo>
                      <a:pt x="10" y="16"/>
                      <a:pt x="12" y="15"/>
                      <a:pt x="14" y="14"/>
                    </a:cubicBezTo>
                    <a:cubicBezTo>
                      <a:pt x="15" y="12"/>
                      <a:pt x="16" y="10"/>
                      <a:pt x="16" y="8"/>
                    </a:cubicBezTo>
                    <a:cubicBezTo>
                      <a:pt x="16" y="3"/>
                      <a:pt x="13" y="0"/>
                      <a:pt x="8" y="0"/>
                    </a:cubicBezTo>
                    <a:close/>
                  </a:path>
                </a:pathLst>
              </a:custGeom>
              <a:grpFill/>
              <a:ln>
                <a:noFill/>
              </a:ln>
            </p:spPr>
            <p:txBody>
              <a:bodyPr lIns="80296" tIns="40148" rIns="80296" bIns="40148"/>
              <a:lstStyle/>
              <a:p>
                <a:pPr>
                  <a:defRPr/>
                </a:pPr>
                <a:endParaRPr lang="zh-CN" altLang="en-US" sz="1580">
                  <a:solidFill>
                    <a:srgbClr val="201C11"/>
                  </a:solidFill>
                </a:endParaRPr>
              </a:p>
            </p:txBody>
          </p:sp>
          <p:sp>
            <p:nvSpPr>
              <p:cNvPr id="46" name="Freeform 32"/>
              <p:cNvSpPr>
                <a:spLocks noEditPoints="1"/>
              </p:cNvSpPr>
              <p:nvPr/>
            </p:nvSpPr>
            <p:spPr bwMode="auto">
              <a:xfrm>
                <a:off x="2822575" y="2408238"/>
                <a:ext cx="488950" cy="474662"/>
              </a:xfrm>
              <a:custGeom>
                <a:avLst/>
                <a:gdLst>
                  <a:gd name="T0" fmla="*/ 187 w 198"/>
                  <a:gd name="T1" fmla="*/ 104 h 192"/>
                  <a:gd name="T2" fmla="*/ 168 w 198"/>
                  <a:gd name="T3" fmla="*/ 33 h 192"/>
                  <a:gd name="T4" fmla="*/ 184 w 198"/>
                  <a:gd name="T5" fmla="*/ 48 h 192"/>
                  <a:gd name="T6" fmla="*/ 187 w 198"/>
                  <a:gd name="T7" fmla="*/ 8 h 192"/>
                  <a:gd name="T8" fmla="*/ 148 w 198"/>
                  <a:gd name="T9" fmla="*/ 8 h 192"/>
                  <a:gd name="T10" fmla="*/ 162 w 198"/>
                  <a:gd name="T11" fmla="*/ 27 h 192"/>
                  <a:gd name="T12" fmla="*/ 99 w 198"/>
                  <a:gd name="T13" fmla="*/ 16 h 192"/>
                  <a:gd name="T14" fmla="*/ 36 w 198"/>
                  <a:gd name="T15" fmla="*/ 27 h 192"/>
                  <a:gd name="T16" fmla="*/ 50 w 198"/>
                  <a:gd name="T17" fmla="*/ 8 h 192"/>
                  <a:gd name="T18" fmla="*/ 11 w 198"/>
                  <a:gd name="T19" fmla="*/ 8 h 192"/>
                  <a:gd name="T20" fmla="*/ 14 w 198"/>
                  <a:gd name="T21" fmla="*/ 48 h 192"/>
                  <a:gd name="T22" fmla="*/ 31 w 198"/>
                  <a:gd name="T23" fmla="*/ 33 h 192"/>
                  <a:gd name="T24" fmla="*/ 11 w 198"/>
                  <a:gd name="T25" fmla="*/ 104 h 192"/>
                  <a:gd name="T26" fmla="*/ 49 w 198"/>
                  <a:gd name="T27" fmla="*/ 176 h 192"/>
                  <a:gd name="T28" fmla="*/ 36 w 198"/>
                  <a:gd name="T29" fmla="*/ 190 h 192"/>
                  <a:gd name="T30" fmla="*/ 42 w 198"/>
                  <a:gd name="T31" fmla="*/ 191 h 192"/>
                  <a:gd name="T32" fmla="*/ 56 w 198"/>
                  <a:gd name="T33" fmla="*/ 180 h 192"/>
                  <a:gd name="T34" fmla="*/ 142 w 198"/>
                  <a:gd name="T35" fmla="*/ 180 h 192"/>
                  <a:gd name="T36" fmla="*/ 157 w 198"/>
                  <a:gd name="T37" fmla="*/ 191 h 192"/>
                  <a:gd name="T38" fmla="*/ 162 w 198"/>
                  <a:gd name="T39" fmla="*/ 190 h 192"/>
                  <a:gd name="T40" fmla="*/ 150 w 198"/>
                  <a:gd name="T41" fmla="*/ 176 h 192"/>
                  <a:gd name="T42" fmla="*/ 65 w 198"/>
                  <a:gd name="T43" fmla="*/ 49 h 192"/>
                  <a:gd name="T44" fmla="*/ 103 w 198"/>
                  <a:gd name="T45" fmla="*/ 44 h 192"/>
                  <a:gd name="T46" fmla="*/ 99 w 198"/>
                  <a:gd name="T47" fmla="*/ 64 h 192"/>
                  <a:gd name="T48" fmla="*/ 95 w 198"/>
                  <a:gd name="T49" fmla="*/ 48 h 192"/>
                  <a:gd name="T50" fmla="*/ 67 w 198"/>
                  <a:gd name="T51" fmla="*/ 56 h 192"/>
                  <a:gd name="T52" fmla="*/ 65 w 198"/>
                  <a:gd name="T53" fmla="*/ 49 h 192"/>
                  <a:gd name="T54" fmla="*/ 119 w 198"/>
                  <a:gd name="T55" fmla="*/ 128 h 192"/>
                  <a:gd name="T56" fmla="*/ 107 w 198"/>
                  <a:gd name="T57" fmla="*/ 118 h 192"/>
                  <a:gd name="T58" fmla="*/ 83 w 198"/>
                  <a:gd name="T59" fmla="*/ 104 h 192"/>
                  <a:gd name="T60" fmla="*/ 52 w 198"/>
                  <a:gd name="T61" fmla="*/ 63 h 192"/>
                  <a:gd name="T62" fmla="*/ 58 w 198"/>
                  <a:gd name="T63" fmla="*/ 57 h 192"/>
                  <a:gd name="T64" fmla="*/ 99 w 198"/>
                  <a:gd name="T65" fmla="*/ 88 h 192"/>
                  <a:gd name="T66" fmla="*/ 113 w 198"/>
                  <a:gd name="T67" fmla="*/ 112 h 192"/>
                  <a:gd name="T68" fmla="*/ 122 w 198"/>
                  <a:gd name="T69" fmla="*/ 12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8" h="192">
                    <a:moveTo>
                      <a:pt x="150" y="176"/>
                    </a:moveTo>
                    <a:cubicBezTo>
                      <a:pt x="172" y="160"/>
                      <a:pt x="187" y="134"/>
                      <a:pt x="187" y="104"/>
                    </a:cubicBezTo>
                    <a:cubicBezTo>
                      <a:pt x="187" y="79"/>
                      <a:pt x="177" y="57"/>
                      <a:pt x="160" y="41"/>
                    </a:cubicBezTo>
                    <a:cubicBezTo>
                      <a:pt x="168" y="33"/>
                      <a:pt x="168" y="33"/>
                      <a:pt x="168" y="33"/>
                    </a:cubicBezTo>
                    <a:cubicBezTo>
                      <a:pt x="181" y="47"/>
                      <a:pt x="181" y="47"/>
                      <a:pt x="181" y="47"/>
                    </a:cubicBezTo>
                    <a:cubicBezTo>
                      <a:pt x="182" y="47"/>
                      <a:pt x="183" y="48"/>
                      <a:pt x="184" y="48"/>
                    </a:cubicBezTo>
                    <a:cubicBezTo>
                      <a:pt x="185" y="48"/>
                      <a:pt x="186" y="47"/>
                      <a:pt x="187" y="47"/>
                    </a:cubicBezTo>
                    <a:cubicBezTo>
                      <a:pt x="198" y="36"/>
                      <a:pt x="198" y="19"/>
                      <a:pt x="187" y="8"/>
                    </a:cubicBezTo>
                    <a:cubicBezTo>
                      <a:pt x="182" y="3"/>
                      <a:pt x="175" y="0"/>
                      <a:pt x="168" y="0"/>
                    </a:cubicBezTo>
                    <a:cubicBezTo>
                      <a:pt x="160" y="0"/>
                      <a:pt x="153" y="3"/>
                      <a:pt x="148" y="8"/>
                    </a:cubicBezTo>
                    <a:cubicBezTo>
                      <a:pt x="147" y="9"/>
                      <a:pt x="147" y="12"/>
                      <a:pt x="148" y="14"/>
                    </a:cubicBezTo>
                    <a:cubicBezTo>
                      <a:pt x="162" y="27"/>
                      <a:pt x="162" y="27"/>
                      <a:pt x="162" y="27"/>
                    </a:cubicBezTo>
                    <a:cubicBezTo>
                      <a:pt x="154" y="35"/>
                      <a:pt x="154" y="35"/>
                      <a:pt x="154" y="35"/>
                    </a:cubicBezTo>
                    <a:cubicBezTo>
                      <a:pt x="139" y="23"/>
                      <a:pt x="120" y="16"/>
                      <a:pt x="99" y="16"/>
                    </a:cubicBezTo>
                    <a:cubicBezTo>
                      <a:pt x="78" y="16"/>
                      <a:pt x="59" y="23"/>
                      <a:pt x="44" y="35"/>
                    </a:cubicBezTo>
                    <a:cubicBezTo>
                      <a:pt x="36" y="27"/>
                      <a:pt x="36" y="27"/>
                      <a:pt x="36" y="27"/>
                    </a:cubicBezTo>
                    <a:cubicBezTo>
                      <a:pt x="50" y="14"/>
                      <a:pt x="50" y="14"/>
                      <a:pt x="50" y="14"/>
                    </a:cubicBezTo>
                    <a:cubicBezTo>
                      <a:pt x="52" y="12"/>
                      <a:pt x="52" y="9"/>
                      <a:pt x="50" y="8"/>
                    </a:cubicBezTo>
                    <a:cubicBezTo>
                      <a:pt x="45" y="3"/>
                      <a:pt x="38" y="0"/>
                      <a:pt x="31" y="0"/>
                    </a:cubicBezTo>
                    <a:cubicBezTo>
                      <a:pt x="23" y="0"/>
                      <a:pt x="16" y="3"/>
                      <a:pt x="11" y="8"/>
                    </a:cubicBezTo>
                    <a:cubicBezTo>
                      <a:pt x="0" y="19"/>
                      <a:pt x="0" y="36"/>
                      <a:pt x="11" y="47"/>
                    </a:cubicBezTo>
                    <a:cubicBezTo>
                      <a:pt x="12" y="47"/>
                      <a:pt x="13" y="48"/>
                      <a:pt x="14" y="48"/>
                    </a:cubicBezTo>
                    <a:cubicBezTo>
                      <a:pt x="15" y="48"/>
                      <a:pt x="16" y="47"/>
                      <a:pt x="17" y="47"/>
                    </a:cubicBezTo>
                    <a:cubicBezTo>
                      <a:pt x="31" y="33"/>
                      <a:pt x="31" y="33"/>
                      <a:pt x="31" y="33"/>
                    </a:cubicBezTo>
                    <a:cubicBezTo>
                      <a:pt x="38" y="41"/>
                      <a:pt x="38" y="41"/>
                      <a:pt x="38" y="41"/>
                    </a:cubicBezTo>
                    <a:cubicBezTo>
                      <a:pt x="21" y="57"/>
                      <a:pt x="11" y="79"/>
                      <a:pt x="11" y="104"/>
                    </a:cubicBezTo>
                    <a:cubicBezTo>
                      <a:pt x="11" y="134"/>
                      <a:pt x="26" y="160"/>
                      <a:pt x="49" y="176"/>
                    </a:cubicBezTo>
                    <a:cubicBezTo>
                      <a:pt x="49" y="176"/>
                      <a:pt x="49" y="176"/>
                      <a:pt x="49" y="176"/>
                    </a:cubicBezTo>
                    <a:cubicBezTo>
                      <a:pt x="37" y="185"/>
                      <a:pt x="37" y="185"/>
                      <a:pt x="37" y="185"/>
                    </a:cubicBezTo>
                    <a:cubicBezTo>
                      <a:pt x="35" y="186"/>
                      <a:pt x="35" y="188"/>
                      <a:pt x="36" y="190"/>
                    </a:cubicBezTo>
                    <a:cubicBezTo>
                      <a:pt x="37" y="191"/>
                      <a:pt x="38" y="192"/>
                      <a:pt x="39" y="192"/>
                    </a:cubicBezTo>
                    <a:cubicBezTo>
                      <a:pt x="40" y="192"/>
                      <a:pt x="41" y="192"/>
                      <a:pt x="42" y="191"/>
                    </a:cubicBezTo>
                    <a:cubicBezTo>
                      <a:pt x="56" y="180"/>
                      <a:pt x="56" y="180"/>
                      <a:pt x="56" y="180"/>
                    </a:cubicBezTo>
                    <a:cubicBezTo>
                      <a:pt x="56" y="180"/>
                      <a:pt x="56" y="180"/>
                      <a:pt x="56" y="180"/>
                    </a:cubicBezTo>
                    <a:cubicBezTo>
                      <a:pt x="69" y="188"/>
                      <a:pt x="83" y="192"/>
                      <a:pt x="99" y="192"/>
                    </a:cubicBezTo>
                    <a:cubicBezTo>
                      <a:pt x="115" y="192"/>
                      <a:pt x="130" y="188"/>
                      <a:pt x="142" y="180"/>
                    </a:cubicBezTo>
                    <a:cubicBezTo>
                      <a:pt x="142" y="180"/>
                      <a:pt x="142" y="180"/>
                      <a:pt x="142" y="180"/>
                    </a:cubicBezTo>
                    <a:cubicBezTo>
                      <a:pt x="157" y="191"/>
                      <a:pt x="157" y="191"/>
                      <a:pt x="157" y="191"/>
                    </a:cubicBezTo>
                    <a:cubicBezTo>
                      <a:pt x="157" y="192"/>
                      <a:pt x="158" y="192"/>
                      <a:pt x="159" y="192"/>
                    </a:cubicBezTo>
                    <a:cubicBezTo>
                      <a:pt x="160" y="192"/>
                      <a:pt x="162" y="191"/>
                      <a:pt x="162" y="190"/>
                    </a:cubicBezTo>
                    <a:cubicBezTo>
                      <a:pt x="164" y="188"/>
                      <a:pt x="163" y="186"/>
                      <a:pt x="162" y="185"/>
                    </a:cubicBezTo>
                    <a:cubicBezTo>
                      <a:pt x="150" y="176"/>
                      <a:pt x="150" y="176"/>
                      <a:pt x="150" y="176"/>
                    </a:cubicBezTo>
                    <a:cubicBezTo>
                      <a:pt x="150" y="176"/>
                      <a:pt x="150" y="176"/>
                      <a:pt x="150" y="176"/>
                    </a:cubicBezTo>
                    <a:close/>
                    <a:moveTo>
                      <a:pt x="65" y="49"/>
                    </a:moveTo>
                    <a:cubicBezTo>
                      <a:pt x="74" y="43"/>
                      <a:pt x="85" y="40"/>
                      <a:pt x="99" y="40"/>
                    </a:cubicBezTo>
                    <a:cubicBezTo>
                      <a:pt x="101" y="40"/>
                      <a:pt x="103" y="42"/>
                      <a:pt x="103" y="44"/>
                    </a:cubicBezTo>
                    <a:cubicBezTo>
                      <a:pt x="103" y="60"/>
                      <a:pt x="103" y="60"/>
                      <a:pt x="103" y="60"/>
                    </a:cubicBezTo>
                    <a:cubicBezTo>
                      <a:pt x="103" y="62"/>
                      <a:pt x="101" y="64"/>
                      <a:pt x="99" y="64"/>
                    </a:cubicBezTo>
                    <a:cubicBezTo>
                      <a:pt x="97" y="64"/>
                      <a:pt x="95" y="62"/>
                      <a:pt x="95" y="60"/>
                    </a:cubicBezTo>
                    <a:cubicBezTo>
                      <a:pt x="95" y="48"/>
                      <a:pt x="95" y="48"/>
                      <a:pt x="95" y="48"/>
                    </a:cubicBezTo>
                    <a:cubicBezTo>
                      <a:pt x="85" y="48"/>
                      <a:pt x="76" y="51"/>
                      <a:pt x="69" y="55"/>
                    </a:cubicBezTo>
                    <a:cubicBezTo>
                      <a:pt x="69" y="56"/>
                      <a:pt x="68" y="56"/>
                      <a:pt x="67" y="56"/>
                    </a:cubicBezTo>
                    <a:cubicBezTo>
                      <a:pt x="66" y="56"/>
                      <a:pt x="65" y="55"/>
                      <a:pt x="64" y="54"/>
                    </a:cubicBezTo>
                    <a:cubicBezTo>
                      <a:pt x="63" y="52"/>
                      <a:pt x="63" y="50"/>
                      <a:pt x="65" y="49"/>
                    </a:cubicBezTo>
                    <a:close/>
                    <a:moveTo>
                      <a:pt x="122" y="127"/>
                    </a:moveTo>
                    <a:cubicBezTo>
                      <a:pt x="121" y="127"/>
                      <a:pt x="120" y="128"/>
                      <a:pt x="119" y="128"/>
                    </a:cubicBezTo>
                    <a:cubicBezTo>
                      <a:pt x="118" y="128"/>
                      <a:pt x="117" y="127"/>
                      <a:pt x="116" y="127"/>
                    </a:cubicBezTo>
                    <a:cubicBezTo>
                      <a:pt x="107" y="118"/>
                      <a:pt x="107" y="118"/>
                      <a:pt x="107" y="118"/>
                    </a:cubicBezTo>
                    <a:cubicBezTo>
                      <a:pt x="105" y="119"/>
                      <a:pt x="102" y="120"/>
                      <a:pt x="99" y="120"/>
                    </a:cubicBezTo>
                    <a:cubicBezTo>
                      <a:pt x="90" y="120"/>
                      <a:pt x="83" y="113"/>
                      <a:pt x="83" y="104"/>
                    </a:cubicBezTo>
                    <a:cubicBezTo>
                      <a:pt x="83" y="101"/>
                      <a:pt x="84" y="98"/>
                      <a:pt x="85" y="96"/>
                    </a:cubicBezTo>
                    <a:cubicBezTo>
                      <a:pt x="52" y="63"/>
                      <a:pt x="52" y="63"/>
                      <a:pt x="52" y="63"/>
                    </a:cubicBezTo>
                    <a:cubicBezTo>
                      <a:pt x="51" y="61"/>
                      <a:pt x="51" y="59"/>
                      <a:pt x="52" y="57"/>
                    </a:cubicBezTo>
                    <a:cubicBezTo>
                      <a:pt x="54" y="55"/>
                      <a:pt x="56" y="55"/>
                      <a:pt x="58" y="57"/>
                    </a:cubicBezTo>
                    <a:cubicBezTo>
                      <a:pt x="91" y="90"/>
                      <a:pt x="91" y="90"/>
                      <a:pt x="91" y="90"/>
                    </a:cubicBezTo>
                    <a:cubicBezTo>
                      <a:pt x="93" y="89"/>
                      <a:pt x="96" y="88"/>
                      <a:pt x="99" y="88"/>
                    </a:cubicBezTo>
                    <a:cubicBezTo>
                      <a:pt x="108" y="88"/>
                      <a:pt x="115" y="95"/>
                      <a:pt x="115" y="104"/>
                    </a:cubicBezTo>
                    <a:cubicBezTo>
                      <a:pt x="115" y="107"/>
                      <a:pt x="114" y="110"/>
                      <a:pt x="113" y="112"/>
                    </a:cubicBezTo>
                    <a:cubicBezTo>
                      <a:pt x="122" y="121"/>
                      <a:pt x="122" y="121"/>
                      <a:pt x="122" y="121"/>
                    </a:cubicBezTo>
                    <a:cubicBezTo>
                      <a:pt x="124" y="123"/>
                      <a:pt x="124" y="125"/>
                      <a:pt x="122" y="127"/>
                    </a:cubicBezTo>
                    <a:close/>
                  </a:path>
                </a:pathLst>
              </a:custGeom>
              <a:solidFill>
                <a:schemeClr val="tx1"/>
              </a:solidFill>
              <a:ln>
                <a:noFill/>
              </a:ln>
            </p:spPr>
            <p:txBody>
              <a:bodyPr lIns="80296" tIns="40148" rIns="80296" bIns="40148"/>
              <a:lstStyle/>
              <a:p>
                <a:pPr>
                  <a:defRPr/>
                </a:pPr>
                <a:endParaRPr lang="zh-CN" altLang="en-US" sz="1580">
                  <a:solidFill>
                    <a:srgbClr val="201C11"/>
                  </a:solidFill>
                </a:endParaRPr>
              </a:p>
            </p:txBody>
          </p:sp>
        </p:grpSp>
        <p:grpSp>
          <p:nvGrpSpPr>
            <p:cNvPr id="47" name="组合 46"/>
            <p:cNvGrpSpPr/>
            <p:nvPr/>
          </p:nvGrpSpPr>
          <p:grpSpPr>
            <a:xfrm>
              <a:off x="12037" y="5024"/>
              <a:ext cx="500" cy="747"/>
              <a:chOff x="596900" y="3573463"/>
              <a:chExt cx="317500" cy="474662"/>
            </a:xfrm>
            <a:solidFill>
              <a:schemeClr val="bg1"/>
            </a:solidFill>
          </p:grpSpPr>
          <p:sp>
            <p:nvSpPr>
              <p:cNvPr id="48" name="Freeform 35"/>
              <p:cNvSpPr/>
              <p:nvPr/>
            </p:nvSpPr>
            <p:spPr bwMode="auto">
              <a:xfrm>
                <a:off x="657225" y="3929063"/>
                <a:ext cx="158750" cy="119062"/>
              </a:xfrm>
              <a:custGeom>
                <a:avLst/>
                <a:gdLst>
                  <a:gd name="T0" fmla="*/ 0 w 64"/>
                  <a:gd name="T1" fmla="*/ 4 h 48"/>
                  <a:gd name="T2" fmla="*/ 0 w 64"/>
                  <a:gd name="T3" fmla="*/ 28 h 48"/>
                  <a:gd name="T4" fmla="*/ 4 w 64"/>
                  <a:gd name="T5" fmla="*/ 32 h 48"/>
                  <a:gd name="T6" fmla="*/ 8 w 64"/>
                  <a:gd name="T7" fmla="*/ 32 h 48"/>
                  <a:gd name="T8" fmla="*/ 8 w 64"/>
                  <a:gd name="T9" fmla="*/ 36 h 48"/>
                  <a:gd name="T10" fmla="*/ 20 w 64"/>
                  <a:gd name="T11" fmla="*/ 48 h 48"/>
                  <a:gd name="T12" fmla="*/ 44 w 64"/>
                  <a:gd name="T13" fmla="*/ 48 h 48"/>
                  <a:gd name="T14" fmla="*/ 56 w 64"/>
                  <a:gd name="T15" fmla="*/ 36 h 48"/>
                  <a:gd name="T16" fmla="*/ 56 w 64"/>
                  <a:gd name="T17" fmla="*/ 32 h 48"/>
                  <a:gd name="T18" fmla="*/ 60 w 64"/>
                  <a:gd name="T19" fmla="*/ 32 h 48"/>
                  <a:gd name="T20" fmla="*/ 64 w 64"/>
                  <a:gd name="T21" fmla="*/ 28 h 48"/>
                  <a:gd name="T22" fmla="*/ 64 w 64"/>
                  <a:gd name="T23" fmla="*/ 4 h 48"/>
                  <a:gd name="T24" fmla="*/ 64 w 64"/>
                  <a:gd name="T25" fmla="*/ 0 h 48"/>
                  <a:gd name="T26" fmla="*/ 0 w 64"/>
                  <a:gd name="T27" fmla="*/ 0 h 48"/>
                  <a:gd name="T28" fmla="*/ 0 w 64"/>
                  <a:gd name="T2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48">
                    <a:moveTo>
                      <a:pt x="0" y="4"/>
                    </a:moveTo>
                    <a:cubicBezTo>
                      <a:pt x="0" y="28"/>
                      <a:pt x="0" y="28"/>
                      <a:pt x="0" y="28"/>
                    </a:cubicBezTo>
                    <a:cubicBezTo>
                      <a:pt x="0" y="30"/>
                      <a:pt x="2" y="32"/>
                      <a:pt x="4" y="32"/>
                    </a:cubicBezTo>
                    <a:cubicBezTo>
                      <a:pt x="8" y="32"/>
                      <a:pt x="8" y="32"/>
                      <a:pt x="8" y="32"/>
                    </a:cubicBezTo>
                    <a:cubicBezTo>
                      <a:pt x="8" y="36"/>
                      <a:pt x="8" y="36"/>
                      <a:pt x="8" y="36"/>
                    </a:cubicBezTo>
                    <a:cubicBezTo>
                      <a:pt x="8" y="42"/>
                      <a:pt x="14" y="48"/>
                      <a:pt x="20" y="48"/>
                    </a:cubicBezTo>
                    <a:cubicBezTo>
                      <a:pt x="44" y="48"/>
                      <a:pt x="44" y="48"/>
                      <a:pt x="44" y="48"/>
                    </a:cubicBezTo>
                    <a:cubicBezTo>
                      <a:pt x="51" y="48"/>
                      <a:pt x="56" y="42"/>
                      <a:pt x="56" y="36"/>
                    </a:cubicBezTo>
                    <a:cubicBezTo>
                      <a:pt x="56" y="32"/>
                      <a:pt x="56" y="32"/>
                      <a:pt x="56" y="32"/>
                    </a:cubicBezTo>
                    <a:cubicBezTo>
                      <a:pt x="60" y="32"/>
                      <a:pt x="60" y="32"/>
                      <a:pt x="60" y="32"/>
                    </a:cubicBezTo>
                    <a:cubicBezTo>
                      <a:pt x="62" y="32"/>
                      <a:pt x="64" y="30"/>
                      <a:pt x="64" y="28"/>
                    </a:cubicBezTo>
                    <a:cubicBezTo>
                      <a:pt x="64" y="4"/>
                      <a:pt x="64" y="4"/>
                      <a:pt x="64" y="4"/>
                    </a:cubicBezTo>
                    <a:cubicBezTo>
                      <a:pt x="64" y="3"/>
                      <a:pt x="64" y="1"/>
                      <a:pt x="64" y="0"/>
                    </a:cubicBezTo>
                    <a:cubicBezTo>
                      <a:pt x="0" y="0"/>
                      <a:pt x="0" y="0"/>
                      <a:pt x="0" y="0"/>
                    </a:cubicBezTo>
                    <a:cubicBezTo>
                      <a:pt x="0" y="1"/>
                      <a:pt x="0" y="3"/>
                      <a:pt x="0" y="4"/>
                    </a:cubicBezTo>
                    <a:close/>
                  </a:path>
                </a:pathLst>
              </a:custGeom>
              <a:solidFill>
                <a:schemeClr val="tx1"/>
              </a:solidFill>
              <a:ln>
                <a:noFill/>
              </a:ln>
            </p:spPr>
            <p:txBody>
              <a:bodyPr lIns="80296" tIns="40148" rIns="80296" bIns="40148"/>
              <a:lstStyle/>
              <a:p>
                <a:pPr>
                  <a:defRPr/>
                </a:pPr>
                <a:endParaRPr lang="zh-CN" altLang="en-US" sz="1580">
                  <a:solidFill>
                    <a:srgbClr val="201C11"/>
                  </a:solidFill>
                </a:endParaRPr>
              </a:p>
            </p:txBody>
          </p:sp>
          <p:sp>
            <p:nvSpPr>
              <p:cNvPr id="49" name="Freeform 36"/>
              <p:cNvSpPr>
                <a:spLocks noEditPoints="1"/>
              </p:cNvSpPr>
              <p:nvPr/>
            </p:nvSpPr>
            <p:spPr bwMode="auto">
              <a:xfrm>
                <a:off x="596900" y="3573463"/>
                <a:ext cx="317500" cy="336550"/>
              </a:xfrm>
              <a:custGeom>
                <a:avLst/>
                <a:gdLst>
                  <a:gd name="T0" fmla="*/ 64 w 128"/>
                  <a:gd name="T1" fmla="*/ 0 h 136"/>
                  <a:gd name="T2" fmla="*/ 0 w 128"/>
                  <a:gd name="T3" fmla="*/ 64 h 136"/>
                  <a:gd name="T4" fmla="*/ 19 w 128"/>
                  <a:gd name="T5" fmla="*/ 115 h 136"/>
                  <a:gd name="T6" fmla="*/ 30 w 128"/>
                  <a:gd name="T7" fmla="*/ 136 h 136"/>
                  <a:gd name="T8" fmla="*/ 99 w 128"/>
                  <a:gd name="T9" fmla="*/ 136 h 136"/>
                  <a:gd name="T10" fmla="*/ 110 w 128"/>
                  <a:gd name="T11" fmla="*/ 115 h 136"/>
                  <a:gd name="T12" fmla="*/ 128 w 128"/>
                  <a:gd name="T13" fmla="*/ 64 h 136"/>
                  <a:gd name="T14" fmla="*/ 64 w 128"/>
                  <a:gd name="T15" fmla="*/ 0 h 136"/>
                  <a:gd name="T16" fmla="*/ 61 w 128"/>
                  <a:gd name="T17" fmla="*/ 32 h 136"/>
                  <a:gd name="T18" fmla="*/ 32 w 128"/>
                  <a:gd name="T19" fmla="*/ 64 h 136"/>
                  <a:gd name="T20" fmla="*/ 45 w 128"/>
                  <a:gd name="T21" fmla="*/ 94 h 136"/>
                  <a:gd name="T22" fmla="*/ 48 w 128"/>
                  <a:gd name="T23" fmla="*/ 98 h 136"/>
                  <a:gd name="T24" fmla="*/ 46 w 128"/>
                  <a:gd name="T25" fmla="*/ 104 h 136"/>
                  <a:gd name="T26" fmla="*/ 44 w 128"/>
                  <a:gd name="T27" fmla="*/ 104 h 136"/>
                  <a:gd name="T28" fmla="*/ 41 w 128"/>
                  <a:gd name="T29" fmla="*/ 102 h 136"/>
                  <a:gd name="T30" fmla="*/ 38 w 128"/>
                  <a:gd name="T31" fmla="*/ 98 h 136"/>
                  <a:gd name="T32" fmla="*/ 24 w 128"/>
                  <a:gd name="T33" fmla="*/ 64 h 136"/>
                  <a:gd name="T34" fmla="*/ 60 w 128"/>
                  <a:gd name="T35" fmla="*/ 24 h 136"/>
                  <a:gd name="T36" fmla="*/ 64 w 128"/>
                  <a:gd name="T37" fmla="*/ 28 h 136"/>
                  <a:gd name="T38" fmla="*/ 61 w 128"/>
                  <a:gd name="T39" fmla="*/ 3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36">
                    <a:moveTo>
                      <a:pt x="64" y="0"/>
                    </a:moveTo>
                    <a:cubicBezTo>
                      <a:pt x="29" y="0"/>
                      <a:pt x="0" y="29"/>
                      <a:pt x="0" y="64"/>
                    </a:cubicBezTo>
                    <a:cubicBezTo>
                      <a:pt x="0" y="83"/>
                      <a:pt x="10" y="100"/>
                      <a:pt x="19" y="115"/>
                    </a:cubicBezTo>
                    <a:cubicBezTo>
                      <a:pt x="23" y="122"/>
                      <a:pt x="27" y="129"/>
                      <a:pt x="30" y="136"/>
                    </a:cubicBezTo>
                    <a:cubicBezTo>
                      <a:pt x="99" y="136"/>
                      <a:pt x="99" y="136"/>
                      <a:pt x="99" y="136"/>
                    </a:cubicBezTo>
                    <a:cubicBezTo>
                      <a:pt x="101" y="129"/>
                      <a:pt x="105" y="122"/>
                      <a:pt x="110" y="115"/>
                    </a:cubicBezTo>
                    <a:cubicBezTo>
                      <a:pt x="118" y="100"/>
                      <a:pt x="128" y="83"/>
                      <a:pt x="128" y="64"/>
                    </a:cubicBezTo>
                    <a:cubicBezTo>
                      <a:pt x="128" y="29"/>
                      <a:pt x="99" y="0"/>
                      <a:pt x="64" y="0"/>
                    </a:cubicBezTo>
                    <a:close/>
                    <a:moveTo>
                      <a:pt x="61" y="32"/>
                    </a:moveTo>
                    <a:cubicBezTo>
                      <a:pt x="44" y="34"/>
                      <a:pt x="32" y="47"/>
                      <a:pt x="32" y="64"/>
                    </a:cubicBezTo>
                    <a:cubicBezTo>
                      <a:pt x="32" y="72"/>
                      <a:pt x="39" y="84"/>
                      <a:pt x="45" y="94"/>
                    </a:cubicBezTo>
                    <a:cubicBezTo>
                      <a:pt x="46" y="95"/>
                      <a:pt x="47" y="97"/>
                      <a:pt x="48" y="98"/>
                    </a:cubicBezTo>
                    <a:cubicBezTo>
                      <a:pt x="49" y="100"/>
                      <a:pt x="48" y="102"/>
                      <a:pt x="46" y="104"/>
                    </a:cubicBezTo>
                    <a:cubicBezTo>
                      <a:pt x="45" y="104"/>
                      <a:pt x="45" y="104"/>
                      <a:pt x="44" y="104"/>
                    </a:cubicBezTo>
                    <a:cubicBezTo>
                      <a:pt x="43" y="104"/>
                      <a:pt x="41" y="103"/>
                      <a:pt x="41" y="102"/>
                    </a:cubicBezTo>
                    <a:cubicBezTo>
                      <a:pt x="40" y="101"/>
                      <a:pt x="39" y="99"/>
                      <a:pt x="38" y="98"/>
                    </a:cubicBezTo>
                    <a:cubicBezTo>
                      <a:pt x="32" y="87"/>
                      <a:pt x="24" y="74"/>
                      <a:pt x="24" y="64"/>
                    </a:cubicBezTo>
                    <a:cubicBezTo>
                      <a:pt x="24" y="43"/>
                      <a:pt x="39" y="26"/>
                      <a:pt x="60" y="24"/>
                    </a:cubicBezTo>
                    <a:cubicBezTo>
                      <a:pt x="62" y="24"/>
                      <a:pt x="64" y="25"/>
                      <a:pt x="64" y="28"/>
                    </a:cubicBezTo>
                    <a:cubicBezTo>
                      <a:pt x="64" y="30"/>
                      <a:pt x="63" y="32"/>
                      <a:pt x="61" y="32"/>
                    </a:cubicBezTo>
                    <a:close/>
                  </a:path>
                </a:pathLst>
              </a:custGeom>
              <a:solidFill>
                <a:schemeClr val="tx1"/>
              </a:solidFill>
              <a:ln>
                <a:noFill/>
              </a:ln>
            </p:spPr>
            <p:txBody>
              <a:bodyPr lIns="80296" tIns="40148" rIns="80296" bIns="40148"/>
              <a:lstStyle/>
              <a:p>
                <a:pPr>
                  <a:defRPr/>
                </a:pPr>
                <a:endParaRPr lang="zh-CN" altLang="en-US" sz="1580">
                  <a:solidFill>
                    <a:srgbClr val="201C11"/>
                  </a:solidFill>
                </a:endParaRPr>
              </a:p>
            </p:txBody>
          </p:sp>
        </p:grpSp>
      </p:grpSp>
      <p:grpSp>
        <p:nvGrpSpPr>
          <p:cNvPr id="50" name="组合 49"/>
          <p:cNvGrpSpPr/>
          <p:nvPr/>
        </p:nvGrpSpPr>
        <p:grpSpPr>
          <a:xfrm>
            <a:off x="1644650" y="2336800"/>
            <a:ext cx="2471420" cy="1022985"/>
            <a:chOff x="3492" y="3400"/>
            <a:chExt cx="3892" cy="1611"/>
          </a:xfrm>
        </p:grpSpPr>
        <p:grpSp>
          <p:nvGrpSpPr>
            <p:cNvPr id="51" name="组合 50"/>
            <p:cNvGrpSpPr/>
            <p:nvPr/>
          </p:nvGrpSpPr>
          <p:grpSpPr>
            <a:xfrm>
              <a:off x="3492" y="3400"/>
              <a:ext cx="3892" cy="1611"/>
              <a:chOff x="4765" y="3030"/>
              <a:chExt cx="3892" cy="1611"/>
            </a:xfrm>
          </p:grpSpPr>
          <p:sp>
            <p:nvSpPr>
              <p:cNvPr id="52" name="淘宝店chenying0907出品 43"/>
              <p:cNvSpPr/>
              <p:nvPr/>
            </p:nvSpPr>
            <p:spPr>
              <a:xfrm>
                <a:off x="4765" y="3537"/>
                <a:ext cx="3892" cy="1104"/>
              </a:xfrm>
              <a:prstGeom prst="rect">
                <a:avLst/>
              </a:prstGeom>
            </p:spPr>
            <p:txBody>
              <a:bodyPr wrap="square">
                <a:spAutoFit/>
              </a:bodyPr>
              <a:lstStyle/>
              <a:p>
                <a:pPr algn="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53" name="淘宝店chenying0907出品 44"/>
              <p:cNvSpPr/>
              <p:nvPr/>
            </p:nvSpPr>
            <p:spPr>
              <a:xfrm>
                <a:off x="6869" y="3030"/>
                <a:ext cx="1558" cy="480"/>
              </a:xfrm>
              <a:prstGeom prst="rect">
                <a:avLst/>
              </a:prstGeom>
            </p:spPr>
            <p:txBody>
              <a:bodyPr wrap="none">
                <a:spAutoFit/>
              </a:bodyPr>
              <a:lstStyle/>
              <a:p>
                <a:pPr algn="r"/>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54" name="直接连接符 53"/>
            <p:cNvCxnSpPr/>
            <p:nvPr/>
          </p:nvCxnSpPr>
          <p:spPr>
            <a:xfrm flipV="1">
              <a:off x="6370"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55" name="组合 54"/>
          <p:cNvGrpSpPr/>
          <p:nvPr/>
        </p:nvGrpSpPr>
        <p:grpSpPr>
          <a:xfrm>
            <a:off x="1730375" y="4664075"/>
            <a:ext cx="2471420" cy="1022985"/>
            <a:chOff x="3492" y="3400"/>
            <a:chExt cx="3892" cy="1611"/>
          </a:xfrm>
        </p:grpSpPr>
        <p:grpSp>
          <p:nvGrpSpPr>
            <p:cNvPr id="56" name="组合 55"/>
            <p:cNvGrpSpPr/>
            <p:nvPr/>
          </p:nvGrpSpPr>
          <p:grpSpPr>
            <a:xfrm>
              <a:off x="3492" y="3400"/>
              <a:ext cx="3892" cy="1611"/>
              <a:chOff x="4765" y="3030"/>
              <a:chExt cx="3892" cy="1611"/>
            </a:xfrm>
          </p:grpSpPr>
          <p:sp>
            <p:nvSpPr>
              <p:cNvPr id="57" name="淘宝店chenying0907出品 43"/>
              <p:cNvSpPr/>
              <p:nvPr/>
            </p:nvSpPr>
            <p:spPr>
              <a:xfrm>
                <a:off x="4765" y="3537"/>
                <a:ext cx="3892" cy="1104"/>
              </a:xfrm>
              <a:prstGeom prst="rect">
                <a:avLst/>
              </a:prstGeom>
            </p:spPr>
            <p:txBody>
              <a:bodyPr wrap="square">
                <a:spAutoFit/>
              </a:bodyPr>
              <a:lstStyle/>
              <a:p>
                <a:pPr algn="r">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58" name="淘宝店chenying0907出品 44"/>
              <p:cNvSpPr/>
              <p:nvPr/>
            </p:nvSpPr>
            <p:spPr>
              <a:xfrm>
                <a:off x="6869" y="3030"/>
                <a:ext cx="1558" cy="480"/>
              </a:xfrm>
              <a:prstGeom prst="rect">
                <a:avLst/>
              </a:prstGeom>
            </p:spPr>
            <p:txBody>
              <a:bodyPr wrap="none">
                <a:spAutoFit/>
              </a:bodyPr>
              <a:lstStyle/>
              <a:p>
                <a:pPr algn="r"/>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59" name="直接连接符 58"/>
            <p:cNvCxnSpPr/>
            <p:nvPr/>
          </p:nvCxnSpPr>
          <p:spPr>
            <a:xfrm flipV="1">
              <a:off x="6370"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60" name="组合 59"/>
          <p:cNvGrpSpPr/>
          <p:nvPr/>
        </p:nvGrpSpPr>
        <p:grpSpPr>
          <a:xfrm>
            <a:off x="8140700" y="2076450"/>
            <a:ext cx="2471420" cy="1041400"/>
            <a:chOff x="3492" y="3371"/>
            <a:chExt cx="3892" cy="1640"/>
          </a:xfrm>
        </p:grpSpPr>
        <p:grpSp>
          <p:nvGrpSpPr>
            <p:cNvPr id="61" name="组合 60"/>
            <p:cNvGrpSpPr/>
            <p:nvPr/>
          </p:nvGrpSpPr>
          <p:grpSpPr>
            <a:xfrm>
              <a:off x="3492" y="3371"/>
              <a:ext cx="3892" cy="1640"/>
              <a:chOff x="4765" y="3001"/>
              <a:chExt cx="3892" cy="1640"/>
            </a:xfrm>
          </p:grpSpPr>
          <p:sp>
            <p:nvSpPr>
              <p:cNvPr id="62" name="淘宝店chenying0907出品 43"/>
              <p:cNvSpPr/>
              <p:nvPr/>
            </p:nvSpPr>
            <p:spPr>
              <a:xfrm>
                <a:off x="4765" y="3537"/>
                <a:ext cx="3892"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63"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64" name="直接连接符 63"/>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65" name="组合 64"/>
          <p:cNvGrpSpPr/>
          <p:nvPr/>
        </p:nvGrpSpPr>
        <p:grpSpPr>
          <a:xfrm>
            <a:off x="8108315" y="3734435"/>
            <a:ext cx="2471420" cy="1041400"/>
            <a:chOff x="3492" y="3371"/>
            <a:chExt cx="3892" cy="1640"/>
          </a:xfrm>
        </p:grpSpPr>
        <p:grpSp>
          <p:nvGrpSpPr>
            <p:cNvPr id="66" name="组合 65"/>
            <p:cNvGrpSpPr/>
            <p:nvPr/>
          </p:nvGrpSpPr>
          <p:grpSpPr>
            <a:xfrm>
              <a:off x="3492" y="3371"/>
              <a:ext cx="3892" cy="1640"/>
              <a:chOff x="4765" y="3001"/>
              <a:chExt cx="3892" cy="1640"/>
            </a:xfrm>
          </p:grpSpPr>
          <p:sp>
            <p:nvSpPr>
              <p:cNvPr id="67" name="淘宝店chenying0907出品 43"/>
              <p:cNvSpPr/>
              <p:nvPr/>
            </p:nvSpPr>
            <p:spPr>
              <a:xfrm>
                <a:off x="4765" y="3537"/>
                <a:ext cx="3892"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68"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69" name="直接连接符 68"/>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grpSp>
        <p:nvGrpSpPr>
          <p:cNvPr id="70" name="组合 69"/>
          <p:cNvGrpSpPr/>
          <p:nvPr/>
        </p:nvGrpSpPr>
        <p:grpSpPr>
          <a:xfrm>
            <a:off x="8140700" y="5417820"/>
            <a:ext cx="2471420" cy="1041400"/>
            <a:chOff x="3492" y="3371"/>
            <a:chExt cx="3892" cy="1640"/>
          </a:xfrm>
        </p:grpSpPr>
        <p:grpSp>
          <p:nvGrpSpPr>
            <p:cNvPr id="71" name="组合 70"/>
            <p:cNvGrpSpPr/>
            <p:nvPr/>
          </p:nvGrpSpPr>
          <p:grpSpPr>
            <a:xfrm>
              <a:off x="3492" y="3371"/>
              <a:ext cx="3892" cy="1640"/>
              <a:chOff x="4765" y="3001"/>
              <a:chExt cx="3892" cy="1640"/>
            </a:xfrm>
          </p:grpSpPr>
          <p:sp>
            <p:nvSpPr>
              <p:cNvPr id="72" name="淘宝店chenying0907出品 43"/>
              <p:cNvSpPr/>
              <p:nvPr/>
            </p:nvSpPr>
            <p:spPr>
              <a:xfrm>
                <a:off x="4765" y="3537"/>
                <a:ext cx="3892" cy="110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73"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cxnSp>
          <p:nvCxnSpPr>
            <p:cNvPr id="74" name="直接连接符 73"/>
            <p:cNvCxnSpPr/>
            <p:nvPr/>
          </p:nvCxnSpPr>
          <p:spPr>
            <a:xfrm flipV="1">
              <a:off x="3695" y="3880"/>
              <a:ext cx="533" cy="4"/>
            </a:xfrm>
            <a:prstGeom prst="line">
              <a:avLst/>
            </a:prstGeom>
            <a:ln w="19050">
              <a:solidFill>
                <a:schemeClr val="tx1"/>
              </a:solidFill>
            </a:ln>
          </p:spPr>
          <p:style>
            <a:lnRef idx="1">
              <a:srgbClr val="F392A9"/>
            </a:lnRef>
            <a:fillRef idx="0">
              <a:srgbClr val="F392A9"/>
            </a:fillRef>
            <a:effectRef idx="0">
              <a:srgbClr val="F392A9"/>
            </a:effectRef>
            <a:fontRef idx="minor">
              <a:sysClr val="windowText" lastClr="000000"/>
            </a:fontRef>
          </p:style>
        </p:cxnSp>
      </p:grpSp>
    </p:spTree>
    <p:extLst>
      <p:ext uri="{BB962C8B-B14F-4D97-AF65-F5344CB8AC3E}">
        <p14:creationId xmlns:p14="http://schemas.microsoft.com/office/powerpoint/2010/main" val="1943781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5" name="组合 4"/>
          <p:cNvGrpSpPr/>
          <p:nvPr/>
        </p:nvGrpSpPr>
        <p:grpSpPr>
          <a:xfrm>
            <a:off x="1619250" y="2134870"/>
            <a:ext cx="8923655" cy="3361055"/>
            <a:chOff x="1730" y="1900"/>
            <a:chExt cx="10822" cy="4076"/>
          </a:xfrm>
        </p:grpSpPr>
        <p:grpSp>
          <p:nvGrpSpPr>
            <p:cNvPr id="25" name="组合 24"/>
            <p:cNvGrpSpPr/>
            <p:nvPr/>
          </p:nvGrpSpPr>
          <p:grpSpPr>
            <a:xfrm>
              <a:off x="1730" y="1900"/>
              <a:ext cx="2393" cy="4076"/>
              <a:chOff x="1827008" y="2120901"/>
              <a:chExt cx="2298700" cy="3195535"/>
            </a:xfrm>
          </p:grpSpPr>
          <p:sp>
            <p:nvSpPr>
              <p:cNvPr id="26" name="矩形 25"/>
              <p:cNvSpPr/>
              <p:nvPr/>
            </p:nvSpPr>
            <p:spPr>
              <a:xfrm>
                <a:off x="1827008" y="2120901"/>
                <a:ext cx="2298700" cy="4444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方正细圆简体" panose="02010601030101010101" charset="-122"/>
                    <a:ea typeface="方正细圆简体" panose="02010601030101010101" charset="-122"/>
                  </a:rPr>
                  <a:t>ADD TITLE</a:t>
                </a:r>
              </a:p>
            </p:txBody>
          </p:sp>
          <p:sp>
            <p:nvSpPr>
              <p:cNvPr id="27" name="矩形 26"/>
              <p:cNvSpPr/>
              <p:nvPr/>
            </p:nvSpPr>
            <p:spPr>
              <a:xfrm>
                <a:off x="1827008" y="2565400"/>
                <a:ext cx="2298700" cy="2751036"/>
              </a:xfrm>
              <a:prstGeom prst="rect">
                <a:avLst/>
              </a:prstGeom>
              <a:blipFill dpi="0" rotWithShape="1">
                <a:blip r:embed="rId4" cstate="print">
                  <a:grayscl/>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bg1"/>
                  </a:solidFill>
                </a:endParaRPr>
              </a:p>
            </p:txBody>
          </p:sp>
        </p:grpSp>
        <p:grpSp>
          <p:nvGrpSpPr>
            <p:cNvPr id="69" name="组合 68"/>
            <p:cNvGrpSpPr/>
            <p:nvPr/>
          </p:nvGrpSpPr>
          <p:grpSpPr>
            <a:xfrm>
              <a:off x="4512" y="1900"/>
              <a:ext cx="2393" cy="4076"/>
              <a:chOff x="1827008" y="2120901"/>
              <a:chExt cx="2298700" cy="3195535"/>
            </a:xfrm>
          </p:grpSpPr>
          <p:sp>
            <p:nvSpPr>
              <p:cNvPr id="70" name="矩形 69"/>
              <p:cNvSpPr/>
              <p:nvPr/>
            </p:nvSpPr>
            <p:spPr>
              <a:xfrm>
                <a:off x="1827008" y="2120901"/>
                <a:ext cx="2298700" cy="4444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方正细圆简体" panose="02010601030101010101" charset="-122"/>
                    <a:ea typeface="方正细圆简体" panose="02010601030101010101" charset="-122"/>
                    <a:sym typeface="+mn-ea"/>
                  </a:rPr>
                  <a:t>ADD TITLE</a:t>
                </a:r>
                <a:endParaRPr lang="zh-CN" altLang="en-US" sz="1100">
                  <a:solidFill>
                    <a:schemeClr val="tx1">
                      <a:lumMod val="75000"/>
                      <a:lumOff val="25000"/>
                    </a:schemeClr>
                  </a:solidFill>
                </a:endParaRPr>
              </a:p>
            </p:txBody>
          </p:sp>
          <p:sp>
            <p:nvSpPr>
              <p:cNvPr id="71" name="矩形 70"/>
              <p:cNvSpPr/>
              <p:nvPr/>
            </p:nvSpPr>
            <p:spPr>
              <a:xfrm>
                <a:off x="1827008" y="2565400"/>
                <a:ext cx="2298700" cy="2751036"/>
              </a:xfrm>
              <a:prstGeom prst="rect">
                <a:avLst/>
              </a:prstGeom>
              <a:blipFill dpi="0" rotWithShape="1">
                <a:blip r:embed="rId5" cstate="print">
                  <a:grayscl/>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bg1"/>
                  </a:solidFill>
                </a:endParaRPr>
              </a:p>
            </p:txBody>
          </p:sp>
        </p:grpSp>
        <p:grpSp>
          <p:nvGrpSpPr>
            <p:cNvPr id="75" name="组合 74"/>
            <p:cNvGrpSpPr/>
            <p:nvPr/>
          </p:nvGrpSpPr>
          <p:grpSpPr>
            <a:xfrm>
              <a:off x="7315" y="1900"/>
              <a:ext cx="2393" cy="4076"/>
              <a:chOff x="1827008" y="2120901"/>
              <a:chExt cx="2298700" cy="3195535"/>
            </a:xfrm>
          </p:grpSpPr>
          <p:sp>
            <p:nvSpPr>
              <p:cNvPr id="76" name="矩形 75"/>
              <p:cNvSpPr/>
              <p:nvPr/>
            </p:nvSpPr>
            <p:spPr>
              <a:xfrm>
                <a:off x="1827008" y="2120901"/>
                <a:ext cx="2298700" cy="4444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方正细圆简体" panose="02010601030101010101" charset="-122"/>
                    <a:ea typeface="方正细圆简体" panose="02010601030101010101" charset="-122"/>
                    <a:sym typeface="+mn-ea"/>
                  </a:rPr>
                  <a:t>ADD TITLE</a:t>
                </a:r>
                <a:endParaRPr lang="zh-CN" altLang="en-US" sz="1100">
                  <a:solidFill>
                    <a:schemeClr val="bg1"/>
                  </a:solidFill>
                </a:endParaRPr>
              </a:p>
            </p:txBody>
          </p:sp>
          <p:sp>
            <p:nvSpPr>
              <p:cNvPr id="77" name="矩形 76"/>
              <p:cNvSpPr/>
              <p:nvPr/>
            </p:nvSpPr>
            <p:spPr>
              <a:xfrm>
                <a:off x="1827008" y="2565400"/>
                <a:ext cx="2298700" cy="2751036"/>
              </a:xfrm>
              <a:prstGeom prst="rect">
                <a:avLst/>
              </a:prstGeom>
              <a:blipFill dpi="0" rotWithShape="1">
                <a:blip r:embed="rId6" cstate="print">
                  <a:grayscl/>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bg1"/>
                  </a:solidFill>
                </a:endParaRPr>
              </a:p>
            </p:txBody>
          </p:sp>
        </p:grpSp>
        <p:grpSp>
          <p:nvGrpSpPr>
            <p:cNvPr id="81" name="组合 80"/>
            <p:cNvGrpSpPr/>
            <p:nvPr/>
          </p:nvGrpSpPr>
          <p:grpSpPr>
            <a:xfrm>
              <a:off x="10160" y="1900"/>
              <a:ext cx="2393" cy="4076"/>
              <a:chOff x="1827008" y="2120901"/>
              <a:chExt cx="2298700" cy="3195535"/>
            </a:xfrm>
          </p:grpSpPr>
          <p:sp>
            <p:nvSpPr>
              <p:cNvPr id="82" name="矩形 81"/>
              <p:cNvSpPr/>
              <p:nvPr/>
            </p:nvSpPr>
            <p:spPr>
              <a:xfrm>
                <a:off x="1827008" y="2120901"/>
                <a:ext cx="2298700" cy="4444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方正细圆简体" panose="02010601030101010101" charset="-122"/>
                    <a:ea typeface="方正细圆简体" panose="02010601030101010101" charset="-122"/>
                    <a:sym typeface="+mn-ea"/>
                  </a:rPr>
                  <a:t>ADD TITLE</a:t>
                </a:r>
                <a:endParaRPr lang="zh-CN" altLang="en-US" sz="1100">
                  <a:solidFill>
                    <a:schemeClr val="bg1"/>
                  </a:solidFill>
                </a:endParaRPr>
              </a:p>
            </p:txBody>
          </p:sp>
          <p:sp>
            <p:nvSpPr>
              <p:cNvPr id="83" name="矩形 82"/>
              <p:cNvSpPr/>
              <p:nvPr/>
            </p:nvSpPr>
            <p:spPr>
              <a:xfrm>
                <a:off x="1827008" y="2565400"/>
                <a:ext cx="2298700" cy="2751036"/>
              </a:xfrm>
              <a:prstGeom prst="rect">
                <a:avLst/>
              </a:prstGeom>
              <a:blipFill dpi="0" rotWithShape="1">
                <a:blip r:embed="rId7" cstate="print">
                  <a:grayscl/>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bg1"/>
                  </a:solidFill>
                </a:endParaRPr>
              </a:p>
            </p:txBody>
          </p:sp>
        </p:grpSp>
      </p:grpSp>
      <p:grpSp>
        <p:nvGrpSpPr>
          <p:cNvPr id="18" name="组合 17"/>
          <p:cNvGrpSpPr/>
          <p:nvPr/>
        </p:nvGrpSpPr>
        <p:grpSpPr>
          <a:xfrm>
            <a:off x="1638300" y="5495925"/>
            <a:ext cx="1955165" cy="912918"/>
            <a:chOff x="1578" y="7359"/>
            <a:chExt cx="3336" cy="1558"/>
          </a:xfrm>
        </p:grpSpPr>
        <p:sp>
          <p:nvSpPr>
            <p:cNvPr id="19" name="矩形 18"/>
            <p:cNvSpPr/>
            <p:nvPr/>
          </p:nvSpPr>
          <p:spPr>
            <a:xfrm>
              <a:off x="1578" y="7721"/>
              <a:ext cx="3336" cy="1196"/>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p>
          </p:txBody>
        </p:sp>
        <p:sp>
          <p:nvSpPr>
            <p:cNvPr id="20" name="矩形 19"/>
            <p:cNvSpPr/>
            <p:nvPr/>
          </p:nvSpPr>
          <p:spPr>
            <a:xfrm>
              <a:off x="2239" y="7359"/>
              <a:ext cx="2014" cy="523"/>
            </a:xfrm>
            <a:prstGeom prst="rect">
              <a:avLst/>
            </a:prstGeom>
          </p:spPr>
          <p:txBody>
            <a:bodyPr wrap="square">
              <a:spAutoFit/>
            </a:bodyPr>
            <a:lstStyle/>
            <a:p>
              <a:pPr algn="ctr"/>
              <a:endParaRPr lang="en-US" altLang="zh-CN" sz="1400" b="1" dirty="0">
                <a:solidFill>
                  <a:schemeClr val="tx1">
                    <a:alpha val="92000"/>
                  </a:schemeClr>
                </a:solidFill>
                <a:latin typeface="+mn-lt"/>
                <a:ea typeface="微软雅黑" panose="020B0503020204020204" charset="-122"/>
                <a:cs typeface="Arial" panose="020B0604020202020204" pitchFamily="34" charset="0"/>
              </a:endParaRPr>
            </a:p>
          </p:txBody>
        </p:sp>
      </p:grpSp>
      <p:grpSp>
        <p:nvGrpSpPr>
          <p:cNvPr id="6" name="组合 5"/>
          <p:cNvGrpSpPr/>
          <p:nvPr/>
        </p:nvGrpSpPr>
        <p:grpSpPr>
          <a:xfrm>
            <a:off x="3931285" y="5495925"/>
            <a:ext cx="1955165" cy="912918"/>
            <a:chOff x="1578" y="7359"/>
            <a:chExt cx="3336" cy="1558"/>
          </a:xfrm>
        </p:grpSpPr>
        <p:sp>
          <p:nvSpPr>
            <p:cNvPr id="7" name="矩形 6"/>
            <p:cNvSpPr/>
            <p:nvPr/>
          </p:nvSpPr>
          <p:spPr>
            <a:xfrm>
              <a:off x="1578" y="7721"/>
              <a:ext cx="3336" cy="1196"/>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p>
          </p:txBody>
        </p:sp>
        <p:sp>
          <p:nvSpPr>
            <p:cNvPr id="9" name="矩形 8"/>
            <p:cNvSpPr/>
            <p:nvPr/>
          </p:nvSpPr>
          <p:spPr>
            <a:xfrm>
              <a:off x="2239" y="7359"/>
              <a:ext cx="2014" cy="523"/>
            </a:xfrm>
            <a:prstGeom prst="rect">
              <a:avLst/>
            </a:prstGeom>
          </p:spPr>
          <p:txBody>
            <a:bodyPr wrap="square">
              <a:spAutoFit/>
            </a:bodyPr>
            <a:lstStyle/>
            <a:p>
              <a:pPr algn="ctr"/>
              <a:endParaRPr lang="en-US" altLang="zh-CN" sz="1400" b="1" dirty="0">
                <a:solidFill>
                  <a:schemeClr val="tx1">
                    <a:alpha val="92000"/>
                  </a:schemeClr>
                </a:solidFill>
                <a:latin typeface="+mn-lt"/>
                <a:ea typeface="微软雅黑" panose="020B0503020204020204" charset="-122"/>
                <a:cs typeface="Arial" panose="020B0604020202020204" pitchFamily="34" charset="0"/>
              </a:endParaRPr>
            </a:p>
          </p:txBody>
        </p:sp>
      </p:grpSp>
      <p:grpSp>
        <p:nvGrpSpPr>
          <p:cNvPr id="11" name="组合 10"/>
          <p:cNvGrpSpPr/>
          <p:nvPr/>
        </p:nvGrpSpPr>
        <p:grpSpPr>
          <a:xfrm>
            <a:off x="6224270" y="5518150"/>
            <a:ext cx="1955165" cy="912918"/>
            <a:chOff x="1578" y="7359"/>
            <a:chExt cx="3336" cy="1558"/>
          </a:xfrm>
        </p:grpSpPr>
        <p:sp>
          <p:nvSpPr>
            <p:cNvPr id="12" name="矩形 11"/>
            <p:cNvSpPr/>
            <p:nvPr/>
          </p:nvSpPr>
          <p:spPr>
            <a:xfrm>
              <a:off x="1578" y="7721"/>
              <a:ext cx="3336" cy="1196"/>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a:t>
              </a:r>
            </a:p>
          </p:txBody>
        </p:sp>
        <p:sp>
          <p:nvSpPr>
            <p:cNvPr id="13" name="矩形 12"/>
            <p:cNvSpPr/>
            <p:nvPr/>
          </p:nvSpPr>
          <p:spPr>
            <a:xfrm>
              <a:off x="2239" y="7359"/>
              <a:ext cx="2014" cy="470"/>
            </a:xfrm>
            <a:prstGeom prst="rect">
              <a:avLst/>
            </a:prstGeom>
          </p:spPr>
          <p:txBody>
            <a:bodyPr wrap="square">
              <a:spAutoFit/>
            </a:bodyPr>
            <a:lstStyle/>
            <a:p>
              <a:pPr algn="ctr"/>
              <a:endParaRPr lang="en-US" altLang="zh-CN" sz="1200" b="1" dirty="0">
                <a:solidFill>
                  <a:schemeClr val="tx1">
                    <a:alpha val="92000"/>
                  </a:schemeClr>
                </a:solidFill>
                <a:latin typeface="+mn-lt"/>
                <a:ea typeface="微软雅黑" panose="020B0503020204020204" charset="-122"/>
                <a:cs typeface="Arial" panose="020B0604020202020204" pitchFamily="34" charset="0"/>
              </a:endParaRPr>
            </a:p>
          </p:txBody>
        </p:sp>
      </p:grpSp>
      <p:grpSp>
        <p:nvGrpSpPr>
          <p:cNvPr id="14" name="组合 13"/>
          <p:cNvGrpSpPr/>
          <p:nvPr/>
        </p:nvGrpSpPr>
        <p:grpSpPr>
          <a:xfrm>
            <a:off x="8570595" y="5495925"/>
            <a:ext cx="1955165" cy="912918"/>
            <a:chOff x="1578" y="7359"/>
            <a:chExt cx="3336" cy="1558"/>
          </a:xfrm>
        </p:grpSpPr>
        <p:sp>
          <p:nvSpPr>
            <p:cNvPr id="15" name="矩形 14"/>
            <p:cNvSpPr/>
            <p:nvPr/>
          </p:nvSpPr>
          <p:spPr>
            <a:xfrm>
              <a:off x="1578" y="7721"/>
              <a:ext cx="3336" cy="1196"/>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p>
          </p:txBody>
        </p:sp>
        <p:sp>
          <p:nvSpPr>
            <p:cNvPr id="17" name="矩形 16"/>
            <p:cNvSpPr/>
            <p:nvPr/>
          </p:nvSpPr>
          <p:spPr>
            <a:xfrm>
              <a:off x="2239" y="7359"/>
              <a:ext cx="2014" cy="470"/>
            </a:xfrm>
            <a:prstGeom prst="rect">
              <a:avLst/>
            </a:prstGeom>
          </p:spPr>
          <p:txBody>
            <a:bodyPr wrap="square">
              <a:spAutoFit/>
            </a:bodyPr>
            <a:lstStyle/>
            <a:p>
              <a:pPr algn="ctr"/>
              <a:endParaRPr lang="en-US" altLang="zh-CN" sz="1200" b="1" dirty="0">
                <a:solidFill>
                  <a:schemeClr val="tx1">
                    <a:alpha val="92000"/>
                  </a:schemeClr>
                </a:solidFill>
                <a:latin typeface="+mn-lt"/>
                <a:ea typeface="微软雅黑" panose="020B0503020204020204" charset="-122"/>
                <a:cs typeface="Arial" panose="020B0604020202020204" pitchFamily="34" charset="0"/>
              </a:endParaRPr>
            </a:p>
          </p:txBody>
        </p:sp>
      </p:grpSp>
    </p:spTree>
    <p:extLst>
      <p:ext uri="{BB962C8B-B14F-4D97-AF65-F5344CB8AC3E}">
        <p14:creationId xmlns:p14="http://schemas.microsoft.com/office/powerpoint/2010/main" val="3413502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sp>
        <p:nvSpPr>
          <p:cNvPr id="45" name="Freeform 9"/>
          <p:cNvSpPr/>
          <p:nvPr/>
        </p:nvSpPr>
        <p:spPr bwMode="auto">
          <a:xfrm rot="13500000">
            <a:off x="3798570" y="3462655"/>
            <a:ext cx="2388235" cy="2388235"/>
          </a:xfrm>
          <a:custGeom>
            <a:avLst/>
            <a:gdLst>
              <a:gd name="T0" fmla="*/ 107 w 728"/>
              <a:gd name="T1" fmla="*/ 621 h 727"/>
              <a:gd name="T2" fmla="*/ 364 w 728"/>
              <a:gd name="T3" fmla="*/ 727 h 727"/>
              <a:gd name="T4" fmla="*/ 364 w 728"/>
              <a:gd name="T5" fmla="*/ 556 h 727"/>
              <a:gd name="T6" fmla="*/ 228 w 728"/>
              <a:gd name="T7" fmla="*/ 499 h 727"/>
              <a:gd name="T8" fmla="*/ 172 w 728"/>
              <a:gd name="T9" fmla="*/ 363 h 727"/>
              <a:gd name="T10" fmla="*/ 228 w 728"/>
              <a:gd name="T11" fmla="*/ 227 h 727"/>
              <a:gd name="T12" fmla="*/ 364 w 728"/>
              <a:gd name="T13" fmla="*/ 171 h 727"/>
              <a:gd name="T14" fmla="*/ 500 w 728"/>
              <a:gd name="T15" fmla="*/ 227 h 727"/>
              <a:gd name="T16" fmla="*/ 556 w 728"/>
              <a:gd name="T17" fmla="*/ 363 h 727"/>
              <a:gd name="T18" fmla="*/ 728 w 728"/>
              <a:gd name="T19" fmla="*/ 363 h 727"/>
              <a:gd name="T20" fmla="*/ 621 w 728"/>
              <a:gd name="T21" fmla="*/ 106 h 727"/>
              <a:gd name="T22" fmla="*/ 364 w 728"/>
              <a:gd name="T23" fmla="*/ 0 h 727"/>
              <a:gd name="T24" fmla="*/ 107 w 728"/>
              <a:gd name="T25" fmla="*/ 106 h 727"/>
              <a:gd name="T26" fmla="*/ 0 w 728"/>
              <a:gd name="T27" fmla="*/ 363 h 727"/>
              <a:gd name="T28" fmla="*/ 107 w 728"/>
              <a:gd name="T29" fmla="*/ 621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8" h="727">
                <a:moveTo>
                  <a:pt x="107" y="621"/>
                </a:moveTo>
                <a:cubicBezTo>
                  <a:pt x="176" y="689"/>
                  <a:pt x="267" y="727"/>
                  <a:pt x="364" y="727"/>
                </a:cubicBezTo>
                <a:cubicBezTo>
                  <a:pt x="364" y="556"/>
                  <a:pt x="364" y="556"/>
                  <a:pt x="364" y="556"/>
                </a:cubicBezTo>
                <a:cubicBezTo>
                  <a:pt x="313" y="556"/>
                  <a:pt x="264" y="536"/>
                  <a:pt x="228" y="499"/>
                </a:cubicBezTo>
                <a:cubicBezTo>
                  <a:pt x="192" y="463"/>
                  <a:pt x="172" y="415"/>
                  <a:pt x="172" y="363"/>
                </a:cubicBezTo>
                <a:cubicBezTo>
                  <a:pt x="172" y="312"/>
                  <a:pt x="192" y="264"/>
                  <a:pt x="228" y="227"/>
                </a:cubicBezTo>
                <a:cubicBezTo>
                  <a:pt x="264" y="191"/>
                  <a:pt x="313" y="171"/>
                  <a:pt x="364" y="171"/>
                </a:cubicBezTo>
                <a:cubicBezTo>
                  <a:pt x="415" y="171"/>
                  <a:pt x="464" y="191"/>
                  <a:pt x="500" y="227"/>
                </a:cubicBezTo>
                <a:cubicBezTo>
                  <a:pt x="536" y="264"/>
                  <a:pt x="556" y="312"/>
                  <a:pt x="556" y="363"/>
                </a:cubicBezTo>
                <a:cubicBezTo>
                  <a:pt x="728" y="363"/>
                  <a:pt x="728" y="363"/>
                  <a:pt x="728" y="363"/>
                </a:cubicBezTo>
                <a:cubicBezTo>
                  <a:pt x="728" y="266"/>
                  <a:pt x="690" y="175"/>
                  <a:pt x="621" y="106"/>
                </a:cubicBezTo>
                <a:cubicBezTo>
                  <a:pt x="553" y="38"/>
                  <a:pt x="461" y="0"/>
                  <a:pt x="364" y="0"/>
                </a:cubicBezTo>
                <a:cubicBezTo>
                  <a:pt x="267" y="0"/>
                  <a:pt x="176" y="38"/>
                  <a:pt x="107" y="106"/>
                </a:cubicBezTo>
                <a:cubicBezTo>
                  <a:pt x="38" y="175"/>
                  <a:pt x="0" y="266"/>
                  <a:pt x="0" y="363"/>
                </a:cubicBezTo>
                <a:cubicBezTo>
                  <a:pt x="0" y="461"/>
                  <a:pt x="38" y="552"/>
                  <a:pt x="107" y="621"/>
                </a:cubicBezTo>
                <a:close/>
              </a:path>
            </a:pathLst>
          </a:custGeom>
          <a:solidFill>
            <a:schemeClr val="tx1"/>
          </a:solidFill>
          <a:ln>
            <a:noFill/>
          </a:ln>
          <a:effectLst/>
        </p:spPr>
        <p:txBody>
          <a:bodyPr vert="horz" wrap="square" lIns="68552" tIns="34276" rIns="68552" bIns="34276" numCol="1" anchor="t" anchorCtr="0" compatLnSpc="1"/>
          <a:lstStyle/>
          <a:p>
            <a:endParaRPr lang="id-ID"/>
          </a:p>
        </p:txBody>
      </p:sp>
      <p:sp>
        <p:nvSpPr>
          <p:cNvPr id="46" name="Freeform 9"/>
          <p:cNvSpPr/>
          <p:nvPr/>
        </p:nvSpPr>
        <p:spPr bwMode="auto">
          <a:xfrm rot="2700000">
            <a:off x="2490470" y="2191385"/>
            <a:ext cx="2388235" cy="2388235"/>
          </a:xfrm>
          <a:custGeom>
            <a:avLst/>
            <a:gdLst>
              <a:gd name="T0" fmla="*/ 107 w 728"/>
              <a:gd name="T1" fmla="*/ 621 h 727"/>
              <a:gd name="T2" fmla="*/ 364 w 728"/>
              <a:gd name="T3" fmla="*/ 727 h 727"/>
              <a:gd name="T4" fmla="*/ 364 w 728"/>
              <a:gd name="T5" fmla="*/ 556 h 727"/>
              <a:gd name="T6" fmla="*/ 228 w 728"/>
              <a:gd name="T7" fmla="*/ 499 h 727"/>
              <a:gd name="T8" fmla="*/ 172 w 728"/>
              <a:gd name="T9" fmla="*/ 363 h 727"/>
              <a:gd name="T10" fmla="*/ 228 w 728"/>
              <a:gd name="T11" fmla="*/ 227 h 727"/>
              <a:gd name="T12" fmla="*/ 364 w 728"/>
              <a:gd name="T13" fmla="*/ 171 h 727"/>
              <a:gd name="T14" fmla="*/ 500 w 728"/>
              <a:gd name="T15" fmla="*/ 227 h 727"/>
              <a:gd name="T16" fmla="*/ 556 w 728"/>
              <a:gd name="T17" fmla="*/ 363 h 727"/>
              <a:gd name="T18" fmla="*/ 728 w 728"/>
              <a:gd name="T19" fmla="*/ 363 h 727"/>
              <a:gd name="T20" fmla="*/ 621 w 728"/>
              <a:gd name="T21" fmla="*/ 106 h 727"/>
              <a:gd name="T22" fmla="*/ 364 w 728"/>
              <a:gd name="T23" fmla="*/ 0 h 727"/>
              <a:gd name="T24" fmla="*/ 107 w 728"/>
              <a:gd name="T25" fmla="*/ 106 h 727"/>
              <a:gd name="T26" fmla="*/ 0 w 728"/>
              <a:gd name="T27" fmla="*/ 363 h 727"/>
              <a:gd name="T28" fmla="*/ 107 w 728"/>
              <a:gd name="T29" fmla="*/ 621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8" h="727">
                <a:moveTo>
                  <a:pt x="107" y="621"/>
                </a:moveTo>
                <a:cubicBezTo>
                  <a:pt x="176" y="689"/>
                  <a:pt x="267" y="727"/>
                  <a:pt x="364" y="727"/>
                </a:cubicBezTo>
                <a:cubicBezTo>
                  <a:pt x="364" y="556"/>
                  <a:pt x="364" y="556"/>
                  <a:pt x="364" y="556"/>
                </a:cubicBezTo>
                <a:cubicBezTo>
                  <a:pt x="313" y="556"/>
                  <a:pt x="264" y="536"/>
                  <a:pt x="228" y="499"/>
                </a:cubicBezTo>
                <a:cubicBezTo>
                  <a:pt x="192" y="463"/>
                  <a:pt x="172" y="415"/>
                  <a:pt x="172" y="363"/>
                </a:cubicBezTo>
                <a:cubicBezTo>
                  <a:pt x="172" y="312"/>
                  <a:pt x="192" y="264"/>
                  <a:pt x="228" y="227"/>
                </a:cubicBezTo>
                <a:cubicBezTo>
                  <a:pt x="264" y="191"/>
                  <a:pt x="313" y="171"/>
                  <a:pt x="364" y="171"/>
                </a:cubicBezTo>
                <a:cubicBezTo>
                  <a:pt x="415" y="171"/>
                  <a:pt x="464" y="191"/>
                  <a:pt x="500" y="227"/>
                </a:cubicBezTo>
                <a:cubicBezTo>
                  <a:pt x="536" y="264"/>
                  <a:pt x="556" y="312"/>
                  <a:pt x="556" y="363"/>
                </a:cubicBezTo>
                <a:cubicBezTo>
                  <a:pt x="728" y="363"/>
                  <a:pt x="728" y="363"/>
                  <a:pt x="728" y="363"/>
                </a:cubicBezTo>
                <a:cubicBezTo>
                  <a:pt x="728" y="266"/>
                  <a:pt x="690" y="175"/>
                  <a:pt x="621" y="106"/>
                </a:cubicBezTo>
                <a:cubicBezTo>
                  <a:pt x="553" y="38"/>
                  <a:pt x="461" y="0"/>
                  <a:pt x="364" y="0"/>
                </a:cubicBezTo>
                <a:cubicBezTo>
                  <a:pt x="267" y="0"/>
                  <a:pt x="176" y="38"/>
                  <a:pt x="107" y="106"/>
                </a:cubicBezTo>
                <a:cubicBezTo>
                  <a:pt x="38" y="175"/>
                  <a:pt x="0" y="266"/>
                  <a:pt x="0" y="363"/>
                </a:cubicBezTo>
                <a:cubicBezTo>
                  <a:pt x="0" y="461"/>
                  <a:pt x="38" y="552"/>
                  <a:pt x="107" y="621"/>
                </a:cubicBezTo>
                <a:close/>
              </a:path>
            </a:pathLst>
          </a:custGeom>
          <a:solidFill>
            <a:schemeClr val="tx1"/>
          </a:solidFill>
          <a:ln>
            <a:noFill/>
          </a:ln>
          <a:effectLst/>
        </p:spPr>
        <p:txBody>
          <a:bodyPr vert="horz" wrap="square" lIns="68552" tIns="34276" rIns="68552" bIns="34276" numCol="1" anchor="t" anchorCtr="0" compatLnSpc="1"/>
          <a:lstStyle/>
          <a:p>
            <a:endParaRPr lang="id-ID"/>
          </a:p>
        </p:txBody>
      </p:sp>
      <p:sp>
        <p:nvSpPr>
          <p:cNvPr id="56" name="Freeform 19"/>
          <p:cNvSpPr>
            <a:spLocks noEditPoints="1"/>
          </p:cNvSpPr>
          <p:nvPr/>
        </p:nvSpPr>
        <p:spPr bwMode="auto">
          <a:xfrm>
            <a:off x="3424555" y="3088005"/>
            <a:ext cx="512445" cy="494030"/>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tx1"/>
          </a:solidFill>
          <a:ln>
            <a:noFill/>
          </a:ln>
          <a:effectLst/>
        </p:spPr>
        <p:txBody>
          <a:bodyPr vert="horz" wrap="square" lIns="68552" tIns="34276" rIns="68552" bIns="34276" numCol="1" anchor="t" anchorCtr="0" compatLnSpc="1"/>
          <a:lstStyle/>
          <a:p>
            <a:endParaRPr lang="id-ID">
              <a:solidFill>
                <a:srgbClr val="2F5EB0"/>
              </a:solidFill>
            </a:endParaRPr>
          </a:p>
        </p:txBody>
      </p:sp>
      <p:grpSp>
        <p:nvGrpSpPr>
          <p:cNvPr id="58" name="Group 24"/>
          <p:cNvGrpSpPr/>
          <p:nvPr/>
        </p:nvGrpSpPr>
        <p:grpSpPr>
          <a:xfrm>
            <a:off x="4735195" y="4487545"/>
            <a:ext cx="503555" cy="494030"/>
            <a:chOff x="6786562" y="796925"/>
            <a:chExt cx="500063" cy="490538"/>
          </a:xfrm>
          <a:solidFill>
            <a:schemeClr val="tx1"/>
          </a:solidFill>
          <a:effectLst/>
        </p:grpSpPr>
        <p:sp>
          <p:nvSpPr>
            <p:cNvPr id="59" name="Freeform 27"/>
            <p:cNvSpPr>
              <a:spLocks noEditPoints="1"/>
            </p:cNvSpPr>
            <p:nvPr/>
          </p:nvSpPr>
          <p:spPr bwMode="auto">
            <a:xfrm>
              <a:off x="6786562" y="796925"/>
              <a:ext cx="500063" cy="490538"/>
            </a:xfrm>
            <a:custGeom>
              <a:avLst/>
              <a:gdLst>
                <a:gd name="T0" fmla="*/ 127 w 130"/>
                <a:gd name="T1" fmla="*/ 42 h 128"/>
                <a:gd name="T2" fmla="*/ 87 w 130"/>
                <a:gd name="T3" fmla="*/ 2 h 128"/>
                <a:gd name="T4" fmla="*/ 79 w 130"/>
                <a:gd name="T5" fmla="*/ 0 h 128"/>
                <a:gd name="T6" fmla="*/ 75 w 130"/>
                <a:gd name="T7" fmla="*/ 2 h 128"/>
                <a:gd name="T8" fmla="*/ 73 w 130"/>
                <a:gd name="T9" fmla="*/ 6 h 128"/>
                <a:gd name="T10" fmla="*/ 64 w 130"/>
                <a:gd name="T11" fmla="*/ 21 h 128"/>
                <a:gd name="T12" fmla="*/ 41 w 130"/>
                <a:gd name="T13" fmla="*/ 37 h 128"/>
                <a:gd name="T14" fmla="*/ 15 w 130"/>
                <a:gd name="T15" fmla="*/ 55 h 128"/>
                <a:gd name="T16" fmla="*/ 1 w 130"/>
                <a:gd name="T17" fmla="*/ 78 h 128"/>
                <a:gd name="T18" fmla="*/ 3 w 130"/>
                <a:gd name="T19" fmla="*/ 86 h 128"/>
                <a:gd name="T20" fmla="*/ 43 w 130"/>
                <a:gd name="T21" fmla="*/ 126 h 128"/>
                <a:gd name="T22" fmla="*/ 51 w 130"/>
                <a:gd name="T23" fmla="*/ 128 h 128"/>
                <a:gd name="T24" fmla="*/ 55 w 130"/>
                <a:gd name="T25" fmla="*/ 126 h 128"/>
                <a:gd name="T26" fmla="*/ 57 w 130"/>
                <a:gd name="T27" fmla="*/ 122 h 128"/>
                <a:gd name="T28" fmla="*/ 66 w 130"/>
                <a:gd name="T29" fmla="*/ 107 h 128"/>
                <a:gd name="T30" fmla="*/ 89 w 130"/>
                <a:gd name="T31" fmla="*/ 91 h 128"/>
                <a:gd name="T32" fmla="*/ 115 w 130"/>
                <a:gd name="T33" fmla="*/ 73 h 128"/>
                <a:gd name="T34" fmla="*/ 129 w 130"/>
                <a:gd name="T35" fmla="*/ 50 h 128"/>
                <a:gd name="T36" fmla="*/ 127 w 130"/>
                <a:gd name="T37" fmla="*/ 42 h 128"/>
                <a:gd name="T38" fmla="*/ 49 w 130"/>
                <a:gd name="T39" fmla="*/ 120 h 128"/>
                <a:gd name="T40" fmla="*/ 9 w 130"/>
                <a:gd name="T41" fmla="*/ 80 h 128"/>
                <a:gd name="T42" fmla="*/ 81 w 130"/>
                <a:gd name="T43" fmla="*/ 8 h 128"/>
                <a:gd name="T44" fmla="*/ 121 w 130"/>
                <a:gd name="T45" fmla="*/ 48 h 128"/>
                <a:gd name="T46" fmla="*/ 49 w 130"/>
                <a:gd name="T47"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128">
                  <a:moveTo>
                    <a:pt x="127" y="42"/>
                  </a:moveTo>
                  <a:cubicBezTo>
                    <a:pt x="87" y="2"/>
                    <a:pt x="87" y="2"/>
                    <a:pt x="87" y="2"/>
                  </a:cubicBezTo>
                  <a:cubicBezTo>
                    <a:pt x="85" y="0"/>
                    <a:pt x="82" y="0"/>
                    <a:pt x="79" y="0"/>
                  </a:cubicBezTo>
                  <a:cubicBezTo>
                    <a:pt x="78" y="1"/>
                    <a:pt x="76" y="1"/>
                    <a:pt x="75" y="2"/>
                  </a:cubicBezTo>
                  <a:cubicBezTo>
                    <a:pt x="74" y="3"/>
                    <a:pt x="74" y="4"/>
                    <a:pt x="73" y="6"/>
                  </a:cubicBezTo>
                  <a:cubicBezTo>
                    <a:pt x="72" y="12"/>
                    <a:pt x="68" y="17"/>
                    <a:pt x="64" y="21"/>
                  </a:cubicBezTo>
                  <a:cubicBezTo>
                    <a:pt x="58" y="27"/>
                    <a:pt x="50" y="32"/>
                    <a:pt x="41" y="37"/>
                  </a:cubicBezTo>
                  <a:cubicBezTo>
                    <a:pt x="32" y="42"/>
                    <a:pt x="23" y="48"/>
                    <a:pt x="15" y="55"/>
                  </a:cubicBezTo>
                  <a:cubicBezTo>
                    <a:pt x="8" y="62"/>
                    <a:pt x="4" y="69"/>
                    <a:pt x="1" y="78"/>
                  </a:cubicBezTo>
                  <a:cubicBezTo>
                    <a:pt x="0" y="80"/>
                    <a:pt x="1" y="84"/>
                    <a:pt x="3" y="86"/>
                  </a:cubicBezTo>
                  <a:cubicBezTo>
                    <a:pt x="43" y="126"/>
                    <a:pt x="43" y="126"/>
                    <a:pt x="43" y="126"/>
                  </a:cubicBezTo>
                  <a:cubicBezTo>
                    <a:pt x="45" y="128"/>
                    <a:pt x="48" y="128"/>
                    <a:pt x="51" y="128"/>
                  </a:cubicBezTo>
                  <a:cubicBezTo>
                    <a:pt x="52" y="127"/>
                    <a:pt x="54" y="127"/>
                    <a:pt x="55" y="126"/>
                  </a:cubicBezTo>
                  <a:cubicBezTo>
                    <a:pt x="56" y="125"/>
                    <a:pt x="56" y="124"/>
                    <a:pt x="57" y="122"/>
                  </a:cubicBezTo>
                  <a:cubicBezTo>
                    <a:pt x="58" y="116"/>
                    <a:pt x="62" y="111"/>
                    <a:pt x="66" y="107"/>
                  </a:cubicBezTo>
                  <a:cubicBezTo>
                    <a:pt x="72" y="101"/>
                    <a:pt x="80" y="96"/>
                    <a:pt x="89" y="91"/>
                  </a:cubicBezTo>
                  <a:cubicBezTo>
                    <a:pt x="98" y="86"/>
                    <a:pt x="107" y="80"/>
                    <a:pt x="115" y="73"/>
                  </a:cubicBezTo>
                  <a:cubicBezTo>
                    <a:pt x="122" y="66"/>
                    <a:pt x="126" y="59"/>
                    <a:pt x="129" y="50"/>
                  </a:cubicBezTo>
                  <a:cubicBezTo>
                    <a:pt x="130" y="48"/>
                    <a:pt x="129" y="44"/>
                    <a:pt x="127" y="42"/>
                  </a:cubicBezTo>
                  <a:close/>
                  <a:moveTo>
                    <a:pt x="49" y="120"/>
                  </a:moveTo>
                  <a:cubicBezTo>
                    <a:pt x="36" y="107"/>
                    <a:pt x="22" y="93"/>
                    <a:pt x="9" y="80"/>
                  </a:cubicBezTo>
                  <a:cubicBezTo>
                    <a:pt x="20" y="43"/>
                    <a:pt x="70" y="45"/>
                    <a:pt x="81" y="8"/>
                  </a:cubicBezTo>
                  <a:cubicBezTo>
                    <a:pt x="94" y="21"/>
                    <a:pt x="108" y="35"/>
                    <a:pt x="121" y="48"/>
                  </a:cubicBezTo>
                  <a:cubicBezTo>
                    <a:pt x="110" y="85"/>
                    <a:pt x="60" y="83"/>
                    <a:pt x="4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2F5EB0"/>
                </a:solidFill>
              </a:endParaRPr>
            </a:p>
          </p:txBody>
        </p:sp>
        <p:sp>
          <p:nvSpPr>
            <p:cNvPr id="60" name="Freeform 28"/>
            <p:cNvSpPr>
              <a:spLocks noEditPoints="1"/>
            </p:cNvSpPr>
            <p:nvPr/>
          </p:nvSpPr>
          <p:spPr bwMode="auto">
            <a:xfrm>
              <a:off x="6967538" y="969963"/>
              <a:ext cx="134938" cy="138113"/>
            </a:xfrm>
            <a:custGeom>
              <a:avLst/>
              <a:gdLst>
                <a:gd name="T0" fmla="*/ 28 w 35"/>
                <a:gd name="T1" fmla="*/ 12 h 36"/>
                <a:gd name="T2" fmla="*/ 20 w 35"/>
                <a:gd name="T3" fmla="*/ 13 h 36"/>
                <a:gd name="T4" fmla="*/ 10 w 35"/>
                <a:gd name="T5" fmla="*/ 7 h 36"/>
                <a:gd name="T6" fmla="*/ 15 w 35"/>
                <a:gd name="T7" fmla="*/ 6 h 36"/>
                <a:gd name="T8" fmla="*/ 19 w 35"/>
                <a:gd name="T9" fmla="*/ 6 h 36"/>
                <a:gd name="T10" fmla="*/ 20 w 35"/>
                <a:gd name="T11" fmla="*/ 2 h 36"/>
                <a:gd name="T12" fmla="*/ 13 w 35"/>
                <a:gd name="T13" fmla="*/ 1 h 36"/>
                <a:gd name="T14" fmla="*/ 6 w 35"/>
                <a:gd name="T15" fmla="*/ 4 h 36"/>
                <a:gd name="T16" fmla="*/ 5 w 35"/>
                <a:gd name="T17" fmla="*/ 3 h 36"/>
                <a:gd name="T18" fmla="*/ 3 w 35"/>
                <a:gd name="T19" fmla="*/ 5 h 36"/>
                <a:gd name="T20" fmla="*/ 4 w 35"/>
                <a:gd name="T21" fmla="*/ 6 h 36"/>
                <a:gd name="T22" fmla="*/ 1 w 35"/>
                <a:gd name="T23" fmla="*/ 15 h 36"/>
                <a:gd name="T24" fmla="*/ 3 w 35"/>
                <a:gd name="T25" fmla="*/ 22 h 36"/>
                <a:gd name="T26" fmla="*/ 18 w 35"/>
                <a:gd name="T27" fmla="*/ 21 h 36"/>
                <a:gd name="T28" fmla="*/ 23 w 35"/>
                <a:gd name="T29" fmla="*/ 31 h 36"/>
                <a:gd name="T30" fmla="*/ 19 w 35"/>
                <a:gd name="T31" fmla="*/ 30 h 36"/>
                <a:gd name="T32" fmla="*/ 16 w 35"/>
                <a:gd name="T33" fmla="*/ 28 h 36"/>
                <a:gd name="T34" fmla="*/ 13 w 35"/>
                <a:gd name="T35" fmla="*/ 31 h 36"/>
                <a:gd name="T36" fmla="*/ 17 w 35"/>
                <a:gd name="T37" fmla="*/ 35 h 36"/>
                <a:gd name="T38" fmla="*/ 25 w 35"/>
                <a:gd name="T39" fmla="*/ 36 h 36"/>
                <a:gd name="T40" fmla="*/ 31 w 35"/>
                <a:gd name="T41" fmla="*/ 35 h 36"/>
                <a:gd name="T42" fmla="*/ 33 w 35"/>
                <a:gd name="T43" fmla="*/ 34 h 36"/>
                <a:gd name="T44" fmla="*/ 33 w 35"/>
                <a:gd name="T45" fmla="*/ 32 h 36"/>
                <a:gd name="T46" fmla="*/ 34 w 35"/>
                <a:gd name="T47" fmla="*/ 26 h 36"/>
                <a:gd name="T48" fmla="*/ 35 w 35"/>
                <a:gd name="T49" fmla="*/ 18 h 36"/>
                <a:gd name="T50" fmla="*/ 10 w 35"/>
                <a:gd name="T51" fmla="*/ 17 h 36"/>
                <a:gd name="T52" fmla="*/ 6 w 35"/>
                <a:gd name="T53" fmla="*/ 15 h 36"/>
                <a:gd name="T54" fmla="*/ 7 w 35"/>
                <a:gd name="T55" fmla="*/ 11 h 36"/>
                <a:gd name="T56" fmla="*/ 14 w 35"/>
                <a:gd name="T57" fmla="*/ 16 h 36"/>
                <a:gd name="T58" fmla="*/ 29 w 35"/>
                <a:gd name="T59" fmla="*/ 25 h 36"/>
                <a:gd name="T60" fmla="*/ 21 w 35"/>
                <a:gd name="T61" fmla="*/ 20 h 36"/>
                <a:gd name="T62" fmla="*/ 25 w 35"/>
                <a:gd name="T63" fmla="*/ 18 h 36"/>
                <a:gd name="T64" fmla="*/ 28 w 35"/>
                <a:gd name="T65" fmla="*/ 20 h 36"/>
                <a:gd name="T66" fmla="*/ 29 w 35"/>
                <a:gd name="T67"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36">
                  <a:moveTo>
                    <a:pt x="32" y="15"/>
                  </a:moveTo>
                  <a:cubicBezTo>
                    <a:pt x="31" y="14"/>
                    <a:pt x="30" y="13"/>
                    <a:pt x="28" y="12"/>
                  </a:cubicBezTo>
                  <a:cubicBezTo>
                    <a:pt x="27" y="12"/>
                    <a:pt x="26" y="12"/>
                    <a:pt x="24" y="12"/>
                  </a:cubicBezTo>
                  <a:cubicBezTo>
                    <a:pt x="23" y="12"/>
                    <a:pt x="22" y="12"/>
                    <a:pt x="20" y="13"/>
                  </a:cubicBezTo>
                  <a:cubicBezTo>
                    <a:pt x="19" y="13"/>
                    <a:pt x="18" y="14"/>
                    <a:pt x="16" y="15"/>
                  </a:cubicBezTo>
                  <a:cubicBezTo>
                    <a:pt x="14" y="12"/>
                    <a:pt x="12" y="10"/>
                    <a:pt x="10" y="7"/>
                  </a:cubicBezTo>
                  <a:cubicBezTo>
                    <a:pt x="11" y="7"/>
                    <a:pt x="12" y="6"/>
                    <a:pt x="13" y="6"/>
                  </a:cubicBezTo>
                  <a:cubicBezTo>
                    <a:pt x="14" y="6"/>
                    <a:pt x="14" y="6"/>
                    <a:pt x="15" y="6"/>
                  </a:cubicBezTo>
                  <a:cubicBezTo>
                    <a:pt x="16" y="7"/>
                    <a:pt x="17" y="7"/>
                    <a:pt x="18" y="7"/>
                  </a:cubicBezTo>
                  <a:cubicBezTo>
                    <a:pt x="18" y="7"/>
                    <a:pt x="19" y="7"/>
                    <a:pt x="19" y="6"/>
                  </a:cubicBezTo>
                  <a:cubicBezTo>
                    <a:pt x="20" y="6"/>
                    <a:pt x="20" y="5"/>
                    <a:pt x="20" y="5"/>
                  </a:cubicBezTo>
                  <a:cubicBezTo>
                    <a:pt x="20" y="4"/>
                    <a:pt x="20" y="3"/>
                    <a:pt x="20" y="2"/>
                  </a:cubicBezTo>
                  <a:cubicBezTo>
                    <a:pt x="19" y="1"/>
                    <a:pt x="18" y="1"/>
                    <a:pt x="16" y="0"/>
                  </a:cubicBezTo>
                  <a:cubicBezTo>
                    <a:pt x="15" y="0"/>
                    <a:pt x="14" y="0"/>
                    <a:pt x="13" y="1"/>
                  </a:cubicBezTo>
                  <a:cubicBezTo>
                    <a:pt x="11" y="1"/>
                    <a:pt x="10" y="1"/>
                    <a:pt x="9" y="2"/>
                  </a:cubicBezTo>
                  <a:cubicBezTo>
                    <a:pt x="8" y="3"/>
                    <a:pt x="7" y="3"/>
                    <a:pt x="6" y="4"/>
                  </a:cubicBezTo>
                  <a:cubicBezTo>
                    <a:pt x="6" y="4"/>
                    <a:pt x="6" y="3"/>
                    <a:pt x="6" y="3"/>
                  </a:cubicBezTo>
                  <a:cubicBezTo>
                    <a:pt x="5" y="3"/>
                    <a:pt x="5" y="3"/>
                    <a:pt x="5" y="3"/>
                  </a:cubicBezTo>
                  <a:cubicBezTo>
                    <a:pt x="4" y="3"/>
                    <a:pt x="4" y="3"/>
                    <a:pt x="3" y="3"/>
                  </a:cubicBezTo>
                  <a:cubicBezTo>
                    <a:pt x="3" y="4"/>
                    <a:pt x="3" y="4"/>
                    <a:pt x="3" y="5"/>
                  </a:cubicBezTo>
                  <a:cubicBezTo>
                    <a:pt x="3" y="5"/>
                    <a:pt x="3" y="5"/>
                    <a:pt x="4" y="6"/>
                  </a:cubicBezTo>
                  <a:cubicBezTo>
                    <a:pt x="4" y="6"/>
                    <a:pt x="4" y="6"/>
                    <a:pt x="4" y="6"/>
                  </a:cubicBezTo>
                  <a:cubicBezTo>
                    <a:pt x="3" y="7"/>
                    <a:pt x="2" y="9"/>
                    <a:pt x="2" y="10"/>
                  </a:cubicBezTo>
                  <a:cubicBezTo>
                    <a:pt x="1" y="12"/>
                    <a:pt x="1" y="13"/>
                    <a:pt x="1" y="15"/>
                  </a:cubicBezTo>
                  <a:cubicBezTo>
                    <a:pt x="0" y="16"/>
                    <a:pt x="1" y="17"/>
                    <a:pt x="1" y="18"/>
                  </a:cubicBezTo>
                  <a:cubicBezTo>
                    <a:pt x="1" y="20"/>
                    <a:pt x="2" y="21"/>
                    <a:pt x="3" y="22"/>
                  </a:cubicBezTo>
                  <a:cubicBezTo>
                    <a:pt x="5" y="23"/>
                    <a:pt x="8" y="24"/>
                    <a:pt x="10" y="24"/>
                  </a:cubicBezTo>
                  <a:cubicBezTo>
                    <a:pt x="13" y="23"/>
                    <a:pt x="15" y="23"/>
                    <a:pt x="18" y="21"/>
                  </a:cubicBezTo>
                  <a:cubicBezTo>
                    <a:pt x="21" y="24"/>
                    <a:pt x="23" y="27"/>
                    <a:pt x="25" y="29"/>
                  </a:cubicBezTo>
                  <a:cubicBezTo>
                    <a:pt x="24" y="30"/>
                    <a:pt x="24" y="30"/>
                    <a:pt x="23" y="31"/>
                  </a:cubicBezTo>
                  <a:cubicBezTo>
                    <a:pt x="22" y="31"/>
                    <a:pt x="21" y="31"/>
                    <a:pt x="21" y="31"/>
                  </a:cubicBezTo>
                  <a:cubicBezTo>
                    <a:pt x="20" y="30"/>
                    <a:pt x="20" y="30"/>
                    <a:pt x="19" y="30"/>
                  </a:cubicBezTo>
                  <a:cubicBezTo>
                    <a:pt x="18" y="29"/>
                    <a:pt x="18" y="29"/>
                    <a:pt x="17" y="29"/>
                  </a:cubicBezTo>
                  <a:cubicBezTo>
                    <a:pt x="17" y="28"/>
                    <a:pt x="16" y="28"/>
                    <a:pt x="16" y="28"/>
                  </a:cubicBezTo>
                  <a:cubicBezTo>
                    <a:pt x="15" y="28"/>
                    <a:pt x="15" y="29"/>
                    <a:pt x="14" y="29"/>
                  </a:cubicBezTo>
                  <a:cubicBezTo>
                    <a:pt x="13" y="30"/>
                    <a:pt x="13" y="30"/>
                    <a:pt x="13" y="31"/>
                  </a:cubicBezTo>
                  <a:cubicBezTo>
                    <a:pt x="13" y="32"/>
                    <a:pt x="13" y="33"/>
                    <a:pt x="14" y="33"/>
                  </a:cubicBezTo>
                  <a:cubicBezTo>
                    <a:pt x="15" y="34"/>
                    <a:pt x="16" y="35"/>
                    <a:pt x="17" y="35"/>
                  </a:cubicBezTo>
                  <a:cubicBezTo>
                    <a:pt x="18" y="36"/>
                    <a:pt x="19" y="36"/>
                    <a:pt x="20" y="36"/>
                  </a:cubicBezTo>
                  <a:cubicBezTo>
                    <a:pt x="22" y="36"/>
                    <a:pt x="23" y="36"/>
                    <a:pt x="25" y="36"/>
                  </a:cubicBezTo>
                  <a:cubicBezTo>
                    <a:pt x="26" y="35"/>
                    <a:pt x="27" y="34"/>
                    <a:pt x="29" y="33"/>
                  </a:cubicBezTo>
                  <a:cubicBezTo>
                    <a:pt x="30" y="33"/>
                    <a:pt x="30" y="34"/>
                    <a:pt x="31" y="35"/>
                  </a:cubicBezTo>
                  <a:cubicBezTo>
                    <a:pt x="31" y="35"/>
                    <a:pt x="32" y="35"/>
                    <a:pt x="32" y="35"/>
                  </a:cubicBezTo>
                  <a:cubicBezTo>
                    <a:pt x="33" y="35"/>
                    <a:pt x="33" y="35"/>
                    <a:pt x="33" y="34"/>
                  </a:cubicBezTo>
                  <a:cubicBezTo>
                    <a:pt x="33" y="34"/>
                    <a:pt x="34" y="34"/>
                    <a:pt x="34" y="33"/>
                  </a:cubicBezTo>
                  <a:cubicBezTo>
                    <a:pt x="34" y="33"/>
                    <a:pt x="33" y="32"/>
                    <a:pt x="33" y="32"/>
                  </a:cubicBezTo>
                  <a:cubicBezTo>
                    <a:pt x="32" y="32"/>
                    <a:pt x="32" y="31"/>
                    <a:pt x="31" y="30"/>
                  </a:cubicBezTo>
                  <a:cubicBezTo>
                    <a:pt x="32" y="29"/>
                    <a:pt x="33" y="27"/>
                    <a:pt x="34" y="26"/>
                  </a:cubicBezTo>
                  <a:cubicBezTo>
                    <a:pt x="35" y="24"/>
                    <a:pt x="35" y="23"/>
                    <a:pt x="35" y="21"/>
                  </a:cubicBezTo>
                  <a:cubicBezTo>
                    <a:pt x="35" y="20"/>
                    <a:pt x="35" y="19"/>
                    <a:pt x="35" y="18"/>
                  </a:cubicBezTo>
                  <a:cubicBezTo>
                    <a:pt x="34" y="17"/>
                    <a:pt x="33" y="16"/>
                    <a:pt x="32" y="15"/>
                  </a:cubicBezTo>
                  <a:close/>
                  <a:moveTo>
                    <a:pt x="10" y="17"/>
                  </a:moveTo>
                  <a:cubicBezTo>
                    <a:pt x="9" y="17"/>
                    <a:pt x="8" y="17"/>
                    <a:pt x="7" y="16"/>
                  </a:cubicBezTo>
                  <a:cubicBezTo>
                    <a:pt x="7" y="16"/>
                    <a:pt x="6" y="15"/>
                    <a:pt x="6" y="15"/>
                  </a:cubicBezTo>
                  <a:cubicBezTo>
                    <a:pt x="6" y="14"/>
                    <a:pt x="6" y="14"/>
                    <a:pt x="6" y="13"/>
                  </a:cubicBezTo>
                  <a:cubicBezTo>
                    <a:pt x="6" y="13"/>
                    <a:pt x="6" y="12"/>
                    <a:pt x="7" y="11"/>
                  </a:cubicBezTo>
                  <a:cubicBezTo>
                    <a:pt x="7" y="11"/>
                    <a:pt x="7" y="10"/>
                    <a:pt x="8" y="9"/>
                  </a:cubicBezTo>
                  <a:cubicBezTo>
                    <a:pt x="10" y="11"/>
                    <a:pt x="12" y="14"/>
                    <a:pt x="14" y="16"/>
                  </a:cubicBezTo>
                  <a:cubicBezTo>
                    <a:pt x="12" y="17"/>
                    <a:pt x="11" y="17"/>
                    <a:pt x="10" y="17"/>
                  </a:cubicBezTo>
                  <a:close/>
                  <a:moveTo>
                    <a:pt x="29" y="25"/>
                  </a:moveTo>
                  <a:cubicBezTo>
                    <a:pt x="28" y="26"/>
                    <a:pt x="28" y="27"/>
                    <a:pt x="27" y="27"/>
                  </a:cubicBezTo>
                  <a:cubicBezTo>
                    <a:pt x="25" y="25"/>
                    <a:pt x="23" y="22"/>
                    <a:pt x="21" y="20"/>
                  </a:cubicBezTo>
                  <a:cubicBezTo>
                    <a:pt x="21" y="20"/>
                    <a:pt x="22" y="19"/>
                    <a:pt x="23" y="19"/>
                  </a:cubicBezTo>
                  <a:cubicBezTo>
                    <a:pt x="23" y="19"/>
                    <a:pt x="24" y="19"/>
                    <a:pt x="25" y="18"/>
                  </a:cubicBezTo>
                  <a:cubicBezTo>
                    <a:pt x="25" y="18"/>
                    <a:pt x="26" y="18"/>
                    <a:pt x="27" y="19"/>
                  </a:cubicBezTo>
                  <a:cubicBezTo>
                    <a:pt x="27" y="19"/>
                    <a:pt x="28" y="19"/>
                    <a:pt x="28" y="20"/>
                  </a:cubicBezTo>
                  <a:cubicBezTo>
                    <a:pt x="29" y="20"/>
                    <a:pt x="29" y="21"/>
                    <a:pt x="29" y="21"/>
                  </a:cubicBezTo>
                  <a:cubicBezTo>
                    <a:pt x="30" y="22"/>
                    <a:pt x="30" y="23"/>
                    <a:pt x="29" y="23"/>
                  </a:cubicBezTo>
                  <a:cubicBezTo>
                    <a:pt x="29" y="24"/>
                    <a:pt x="29" y="25"/>
                    <a:pt x="2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2F5EB0"/>
                </a:solidFill>
              </a:endParaRPr>
            </a:p>
          </p:txBody>
        </p:sp>
        <p:sp>
          <p:nvSpPr>
            <p:cNvPr id="61" name="Freeform 29"/>
            <p:cNvSpPr/>
            <p:nvPr/>
          </p:nvSpPr>
          <p:spPr bwMode="auto">
            <a:xfrm>
              <a:off x="6956425" y="1135063"/>
              <a:ext cx="73025" cy="79375"/>
            </a:xfrm>
            <a:custGeom>
              <a:avLst/>
              <a:gdLst>
                <a:gd name="T0" fmla="*/ 16 w 19"/>
                <a:gd name="T1" fmla="*/ 1 h 21"/>
                <a:gd name="T2" fmla="*/ 16 w 19"/>
                <a:gd name="T3" fmla="*/ 1 h 21"/>
                <a:gd name="T4" fmla="*/ 9 w 19"/>
                <a:gd name="T5" fmla="*/ 7 h 21"/>
                <a:gd name="T6" fmla="*/ 3 w 19"/>
                <a:gd name="T7" fmla="*/ 14 h 21"/>
                <a:gd name="T8" fmla="*/ 0 w 19"/>
                <a:gd name="T9" fmla="*/ 17 h 21"/>
                <a:gd name="T10" fmla="*/ 0 w 19"/>
                <a:gd name="T11" fmla="*/ 17 h 21"/>
                <a:gd name="T12" fmla="*/ 0 w 19"/>
                <a:gd name="T13" fmla="*/ 20 h 21"/>
                <a:gd name="T14" fmla="*/ 3 w 19"/>
                <a:gd name="T15" fmla="*/ 20 h 21"/>
                <a:gd name="T16" fmla="*/ 3 w 19"/>
                <a:gd name="T17" fmla="*/ 20 h 21"/>
                <a:gd name="T18" fmla="*/ 6 w 19"/>
                <a:gd name="T19" fmla="*/ 16 h 21"/>
                <a:gd name="T20" fmla="*/ 11 w 19"/>
                <a:gd name="T21" fmla="*/ 10 h 21"/>
                <a:gd name="T22" fmla="*/ 18 w 19"/>
                <a:gd name="T23" fmla="*/ 4 h 21"/>
                <a:gd name="T24" fmla="*/ 18 w 19"/>
                <a:gd name="T25" fmla="*/ 4 h 21"/>
                <a:gd name="T26" fmla="*/ 19 w 19"/>
                <a:gd name="T27" fmla="*/ 4 h 21"/>
                <a:gd name="T28" fmla="*/ 19 w 19"/>
                <a:gd name="T29" fmla="*/ 1 h 21"/>
                <a:gd name="T30" fmla="*/ 16 w 19"/>
                <a:gd name="T3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21">
                  <a:moveTo>
                    <a:pt x="16" y="1"/>
                  </a:moveTo>
                  <a:cubicBezTo>
                    <a:pt x="16" y="1"/>
                    <a:pt x="16" y="1"/>
                    <a:pt x="16" y="1"/>
                  </a:cubicBezTo>
                  <a:cubicBezTo>
                    <a:pt x="13" y="3"/>
                    <a:pt x="11" y="5"/>
                    <a:pt x="9" y="7"/>
                  </a:cubicBezTo>
                  <a:cubicBezTo>
                    <a:pt x="6" y="9"/>
                    <a:pt x="5" y="11"/>
                    <a:pt x="3" y="14"/>
                  </a:cubicBezTo>
                  <a:cubicBezTo>
                    <a:pt x="0" y="17"/>
                    <a:pt x="0" y="17"/>
                    <a:pt x="0" y="17"/>
                  </a:cubicBezTo>
                  <a:cubicBezTo>
                    <a:pt x="0" y="17"/>
                    <a:pt x="0" y="17"/>
                    <a:pt x="0" y="17"/>
                  </a:cubicBezTo>
                  <a:cubicBezTo>
                    <a:pt x="0" y="18"/>
                    <a:pt x="0" y="19"/>
                    <a:pt x="0" y="20"/>
                  </a:cubicBezTo>
                  <a:cubicBezTo>
                    <a:pt x="1" y="21"/>
                    <a:pt x="2" y="21"/>
                    <a:pt x="3" y="20"/>
                  </a:cubicBezTo>
                  <a:cubicBezTo>
                    <a:pt x="3" y="20"/>
                    <a:pt x="3" y="20"/>
                    <a:pt x="3" y="20"/>
                  </a:cubicBezTo>
                  <a:cubicBezTo>
                    <a:pt x="6" y="16"/>
                    <a:pt x="6" y="16"/>
                    <a:pt x="6" y="16"/>
                  </a:cubicBezTo>
                  <a:cubicBezTo>
                    <a:pt x="8" y="14"/>
                    <a:pt x="9" y="12"/>
                    <a:pt x="11" y="10"/>
                  </a:cubicBezTo>
                  <a:cubicBezTo>
                    <a:pt x="14" y="8"/>
                    <a:pt x="16" y="6"/>
                    <a:pt x="18" y="4"/>
                  </a:cubicBezTo>
                  <a:cubicBezTo>
                    <a:pt x="18" y="4"/>
                    <a:pt x="18" y="4"/>
                    <a:pt x="18" y="4"/>
                  </a:cubicBezTo>
                  <a:cubicBezTo>
                    <a:pt x="18" y="4"/>
                    <a:pt x="18" y="4"/>
                    <a:pt x="19" y="4"/>
                  </a:cubicBezTo>
                  <a:cubicBezTo>
                    <a:pt x="19" y="3"/>
                    <a:pt x="19" y="2"/>
                    <a:pt x="19" y="1"/>
                  </a:cubicBezTo>
                  <a:cubicBezTo>
                    <a:pt x="18" y="0"/>
                    <a:pt x="17" y="0"/>
                    <a:pt x="1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2F5EB0"/>
                </a:solidFill>
              </a:endParaRPr>
            </a:p>
          </p:txBody>
        </p:sp>
        <p:sp>
          <p:nvSpPr>
            <p:cNvPr id="62" name="Freeform 30"/>
            <p:cNvSpPr/>
            <p:nvPr/>
          </p:nvSpPr>
          <p:spPr bwMode="auto">
            <a:xfrm>
              <a:off x="7043738" y="873125"/>
              <a:ext cx="77788" cy="80963"/>
            </a:xfrm>
            <a:custGeom>
              <a:avLst/>
              <a:gdLst>
                <a:gd name="T0" fmla="*/ 8 w 20"/>
                <a:gd name="T1" fmla="*/ 11 h 21"/>
                <a:gd name="T2" fmla="*/ 1 w 20"/>
                <a:gd name="T3" fmla="*/ 17 h 21"/>
                <a:gd name="T4" fmla="*/ 0 w 20"/>
                <a:gd name="T5" fmla="*/ 17 h 21"/>
                <a:gd name="T6" fmla="*/ 0 w 20"/>
                <a:gd name="T7" fmla="*/ 20 h 21"/>
                <a:gd name="T8" fmla="*/ 3 w 20"/>
                <a:gd name="T9" fmla="*/ 20 h 21"/>
                <a:gd name="T10" fmla="*/ 3 w 20"/>
                <a:gd name="T11" fmla="*/ 20 h 21"/>
                <a:gd name="T12" fmla="*/ 10 w 20"/>
                <a:gd name="T13" fmla="*/ 14 h 21"/>
                <a:gd name="T14" fmla="*/ 16 w 20"/>
                <a:gd name="T15" fmla="*/ 7 h 21"/>
                <a:gd name="T16" fmla="*/ 19 w 20"/>
                <a:gd name="T17" fmla="*/ 3 h 21"/>
                <a:gd name="T18" fmla="*/ 19 w 20"/>
                <a:gd name="T19" fmla="*/ 3 h 21"/>
                <a:gd name="T20" fmla="*/ 19 w 20"/>
                <a:gd name="T21" fmla="*/ 0 h 21"/>
                <a:gd name="T22" fmla="*/ 16 w 20"/>
                <a:gd name="T23" fmla="*/ 0 h 21"/>
                <a:gd name="T24" fmla="*/ 16 w 20"/>
                <a:gd name="T25" fmla="*/ 1 h 21"/>
                <a:gd name="T26" fmla="*/ 13 w 20"/>
                <a:gd name="T27" fmla="*/ 5 h 21"/>
                <a:gd name="T28" fmla="*/ 8 w 20"/>
                <a:gd name="T29" fmla="*/ 1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21">
                  <a:moveTo>
                    <a:pt x="8" y="11"/>
                  </a:moveTo>
                  <a:cubicBezTo>
                    <a:pt x="5" y="13"/>
                    <a:pt x="3" y="15"/>
                    <a:pt x="1" y="17"/>
                  </a:cubicBezTo>
                  <a:cubicBezTo>
                    <a:pt x="1" y="17"/>
                    <a:pt x="0" y="17"/>
                    <a:pt x="0" y="17"/>
                  </a:cubicBezTo>
                  <a:cubicBezTo>
                    <a:pt x="0" y="18"/>
                    <a:pt x="0" y="19"/>
                    <a:pt x="0" y="20"/>
                  </a:cubicBezTo>
                  <a:cubicBezTo>
                    <a:pt x="1" y="21"/>
                    <a:pt x="2" y="21"/>
                    <a:pt x="3" y="20"/>
                  </a:cubicBezTo>
                  <a:cubicBezTo>
                    <a:pt x="3" y="20"/>
                    <a:pt x="3" y="20"/>
                    <a:pt x="3" y="20"/>
                  </a:cubicBezTo>
                  <a:cubicBezTo>
                    <a:pt x="6" y="18"/>
                    <a:pt x="8" y="16"/>
                    <a:pt x="10" y="14"/>
                  </a:cubicBezTo>
                  <a:cubicBezTo>
                    <a:pt x="13" y="12"/>
                    <a:pt x="14" y="9"/>
                    <a:pt x="16" y="7"/>
                  </a:cubicBezTo>
                  <a:cubicBezTo>
                    <a:pt x="19" y="3"/>
                    <a:pt x="19" y="3"/>
                    <a:pt x="19" y="3"/>
                  </a:cubicBezTo>
                  <a:cubicBezTo>
                    <a:pt x="19" y="3"/>
                    <a:pt x="19" y="3"/>
                    <a:pt x="19" y="3"/>
                  </a:cubicBezTo>
                  <a:cubicBezTo>
                    <a:pt x="20" y="2"/>
                    <a:pt x="20" y="1"/>
                    <a:pt x="19" y="0"/>
                  </a:cubicBezTo>
                  <a:cubicBezTo>
                    <a:pt x="18" y="0"/>
                    <a:pt x="17" y="0"/>
                    <a:pt x="16" y="0"/>
                  </a:cubicBezTo>
                  <a:cubicBezTo>
                    <a:pt x="16" y="1"/>
                    <a:pt x="16" y="1"/>
                    <a:pt x="16" y="1"/>
                  </a:cubicBezTo>
                  <a:cubicBezTo>
                    <a:pt x="13" y="5"/>
                    <a:pt x="13" y="5"/>
                    <a:pt x="13" y="5"/>
                  </a:cubicBezTo>
                  <a:cubicBezTo>
                    <a:pt x="11" y="7"/>
                    <a:pt x="10" y="9"/>
                    <a:pt x="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2F5EB0"/>
                </a:solidFill>
              </a:endParaRPr>
            </a:p>
          </p:txBody>
        </p:sp>
      </p:grpSp>
      <p:sp>
        <p:nvSpPr>
          <p:cNvPr id="44" name="Freeform 9"/>
          <p:cNvSpPr/>
          <p:nvPr/>
        </p:nvSpPr>
        <p:spPr bwMode="auto">
          <a:xfrm rot="13500000">
            <a:off x="1191260" y="3462655"/>
            <a:ext cx="2388235" cy="2388235"/>
          </a:xfrm>
          <a:custGeom>
            <a:avLst/>
            <a:gdLst>
              <a:gd name="T0" fmla="*/ 107 w 728"/>
              <a:gd name="T1" fmla="*/ 621 h 727"/>
              <a:gd name="T2" fmla="*/ 364 w 728"/>
              <a:gd name="T3" fmla="*/ 727 h 727"/>
              <a:gd name="T4" fmla="*/ 364 w 728"/>
              <a:gd name="T5" fmla="*/ 556 h 727"/>
              <a:gd name="T6" fmla="*/ 228 w 728"/>
              <a:gd name="T7" fmla="*/ 499 h 727"/>
              <a:gd name="T8" fmla="*/ 172 w 728"/>
              <a:gd name="T9" fmla="*/ 363 h 727"/>
              <a:gd name="T10" fmla="*/ 228 w 728"/>
              <a:gd name="T11" fmla="*/ 227 h 727"/>
              <a:gd name="T12" fmla="*/ 364 w 728"/>
              <a:gd name="T13" fmla="*/ 171 h 727"/>
              <a:gd name="T14" fmla="*/ 500 w 728"/>
              <a:gd name="T15" fmla="*/ 227 h 727"/>
              <a:gd name="T16" fmla="*/ 556 w 728"/>
              <a:gd name="T17" fmla="*/ 363 h 727"/>
              <a:gd name="T18" fmla="*/ 728 w 728"/>
              <a:gd name="T19" fmla="*/ 363 h 727"/>
              <a:gd name="T20" fmla="*/ 621 w 728"/>
              <a:gd name="T21" fmla="*/ 106 h 727"/>
              <a:gd name="T22" fmla="*/ 364 w 728"/>
              <a:gd name="T23" fmla="*/ 0 h 727"/>
              <a:gd name="T24" fmla="*/ 107 w 728"/>
              <a:gd name="T25" fmla="*/ 106 h 727"/>
              <a:gd name="T26" fmla="*/ 0 w 728"/>
              <a:gd name="T27" fmla="*/ 363 h 727"/>
              <a:gd name="T28" fmla="*/ 107 w 728"/>
              <a:gd name="T29" fmla="*/ 621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8" h="727">
                <a:moveTo>
                  <a:pt x="107" y="621"/>
                </a:moveTo>
                <a:cubicBezTo>
                  <a:pt x="176" y="689"/>
                  <a:pt x="267" y="727"/>
                  <a:pt x="364" y="727"/>
                </a:cubicBezTo>
                <a:cubicBezTo>
                  <a:pt x="364" y="556"/>
                  <a:pt x="364" y="556"/>
                  <a:pt x="364" y="556"/>
                </a:cubicBezTo>
                <a:cubicBezTo>
                  <a:pt x="313" y="556"/>
                  <a:pt x="264" y="536"/>
                  <a:pt x="228" y="499"/>
                </a:cubicBezTo>
                <a:cubicBezTo>
                  <a:pt x="192" y="463"/>
                  <a:pt x="172" y="415"/>
                  <a:pt x="172" y="363"/>
                </a:cubicBezTo>
                <a:cubicBezTo>
                  <a:pt x="172" y="312"/>
                  <a:pt x="192" y="264"/>
                  <a:pt x="228" y="227"/>
                </a:cubicBezTo>
                <a:cubicBezTo>
                  <a:pt x="264" y="191"/>
                  <a:pt x="313" y="171"/>
                  <a:pt x="364" y="171"/>
                </a:cubicBezTo>
                <a:cubicBezTo>
                  <a:pt x="415" y="171"/>
                  <a:pt x="464" y="191"/>
                  <a:pt x="500" y="227"/>
                </a:cubicBezTo>
                <a:cubicBezTo>
                  <a:pt x="536" y="264"/>
                  <a:pt x="556" y="312"/>
                  <a:pt x="556" y="363"/>
                </a:cubicBezTo>
                <a:cubicBezTo>
                  <a:pt x="728" y="363"/>
                  <a:pt x="728" y="363"/>
                  <a:pt x="728" y="363"/>
                </a:cubicBezTo>
                <a:cubicBezTo>
                  <a:pt x="728" y="266"/>
                  <a:pt x="690" y="175"/>
                  <a:pt x="621" y="106"/>
                </a:cubicBezTo>
                <a:cubicBezTo>
                  <a:pt x="553" y="38"/>
                  <a:pt x="461" y="0"/>
                  <a:pt x="364" y="0"/>
                </a:cubicBezTo>
                <a:cubicBezTo>
                  <a:pt x="267" y="0"/>
                  <a:pt x="176" y="38"/>
                  <a:pt x="107" y="106"/>
                </a:cubicBezTo>
                <a:cubicBezTo>
                  <a:pt x="38" y="175"/>
                  <a:pt x="0" y="266"/>
                  <a:pt x="0" y="363"/>
                </a:cubicBezTo>
                <a:cubicBezTo>
                  <a:pt x="0" y="461"/>
                  <a:pt x="38" y="552"/>
                  <a:pt x="107" y="621"/>
                </a:cubicBezTo>
                <a:close/>
              </a:path>
            </a:pathLst>
          </a:custGeom>
          <a:solidFill>
            <a:schemeClr val="tx1"/>
          </a:solidFill>
          <a:ln>
            <a:noFill/>
          </a:ln>
          <a:effectLst/>
        </p:spPr>
        <p:txBody>
          <a:bodyPr vert="horz" wrap="square" lIns="68552" tIns="34276" rIns="68552" bIns="34276" numCol="1" anchor="t" anchorCtr="0" compatLnSpc="1"/>
          <a:lstStyle/>
          <a:p>
            <a:endParaRPr lang="id-ID"/>
          </a:p>
        </p:txBody>
      </p:sp>
      <p:grpSp>
        <p:nvGrpSpPr>
          <p:cNvPr id="47" name="Group 10"/>
          <p:cNvGrpSpPr/>
          <p:nvPr/>
        </p:nvGrpSpPr>
        <p:grpSpPr>
          <a:xfrm>
            <a:off x="1336040" y="3596640"/>
            <a:ext cx="848360" cy="697230"/>
            <a:chOff x="7827333" y="3464708"/>
            <a:chExt cx="599208" cy="492388"/>
          </a:xfrm>
          <a:effectLst/>
        </p:grpSpPr>
        <p:sp>
          <p:nvSpPr>
            <p:cNvPr id="48" name="Oval 11"/>
            <p:cNvSpPr/>
            <p:nvPr/>
          </p:nvSpPr>
          <p:spPr>
            <a:xfrm rot="2700000">
              <a:off x="7882236" y="3464708"/>
              <a:ext cx="492388" cy="49238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500">
                <a:solidFill>
                  <a:srgbClr val="1A609B"/>
                </a:solidFill>
                <a:latin typeface="方正细圆简体" panose="02010601030101010101" charset="-122"/>
                <a:ea typeface="方正细圆简体" panose="02010601030101010101" charset="-122"/>
              </a:endParaRPr>
            </a:p>
          </p:txBody>
        </p:sp>
        <p:sp>
          <p:nvSpPr>
            <p:cNvPr id="49" name="TextBox 48"/>
            <p:cNvSpPr txBox="1"/>
            <p:nvPr/>
          </p:nvSpPr>
          <p:spPr>
            <a:xfrm>
              <a:off x="7827333" y="3530137"/>
              <a:ext cx="599208" cy="248809"/>
            </a:xfrm>
            <a:prstGeom prst="rect">
              <a:avLst/>
            </a:prstGeom>
            <a:noFill/>
            <a:ln>
              <a:noFill/>
            </a:ln>
          </p:spPr>
          <p:txBody>
            <a:bodyPr wrap="square" rtlCol="0">
              <a:spAutoFit/>
            </a:bodyPr>
            <a:lstStyle/>
            <a:p>
              <a:pPr algn="ctr"/>
              <a:r>
                <a:rPr lang="id-ID" sz="1600" dirty="0">
                  <a:solidFill>
                    <a:schemeClr val="bg1"/>
                  </a:solidFill>
                  <a:latin typeface="方正细圆简体" panose="02010601030101010101" charset="-122"/>
                  <a:ea typeface="方正细圆简体" panose="02010601030101010101" charset="-122"/>
                </a:rPr>
                <a:t>01</a:t>
              </a:r>
            </a:p>
          </p:txBody>
        </p:sp>
      </p:grpSp>
      <p:sp>
        <p:nvSpPr>
          <p:cNvPr id="57" name="Freeform 23"/>
          <p:cNvSpPr>
            <a:spLocks noEditPoints="1"/>
          </p:cNvSpPr>
          <p:nvPr/>
        </p:nvSpPr>
        <p:spPr bwMode="auto">
          <a:xfrm>
            <a:off x="2131695" y="4550410"/>
            <a:ext cx="494030" cy="374015"/>
          </a:xfrm>
          <a:custGeom>
            <a:avLst/>
            <a:gdLst>
              <a:gd name="T0" fmla="*/ 105 w 128"/>
              <a:gd name="T1" fmla="*/ 2 h 96"/>
              <a:gd name="T2" fmla="*/ 28 w 128"/>
              <a:gd name="T3" fmla="*/ 0 h 96"/>
              <a:gd name="T4" fmla="*/ 2 w 128"/>
              <a:gd name="T5" fmla="*/ 23 h 96"/>
              <a:gd name="T6" fmla="*/ 2 w 128"/>
              <a:gd name="T7" fmla="*/ 34 h 96"/>
              <a:gd name="T8" fmla="*/ 64 w 128"/>
              <a:gd name="T9" fmla="*/ 96 h 96"/>
              <a:gd name="T10" fmla="*/ 126 w 128"/>
              <a:gd name="T11" fmla="*/ 34 h 96"/>
              <a:gd name="T12" fmla="*/ 126 w 128"/>
              <a:gd name="T13" fmla="*/ 23 h 96"/>
              <a:gd name="T14" fmla="*/ 55 w 128"/>
              <a:gd name="T15" fmla="*/ 28 h 96"/>
              <a:gd name="T16" fmla="*/ 73 w 128"/>
              <a:gd name="T17" fmla="*/ 28 h 96"/>
              <a:gd name="T18" fmla="*/ 78 w 128"/>
              <a:gd name="T19" fmla="*/ 9 h 96"/>
              <a:gd name="T20" fmla="*/ 76 w 128"/>
              <a:gd name="T21" fmla="*/ 25 h 96"/>
              <a:gd name="T22" fmla="*/ 52 w 128"/>
              <a:gd name="T23" fmla="*/ 25 h 96"/>
              <a:gd name="T24" fmla="*/ 50 w 128"/>
              <a:gd name="T25" fmla="*/ 9 h 96"/>
              <a:gd name="T26" fmla="*/ 52 w 128"/>
              <a:gd name="T27" fmla="*/ 25 h 96"/>
              <a:gd name="T28" fmla="*/ 64 w 128"/>
              <a:gd name="T29" fmla="*/ 82 h 96"/>
              <a:gd name="T30" fmla="*/ 74 w 128"/>
              <a:gd name="T31" fmla="*/ 32 h 96"/>
              <a:gd name="T32" fmla="*/ 98 w 128"/>
              <a:gd name="T33" fmla="*/ 32 h 96"/>
              <a:gd name="T34" fmla="*/ 78 w 128"/>
              <a:gd name="T35" fmla="*/ 32 h 96"/>
              <a:gd name="T36" fmla="*/ 89 w 128"/>
              <a:gd name="T37" fmla="*/ 20 h 96"/>
              <a:gd name="T38" fmla="*/ 79 w 128"/>
              <a:gd name="T39" fmla="*/ 28 h 96"/>
              <a:gd name="T40" fmla="*/ 97 w 128"/>
              <a:gd name="T41" fmla="*/ 8 h 96"/>
              <a:gd name="T42" fmla="*/ 83 w 128"/>
              <a:gd name="T43" fmla="*/ 8 h 96"/>
              <a:gd name="T44" fmla="*/ 55 w 128"/>
              <a:gd name="T45" fmla="*/ 8 h 96"/>
              <a:gd name="T46" fmla="*/ 64 w 128"/>
              <a:gd name="T47" fmla="*/ 15 h 96"/>
              <a:gd name="T48" fmla="*/ 31 w 128"/>
              <a:gd name="T49" fmla="*/ 8 h 96"/>
              <a:gd name="T50" fmla="*/ 39 w 128"/>
              <a:gd name="T51" fmla="*/ 14 h 96"/>
              <a:gd name="T52" fmla="*/ 49 w 128"/>
              <a:gd name="T53" fmla="*/ 28 h 96"/>
              <a:gd name="T54" fmla="*/ 39 w 128"/>
              <a:gd name="T55" fmla="*/ 20 h 96"/>
              <a:gd name="T56" fmla="*/ 60 w 128"/>
              <a:gd name="T57" fmla="*/ 81 h 96"/>
              <a:gd name="T58" fmla="*/ 50 w 128"/>
              <a:gd name="T59" fmla="*/ 32 h 96"/>
              <a:gd name="T60" fmla="*/ 11 w 128"/>
              <a:gd name="T61" fmla="*/ 32 h 96"/>
              <a:gd name="T62" fmla="*/ 51 w 128"/>
              <a:gd name="T63" fmla="*/ 74 h 96"/>
              <a:gd name="T64" fmla="*/ 117 w 128"/>
              <a:gd name="T65" fmla="*/ 32 h 96"/>
              <a:gd name="T66" fmla="*/ 102 w 128"/>
              <a:gd name="T67" fmla="*/ 32 h 96"/>
              <a:gd name="T68" fmla="*/ 92 w 128"/>
              <a:gd name="T69" fmla="*/ 17 h 96"/>
              <a:gd name="T70" fmla="*/ 120 w 128"/>
              <a:gd name="T71" fmla="*/ 28 h 96"/>
              <a:gd name="T72" fmla="*/ 27 w 128"/>
              <a:gd name="T73" fmla="*/ 10 h 96"/>
              <a:gd name="T74" fmla="*/ 25 w 128"/>
              <a:gd name="T75" fmla="*/ 28 h 96"/>
              <a:gd name="T76" fmla="*/ 27 w 128"/>
              <a:gd name="T77" fmla="*/ 1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8" h="96">
                <a:moveTo>
                  <a:pt x="126" y="23"/>
                </a:moveTo>
                <a:cubicBezTo>
                  <a:pt x="105" y="2"/>
                  <a:pt x="105" y="2"/>
                  <a:pt x="105" y="2"/>
                </a:cubicBezTo>
                <a:cubicBezTo>
                  <a:pt x="104" y="1"/>
                  <a:pt x="102" y="0"/>
                  <a:pt x="100" y="0"/>
                </a:cubicBezTo>
                <a:cubicBezTo>
                  <a:pt x="28" y="0"/>
                  <a:pt x="28" y="0"/>
                  <a:pt x="28" y="0"/>
                </a:cubicBezTo>
                <a:cubicBezTo>
                  <a:pt x="26" y="0"/>
                  <a:pt x="24" y="1"/>
                  <a:pt x="23" y="2"/>
                </a:cubicBezTo>
                <a:cubicBezTo>
                  <a:pt x="2" y="23"/>
                  <a:pt x="2" y="23"/>
                  <a:pt x="2" y="23"/>
                </a:cubicBezTo>
                <a:cubicBezTo>
                  <a:pt x="1" y="24"/>
                  <a:pt x="0" y="26"/>
                  <a:pt x="0" y="28"/>
                </a:cubicBezTo>
                <a:cubicBezTo>
                  <a:pt x="0" y="30"/>
                  <a:pt x="1" y="32"/>
                  <a:pt x="2" y="34"/>
                </a:cubicBezTo>
                <a:cubicBezTo>
                  <a:pt x="58" y="93"/>
                  <a:pt x="58" y="93"/>
                  <a:pt x="58" y="93"/>
                </a:cubicBezTo>
                <a:cubicBezTo>
                  <a:pt x="60" y="95"/>
                  <a:pt x="62" y="96"/>
                  <a:pt x="64" y="96"/>
                </a:cubicBezTo>
                <a:cubicBezTo>
                  <a:pt x="66" y="96"/>
                  <a:pt x="68" y="95"/>
                  <a:pt x="70" y="93"/>
                </a:cubicBezTo>
                <a:cubicBezTo>
                  <a:pt x="126" y="34"/>
                  <a:pt x="126" y="34"/>
                  <a:pt x="126" y="34"/>
                </a:cubicBezTo>
                <a:cubicBezTo>
                  <a:pt x="127" y="32"/>
                  <a:pt x="128" y="30"/>
                  <a:pt x="128" y="28"/>
                </a:cubicBezTo>
                <a:cubicBezTo>
                  <a:pt x="128" y="26"/>
                  <a:pt x="127" y="24"/>
                  <a:pt x="126" y="23"/>
                </a:cubicBezTo>
                <a:close/>
                <a:moveTo>
                  <a:pt x="73" y="28"/>
                </a:moveTo>
                <a:cubicBezTo>
                  <a:pt x="55" y="28"/>
                  <a:pt x="55" y="28"/>
                  <a:pt x="55" y="28"/>
                </a:cubicBezTo>
                <a:cubicBezTo>
                  <a:pt x="64" y="21"/>
                  <a:pt x="64" y="21"/>
                  <a:pt x="64" y="21"/>
                </a:cubicBezTo>
                <a:lnTo>
                  <a:pt x="73" y="28"/>
                </a:lnTo>
                <a:close/>
                <a:moveTo>
                  <a:pt x="67" y="18"/>
                </a:moveTo>
                <a:cubicBezTo>
                  <a:pt x="78" y="9"/>
                  <a:pt x="78" y="9"/>
                  <a:pt x="78" y="9"/>
                </a:cubicBezTo>
                <a:cubicBezTo>
                  <a:pt x="86" y="17"/>
                  <a:pt x="86" y="17"/>
                  <a:pt x="86" y="17"/>
                </a:cubicBezTo>
                <a:cubicBezTo>
                  <a:pt x="76" y="25"/>
                  <a:pt x="76" y="25"/>
                  <a:pt x="76" y="25"/>
                </a:cubicBezTo>
                <a:lnTo>
                  <a:pt x="67" y="18"/>
                </a:lnTo>
                <a:close/>
                <a:moveTo>
                  <a:pt x="52" y="25"/>
                </a:moveTo>
                <a:cubicBezTo>
                  <a:pt x="42" y="17"/>
                  <a:pt x="42" y="17"/>
                  <a:pt x="42" y="17"/>
                </a:cubicBezTo>
                <a:cubicBezTo>
                  <a:pt x="50" y="9"/>
                  <a:pt x="50" y="9"/>
                  <a:pt x="50" y="9"/>
                </a:cubicBezTo>
                <a:cubicBezTo>
                  <a:pt x="61" y="18"/>
                  <a:pt x="61" y="18"/>
                  <a:pt x="61" y="18"/>
                </a:cubicBezTo>
                <a:lnTo>
                  <a:pt x="52" y="25"/>
                </a:lnTo>
                <a:close/>
                <a:moveTo>
                  <a:pt x="74" y="32"/>
                </a:moveTo>
                <a:cubicBezTo>
                  <a:pt x="64" y="82"/>
                  <a:pt x="64" y="82"/>
                  <a:pt x="64" y="82"/>
                </a:cubicBezTo>
                <a:cubicBezTo>
                  <a:pt x="54" y="32"/>
                  <a:pt x="54" y="32"/>
                  <a:pt x="54" y="32"/>
                </a:cubicBezTo>
                <a:lnTo>
                  <a:pt x="74" y="32"/>
                </a:lnTo>
                <a:close/>
                <a:moveTo>
                  <a:pt x="78" y="32"/>
                </a:moveTo>
                <a:cubicBezTo>
                  <a:pt x="98" y="32"/>
                  <a:pt x="98" y="32"/>
                  <a:pt x="98" y="32"/>
                </a:cubicBezTo>
                <a:cubicBezTo>
                  <a:pt x="68" y="81"/>
                  <a:pt x="68" y="81"/>
                  <a:pt x="68" y="81"/>
                </a:cubicBezTo>
                <a:lnTo>
                  <a:pt x="78" y="32"/>
                </a:lnTo>
                <a:close/>
                <a:moveTo>
                  <a:pt x="79" y="28"/>
                </a:moveTo>
                <a:cubicBezTo>
                  <a:pt x="89" y="20"/>
                  <a:pt x="89" y="20"/>
                  <a:pt x="89" y="20"/>
                </a:cubicBezTo>
                <a:cubicBezTo>
                  <a:pt x="97" y="28"/>
                  <a:pt x="97" y="28"/>
                  <a:pt x="97" y="28"/>
                </a:cubicBezTo>
                <a:lnTo>
                  <a:pt x="79" y="28"/>
                </a:lnTo>
                <a:close/>
                <a:moveTo>
                  <a:pt x="83" y="8"/>
                </a:moveTo>
                <a:cubicBezTo>
                  <a:pt x="97" y="8"/>
                  <a:pt x="97" y="8"/>
                  <a:pt x="97" y="8"/>
                </a:cubicBezTo>
                <a:cubicBezTo>
                  <a:pt x="89" y="14"/>
                  <a:pt x="89" y="14"/>
                  <a:pt x="89" y="14"/>
                </a:cubicBezTo>
                <a:lnTo>
                  <a:pt x="83" y="8"/>
                </a:lnTo>
                <a:close/>
                <a:moveTo>
                  <a:pt x="64" y="15"/>
                </a:moveTo>
                <a:cubicBezTo>
                  <a:pt x="55" y="8"/>
                  <a:pt x="55" y="8"/>
                  <a:pt x="55" y="8"/>
                </a:cubicBezTo>
                <a:cubicBezTo>
                  <a:pt x="73" y="8"/>
                  <a:pt x="73" y="8"/>
                  <a:pt x="73" y="8"/>
                </a:cubicBezTo>
                <a:lnTo>
                  <a:pt x="64" y="15"/>
                </a:lnTo>
                <a:close/>
                <a:moveTo>
                  <a:pt x="39" y="14"/>
                </a:moveTo>
                <a:cubicBezTo>
                  <a:pt x="31" y="8"/>
                  <a:pt x="31" y="8"/>
                  <a:pt x="31" y="8"/>
                </a:cubicBezTo>
                <a:cubicBezTo>
                  <a:pt x="45" y="8"/>
                  <a:pt x="45" y="8"/>
                  <a:pt x="45" y="8"/>
                </a:cubicBezTo>
                <a:lnTo>
                  <a:pt x="39" y="14"/>
                </a:lnTo>
                <a:close/>
                <a:moveTo>
                  <a:pt x="39" y="20"/>
                </a:moveTo>
                <a:cubicBezTo>
                  <a:pt x="49" y="28"/>
                  <a:pt x="49" y="28"/>
                  <a:pt x="49" y="28"/>
                </a:cubicBezTo>
                <a:cubicBezTo>
                  <a:pt x="31" y="28"/>
                  <a:pt x="31" y="28"/>
                  <a:pt x="31" y="28"/>
                </a:cubicBezTo>
                <a:lnTo>
                  <a:pt x="39" y="20"/>
                </a:lnTo>
                <a:close/>
                <a:moveTo>
                  <a:pt x="50" y="32"/>
                </a:moveTo>
                <a:cubicBezTo>
                  <a:pt x="60" y="81"/>
                  <a:pt x="60" y="81"/>
                  <a:pt x="60" y="81"/>
                </a:cubicBezTo>
                <a:cubicBezTo>
                  <a:pt x="30" y="32"/>
                  <a:pt x="30" y="32"/>
                  <a:pt x="30" y="32"/>
                </a:cubicBezTo>
                <a:lnTo>
                  <a:pt x="50" y="32"/>
                </a:lnTo>
                <a:close/>
                <a:moveTo>
                  <a:pt x="51" y="74"/>
                </a:moveTo>
                <a:cubicBezTo>
                  <a:pt x="11" y="32"/>
                  <a:pt x="11" y="32"/>
                  <a:pt x="11" y="32"/>
                </a:cubicBezTo>
                <a:cubicBezTo>
                  <a:pt x="26" y="32"/>
                  <a:pt x="26" y="32"/>
                  <a:pt x="26" y="32"/>
                </a:cubicBezTo>
                <a:lnTo>
                  <a:pt x="51" y="74"/>
                </a:lnTo>
                <a:close/>
                <a:moveTo>
                  <a:pt x="102" y="32"/>
                </a:moveTo>
                <a:cubicBezTo>
                  <a:pt x="117" y="32"/>
                  <a:pt x="117" y="32"/>
                  <a:pt x="117" y="32"/>
                </a:cubicBezTo>
                <a:cubicBezTo>
                  <a:pt x="77" y="74"/>
                  <a:pt x="77" y="74"/>
                  <a:pt x="77" y="74"/>
                </a:cubicBezTo>
                <a:lnTo>
                  <a:pt x="102" y="32"/>
                </a:lnTo>
                <a:close/>
                <a:moveTo>
                  <a:pt x="103" y="28"/>
                </a:moveTo>
                <a:cubicBezTo>
                  <a:pt x="92" y="17"/>
                  <a:pt x="92" y="17"/>
                  <a:pt x="92" y="17"/>
                </a:cubicBezTo>
                <a:cubicBezTo>
                  <a:pt x="101" y="10"/>
                  <a:pt x="101" y="10"/>
                  <a:pt x="101" y="10"/>
                </a:cubicBezTo>
                <a:cubicBezTo>
                  <a:pt x="120" y="28"/>
                  <a:pt x="120" y="28"/>
                  <a:pt x="120" y="28"/>
                </a:cubicBezTo>
                <a:lnTo>
                  <a:pt x="103" y="28"/>
                </a:lnTo>
                <a:close/>
                <a:moveTo>
                  <a:pt x="27" y="10"/>
                </a:moveTo>
                <a:cubicBezTo>
                  <a:pt x="36" y="17"/>
                  <a:pt x="36" y="17"/>
                  <a:pt x="36" y="17"/>
                </a:cubicBezTo>
                <a:cubicBezTo>
                  <a:pt x="25" y="28"/>
                  <a:pt x="25" y="28"/>
                  <a:pt x="25" y="28"/>
                </a:cubicBezTo>
                <a:cubicBezTo>
                  <a:pt x="8" y="28"/>
                  <a:pt x="8" y="28"/>
                  <a:pt x="8" y="28"/>
                </a:cubicBezTo>
                <a:lnTo>
                  <a:pt x="27" y="10"/>
                </a:lnTo>
                <a:close/>
              </a:path>
            </a:pathLst>
          </a:custGeom>
          <a:solidFill>
            <a:schemeClr val="tx1"/>
          </a:solidFill>
          <a:ln>
            <a:noFill/>
          </a:ln>
          <a:effectLst/>
        </p:spPr>
        <p:txBody>
          <a:bodyPr vert="horz" wrap="square" lIns="68552" tIns="34276" rIns="68552" bIns="34276" numCol="1" anchor="t" anchorCtr="0" compatLnSpc="1"/>
          <a:lstStyle/>
          <a:p>
            <a:endParaRPr lang="id-ID">
              <a:solidFill>
                <a:srgbClr val="2F5EB0"/>
              </a:solidFill>
            </a:endParaRPr>
          </a:p>
        </p:txBody>
      </p:sp>
      <p:grpSp>
        <p:nvGrpSpPr>
          <p:cNvPr id="76" name="Group 10"/>
          <p:cNvGrpSpPr/>
          <p:nvPr/>
        </p:nvGrpSpPr>
        <p:grpSpPr>
          <a:xfrm>
            <a:off x="3304540" y="1906905"/>
            <a:ext cx="848360" cy="697230"/>
            <a:chOff x="7827333" y="3464708"/>
            <a:chExt cx="599208" cy="492388"/>
          </a:xfrm>
          <a:effectLst/>
        </p:grpSpPr>
        <p:sp>
          <p:nvSpPr>
            <p:cNvPr id="77" name="Oval 11"/>
            <p:cNvSpPr/>
            <p:nvPr/>
          </p:nvSpPr>
          <p:spPr>
            <a:xfrm rot="2700000">
              <a:off x="7882236" y="3464708"/>
              <a:ext cx="492388" cy="492388"/>
            </a:xfrm>
            <a:prstGeom prst="ellipse">
              <a:avLst/>
            </a:prstGeom>
            <a:solidFill>
              <a:srgbClr val="F9F9F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500">
                <a:solidFill>
                  <a:srgbClr val="1A609B"/>
                </a:solidFill>
                <a:latin typeface="方正细圆简体" panose="02010601030101010101" charset="-122"/>
                <a:ea typeface="方正细圆简体" panose="02010601030101010101" charset="-122"/>
              </a:endParaRPr>
            </a:p>
          </p:txBody>
        </p:sp>
        <p:sp>
          <p:nvSpPr>
            <p:cNvPr id="78" name="TextBox 77"/>
            <p:cNvSpPr txBox="1"/>
            <p:nvPr/>
          </p:nvSpPr>
          <p:spPr>
            <a:xfrm>
              <a:off x="7827333" y="3530137"/>
              <a:ext cx="599208" cy="248809"/>
            </a:xfrm>
            <a:prstGeom prst="rect">
              <a:avLst/>
            </a:prstGeom>
            <a:noFill/>
            <a:ln>
              <a:noFill/>
            </a:ln>
          </p:spPr>
          <p:txBody>
            <a:bodyPr wrap="square" rtlCol="0">
              <a:spAutoFit/>
            </a:bodyPr>
            <a:lstStyle/>
            <a:p>
              <a:pPr algn="ctr"/>
              <a:r>
                <a:rPr lang="id-ID" sz="1600" dirty="0">
                  <a:solidFill>
                    <a:schemeClr val="tx1"/>
                  </a:solidFill>
                  <a:latin typeface="方正细圆简体" panose="02010601030101010101" charset="-122"/>
                  <a:ea typeface="方正细圆简体" panose="02010601030101010101" charset="-122"/>
                </a:rPr>
                <a:t>0</a:t>
              </a:r>
              <a:r>
                <a:rPr lang="en-US" sz="1600" dirty="0">
                  <a:solidFill>
                    <a:schemeClr val="tx1"/>
                  </a:solidFill>
                  <a:latin typeface="方正细圆简体" panose="02010601030101010101" charset="-122"/>
                  <a:ea typeface="方正细圆简体" panose="02010601030101010101" charset="-122"/>
                </a:rPr>
                <a:t>2</a:t>
              </a:r>
            </a:p>
          </p:txBody>
        </p:sp>
      </p:grpSp>
      <p:grpSp>
        <p:nvGrpSpPr>
          <p:cNvPr id="79" name="Group 10"/>
          <p:cNvGrpSpPr/>
          <p:nvPr/>
        </p:nvGrpSpPr>
        <p:grpSpPr>
          <a:xfrm>
            <a:off x="5237480" y="3663950"/>
            <a:ext cx="848360" cy="697230"/>
            <a:chOff x="7827333" y="3464708"/>
            <a:chExt cx="599208" cy="492388"/>
          </a:xfrm>
          <a:effectLst/>
        </p:grpSpPr>
        <p:sp>
          <p:nvSpPr>
            <p:cNvPr id="81" name="Oval 11"/>
            <p:cNvSpPr/>
            <p:nvPr/>
          </p:nvSpPr>
          <p:spPr>
            <a:xfrm rot="2700000">
              <a:off x="7882236" y="3464708"/>
              <a:ext cx="492388" cy="49238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500">
                <a:solidFill>
                  <a:srgbClr val="1A609B"/>
                </a:solidFill>
                <a:latin typeface="方正细圆简体" panose="02010601030101010101" charset="-122"/>
                <a:ea typeface="方正细圆简体" panose="02010601030101010101" charset="-122"/>
              </a:endParaRPr>
            </a:p>
          </p:txBody>
        </p:sp>
        <p:sp>
          <p:nvSpPr>
            <p:cNvPr id="82" name="TextBox 81"/>
            <p:cNvSpPr txBox="1"/>
            <p:nvPr/>
          </p:nvSpPr>
          <p:spPr>
            <a:xfrm>
              <a:off x="7827333" y="3530137"/>
              <a:ext cx="599208" cy="248809"/>
            </a:xfrm>
            <a:prstGeom prst="rect">
              <a:avLst/>
            </a:prstGeom>
            <a:noFill/>
            <a:ln>
              <a:noFill/>
            </a:ln>
          </p:spPr>
          <p:txBody>
            <a:bodyPr wrap="square" rtlCol="0">
              <a:spAutoFit/>
            </a:bodyPr>
            <a:lstStyle/>
            <a:p>
              <a:pPr algn="ctr"/>
              <a:r>
                <a:rPr lang="id-ID" sz="1600" dirty="0">
                  <a:solidFill>
                    <a:schemeClr val="bg1"/>
                  </a:solidFill>
                  <a:latin typeface="方正细圆简体" panose="02010601030101010101" charset="-122"/>
                  <a:ea typeface="方正细圆简体" panose="02010601030101010101" charset="-122"/>
                </a:rPr>
                <a:t>0</a:t>
              </a:r>
              <a:r>
                <a:rPr lang="en-US" sz="1600" dirty="0">
                  <a:solidFill>
                    <a:schemeClr val="bg1"/>
                  </a:solidFill>
                  <a:latin typeface="方正细圆简体" panose="02010601030101010101" charset="-122"/>
                  <a:ea typeface="方正细圆简体" panose="02010601030101010101" charset="-122"/>
                </a:rPr>
                <a:t>3</a:t>
              </a:r>
              <a:endParaRPr lang="id-ID" sz="1600" dirty="0">
                <a:solidFill>
                  <a:schemeClr val="bg1"/>
                </a:solidFill>
                <a:latin typeface="方正细圆简体" panose="02010601030101010101" charset="-122"/>
                <a:ea typeface="方正细圆简体" panose="02010601030101010101" charset="-122"/>
              </a:endParaRPr>
            </a:p>
          </p:txBody>
        </p:sp>
      </p:grpSp>
      <p:grpSp>
        <p:nvGrpSpPr>
          <p:cNvPr id="6" name="Group 10"/>
          <p:cNvGrpSpPr/>
          <p:nvPr/>
        </p:nvGrpSpPr>
        <p:grpSpPr>
          <a:xfrm>
            <a:off x="7073265" y="2270760"/>
            <a:ext cx="848360" cy="697230"/>
            <a:chOff x="7827333" y="3464708"/>
            <a:chExt cx="599208" cy="492388"/>
          </a:xfrm>
          <a:effectLst/>
        </p:grpSpPr>
        <p:sp>
          <p:nvSpPr>
            <p:cNvPr id="7" name="Oval 11"/>
            <p:cNvSpPr/>
            <p:nvPr/>
          </p:nvSpPr>
          <p:spPr>
            <a:xfrm rot="2700000">
              <a:off x="7882236" y="3464708"/>
              <a:ext cx="492388" cy="49238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500">
                <a:solidFill>
                  <a:srgbClr val="1A609B"/>
                </a:solidFill>
                <a:latin typeface="方正细圆简体" panose="02010601030101010101" charset="-122"/>
                <a:ea typeface="方正细圆简体" panose="02010601030101010101" charset="-122"/>
              </a:endParaRPr>
            </a:p>
          </p:txBody>
        </p:sp>
        <p:sp>
          <p:nvSpPr>
            <p:cNvPr id="9" name="TextBox 48"/>
            <p:cNvSpPr txBox="1"/>
            <p:nvPr/>
          </p:nvSpPr>
          <p:spPr>
            <a:xfrm>
              <a:off x="7827333" y="3530137"/>
              <a:ext cx="599208" cy="248809"/>
            </a:xfrm>
            <a:prstGeom prst="rect">
              <a:avLst/>
            </a:prstGeom>
            <a:noFill/>
            <a:ln>
              <a:noFill/>
            </a:ln>
          </p:spPr>
          <p:txBody>
            <a:bodyPr wrap="square" rtlCol="0">
              <a:spAutoFit/>
            </a:bodyPr>
            <a:lstStyle/>
            <a:p>
              <a:pPr algn="ctr"/>
              <a:r>
                <a:rPr lang="id-ID" sz="1600" dirty="0">
                  <a:solidFill>
                    <a:schemeClr val="bg1"/>
                  </a:solidFill>
                  <a:latin typeface="方正细圆简体" panose="02010601030101010101" charset="-122"/>
                  <a:ea typeface="方正细圆简体" panose="02010601030101010101" charset="-122"/>
                </a:rPr>
                <a:t>01</a:t>
              </a:r>
            </a:p>
          </p:txBody>
        </p:sp>
      </p:grpSp>
      <p:grpSp>
        <p:nvGrpSpPr>
          <p:cNvPr id="11" name="Group 10"/>
          <p:cNvGrpSpPr/>
          <p:nvPr/>
        </p:nvGrpSpPr>
        <p:grpSpPr>
          <a:xfrm>
            <a:off x="7073265" y="3663950"/>
            <a:ext cx="848360" cy="697230"/>
            <a:chOff x="7827333" y="3464708"/>
            <a:chExt cx="599208" cy="492388"/>
          </a:xfrm>
          <a:effectLst/>
        </p:grpSpPr>
        <p:sp>
          <p:nvSpPr>
            <p:cNvPr id="12" name="Oval 11"/>
            <p:cNvSpPr/>
            <p:nvPr/>
          </p:nvSpPr>
          <p:spPr>
            <a:xfrm rot="2700000">
              <a:off x="7882236" y="3464708"/>
              <a:ext cx="492388" cy="492388"/>
            </a:xfrm>
            <a:prstGeom prst="ellipse">
              <a:avLst/>
            </a:prstGeom>
            <a:solidFill>
              <a:srgbClr val="F9F9F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500">
                <a:solidFill>
                  <a:srgbClr val="1A609B"/>
                </a:solidFill>
                <a:latin typeface="方正细圆简体" panose="02010601030101010101" charset="-122"/>
                <a:ea typeface="方正细圆简体" panose="02010601030101010101" charset="-122"/>
              </a:endParaRPr>
            </a:p>
          </p:txBody>
        </p:sp>
        <p:sp>
          <p:nvSpPr>
            <p:cNvPr id="13" name="TextBox 77"/>
            <p:cNvSpPr txBox="1"/>
            <p:nvPr/>
          </p:nvSpPr>
          <p:spPr>
            <a:xfrm>
              <a:off x="7827333" y="3530137"/>
              <a:ext cx="599208" cy="248809"/>
            </a:xfrm>
            <a:prstGeom prst="rect">
              <a:avLst/>
            </a:prstGeom>
            <a:noFill/>
            <a:ln>
              <a:noFill/>
            </a:ln>
          </p:spPr>
          <p:txBody>
            <a:bodyPr wrap="square" rtlCol="0">
              <a:spAutoFit/>
            </a:bodyPr>
            <a:lstStyle/>
            <a:p>
              <a:pPr algn="ctr"/>
              <a:r>
                <a:rPr lang="id-ID" sz="1600" dirty="0">
                  <a:solidFill>
                    <a:schemeClr val="tx1"/>
                  </a:solidFill>
                  <a:latin typeface="方正细圆简体" panose="02010601030101010101" charset="-122"/>
                  <a:ea typeface="方正细圆简体" panose="02010601030101010101" charset="-122"/>
                </a:rPr>
                <a:t>0</a:t>
              </a:r>
              <a:r>
                <a:rPr lang="en-US" sz="1600" dirty="0">
                  <a:solidFill>
                    <a:schemeClr val="tx1"/>
                  </a:solidFill>
                  <a:latin typeface="方正细圆简体" panose="02010601030101010101" charset="-122"/>
                  <a:ea typeface="方正细圆简体" panose="02010601030101010101" charset="-122"/>
                </a:rPr>
                <a:t>2</a:t>
              </a:r>
            </a:p>
          </p:txBody>
        </p:sp>
      </p:grpSp>
      <p:grpSp>
        <p:nvGrpSpPr>
          <p:cNvPr id="14" name="Group 10"/>
          <p:cNvGrpSpPr/>
          <p:nvPr/>
        </p:nvGrpSpPr>
        <p:grpSpPr>
          <a:xfrm>
            <a:off x="7075805" y="4907915"/>
            <a:ext cx="848360" cy="697230"/>
            <a:chOff x="7827333" y="3464708"/>
            <a:chExt cx="599208" cy="492388"/>
          </a:xfrm>
          <a:effectLst/>
        </p:grpSpPr>
        <p:sp>
          <p:nvSpPr>
            <p:cNvPr id="15" name="Oval 11"/>
            <p:cNvSpPr/>
            <p:nvPr/>
          </p:nvSpPr>
          <p:spPr>
            <a:xfrm rot="2700000">
              <a:off x="7882236" y="3464708"/>
              <a:ext cx="492388" cy="49238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500">
                <a:solidFill>
                  <a:srgbClr val="1A609B"/>
                </a:solidFill>
                <a:latin typeface="方正细圆简体" panose="02010601030101010101" charset="-122"/>
                <a:ea typeface="方正细圆简体" panose="02010601030101010101" charset="-122"/>
              </a:endParaRPr>
            </a:p>
          </p:txBody>
        </p:sp>
        <p:sp>
          <p:nvSpPr>
            <p:cNvPr id="17" name="TextBox 81"/>
            <p:cNvSpPr txBox="1"/>
            <p:nvPr/>
          </p:nvSpPr>
          <p:spPr>
            <a:xfrm>
              <a:off x="7827333" y="3530137"/>
              <a:ext cx="599208" cy="248809"/>
            </a:xfrm>
            <a:prstGeom prst="rect">
              <a:avLst/>
            </a:prstGeom>
            <a:noFill/>
            <a:ln>
              <a:noFill/>
            </a:ln>
          </p:spPr>
          <p:txBody>
            <a:bodyPr wrap="square" rtlCol="0">
              <a:spAutoFit/>
            </a:bodyPr>
            <a:lstStyle/>
            <a:p>
              <a:pPr algn="ctr"/>
              <a:r>
                <a:rPr lang="id-ID" sz="1600" dirty="0">
                  <a:solidFill>
                    <a:schemeClr val="bg1"/>
                  </a:solidFill>
                  <a:latin typeface="方正细圆简体" panose="02010601030101010101" charset="-122"/>
                  <a:ea typeface="方正细圆简体" panose="02010601030101010101" charset="-122"/>
                </a:rPr>
                <a:t>0</a:t>
              </a:r>
              <a:r>
                <a:rPr lang="en-US" sz="1600" dirty="0">
                  <a:solidFill>
                    <a:schemeClr val="bg1"/>
                  </a:solidFill>
                  <a:latin typeface="方正细圆简体" panose="02010601030101010101" charset="-122"/>
                  <a:ea typeface="方正细圆简体" panose="02010601030101010101" charset="-122"/>
                </a:rPr>
                <a:t>3</a:t>
              </a:r>
              <a:endParaRPr lang="id-ID" sz="1600" dirty="0">
                <a:solidFill>
                  <a:schemeClr val="bg1"/>
                </a:solidFill>
                <a:latin typeface="方正细圆简体" panose="02010601030101010101" charset="-122"/>
                <a:ea typeface="方正细圆简体" panose="02010601030101010101" charset="-122"/>
              </a:endParaRPr>
            </a:p>
          </p:txBody>
        </p:sp>
      </p:grpSp>
      <p:grpSp>
        <p:nvGrpSpPr>
          <p:cNvPr id="19" name="组合 18"/>
          <p:cNvGrpSpPr/>
          <p:nvPr/>
        </p:nvGrpSpPr>
        <p:grpSpPr>
          <a:xfrm>
            <a:off x="8112125" y="2227580"/>
            <a:ext cx="3089275" cy="889000"/>
            <a:chOff x="4765" y="3001"/>
            <a:chExt cx="4865" cy="1400"/>
          </a:xfrm>
        </p:grpSpPr>
        <p:sp>
          <p:nvSpPr>
            <p:cNvPr id="20" name="淘宝店chenying0907出品 43"/>
            <p:cNvSpPr/>
            <p:nvPr/>
          </p:nvSpPr>
          <p:spPr>
            <a:xfrm>
              <a:off x="4765" y="3537"/>
              <a:ext cx="4865" cy="86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63"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grpSp>
        <p:nvGrpSpPr>
          <p:cNvPr id="21" name="组合 20"/>
          <p:cNvGrpSpPr/>
          <p:nvPr/>
        </p:nvGrpSpPr>
        <p:grpSpPr>
          <a:xfrm>
            <a:off x="8093075" y="3582035"/>
            <a:ext cx="3089275" cy="889000"/>
            <a:chOff x="4765" y="3001"/>
            <a:chExt cx="4865" cy="1400"/>
          </a:xfrm>
        </p:grpSpPr>
        <p:sp>
          <p:nvSpPr>
            <p:cNvPr id="22" name="淘宝店chenying0907出品 43"/>
            <p:cNvSpPr/>
            <p:nvPr/>
          </p:nvSpPr>
          <p:spPr>
            <a:xfrm>
              <a:off x="4765" y="3537"/>
              <a:ext cx="4865" cy="86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23"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grpSp>
        <p:nvGrpSpPr>
          <p:cNvPr id="24" name="组合 23"/>
          <p:cNvGrpSpPr/>
          <p:nvPr/>
        </p:nvGrpSpPr>
        <p:grpSpPr>
          <a:xfrm>
            <a:off x="8116570" y="4924425"/>
            <a:ext cx="3089275" cy="889000"/>
            <a:chOff x="4765" y="3001"/>
            <a:chExt cx="4865" cy="1400"/>
          </a:xfrm>
        </p:grpSpPr>
        <p:sp>
          <p:nvSpPr>
            <p:cNvPr id="25" name="淘宝店chenying0907出品 43"/>
            <p:cNvSpPr/>
            <p:nvPr/>
          </p:nvSpPr>
          <p:spPr>
            <a:xfrm>
              <a:off x="4765" y="3537"/>
              <a:ext cx="4865" cy="864"/>
            </a:xfrm>
            <a:prstGeom prst="rect">
              <a:avLst/>
            </a:prstGeom>
          </p:spPr>
          <p:txBody>
            <a:bodyPr wrap="square">
              <a:spAutoFit/>
            </a:bodyPr>
            <a:lstStyle/>
            <a:p>
              <a:pPr algn="just">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p>
          </p:txBody>
        </p:sp>
        <p:sp>
          <p:nvSpPr>
            <p:cNvPr id="26" name="淘宝店chenying0907出品 44"/>
            <p:cNvSpPr/>
            <p:nvPr/>
          </p:nvSpPr>
          <p:spPr>
            <a:xfrm>
              <a:off x="4772" y="3001"/>
              <a:ext cx="1558" cy="480"/>
            </a:xfrm>
            <a:prstGeom prst="rect">
              <a:avLst/>
            </a:prstGeom>
          </p:spPr>
          <p:txBody>
            <a:bodyPr wrap="none">
              <a:spAutoFit/>
            </a:bodyPr>
            <a:lstStyle/>
            <a:p>
              <a:r>
                <a:rPr lang="en-US" altLang="zh-CN" sz="1400" b="1" dirty="0">
                  <a:solidFill>
                    <a:schemeClr val="tx1"/>
                  </a:solidFill>
                  <a:latin typeface="+mn-lt"/>
                  <a:ea typeface="微软雅黑" panose="020B0503020204020204" charset="-122"/>
                  <a:cs typeface="Arial" panose="020B0604020202020204" pitchFamily="34" charset="0"/>
                </a:rPr>
                <a:t>Add Title </a:t>
              </a:r>
            </a:p>
          </p:txBody>
        </p:sp>
      </p:grpSp>
    </p:spTree>
    <p:extLst>
      <p:ext uri="{BB962C8B-B14F-4D97-AF65-F5344CB8AC3E}">
        <p14:creationId xmlns:p14="http://schemas.microsoft.com/office/powerpoint/2010/main" val="493354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sp>
        <p:nvSpPr>
          <p:cNvPr id="59" name="Teardrop 82"/>
          <p:cNvSpPr/>
          <p:nvPr/>
        </p:nvSpPr>
        <p:spPr>
          <a:xfrm rot="16200000">
            <a:off x="2096770" y="1979295"/>
            <a:ext cx="759460" cy="759460"/>
          </a:xfrm>
          <a:prstGeom prst="teardrop">
            <a:avLst>
              <a:gd name="adj" fmla="val 8497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A80B9"/>
              </a:solidFill>
              <a:cs typeface="+mn-ea"/>
              <a:sym typeface="+mn-lt"/>
            </a:endParaRPr>
          </a:p>
        </p:txBody>
      </p:sp>
      <p:grpSp>
        <p:nvGrpSpPr>
          <p:cNvPr id="60" name="Group 3"/>
          <p:cNvGrpSpPr/>
          <p:nvPr/>
        </p:nvGrpSpPr>
        <p:grpSpPr>
          <a:xfrm>
            <a:off x="9335770" y="1971675"/>
            <a:ext cx="759460" cy="759460"/>
            <a:chOff x="9358777" y="1899512"/>
            <a:chExt cx="759173" cy="759173"/>
          </a:xfrm>
        </p:grpSpPr>
        <p:sp>
          <p:nvSpPr>
            <p:cNvPr id="61" name="Teardrop 84"/>
            <p:cNvSpPr/>
            <p:nvPr/>
          </p:nvSpPr>
          <p:spPr>
            <a:xfrm rot="16200000">
              <a:off x="9358777" y="1899512"/>
              <a:ext cx="759173" cy="759173"/>
            </a:xfrm>
            <a:prstGeom prst="teardrop">
              <a:avLst>
                <a:gd name="adj" fmla="val 8497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A80B9"/>
                </a:solidFill>
                <a:cs typeface="+mn-ea"/>
                <a:sym typeface="+mn-lt"/>
              </a:endParaRPr>
            </a:p>
          </p:txBody>
        </p:sp>
        <p:sp>
          <p:nvSpPr>
            <p:cNvPr id="62" name="Freeform 53"/>
            <p:cNvSpPr/>
            <p:nvPr/>
          </p:nvSpPr>
          <p:spPr bwMode="auto">
            <a:xfrm>
              <a:off x="9580311" y="2135099"/>
              <a:ext cx="376490" cy="307279"/>
            </a:xfrm>
            <a:custGeom>
              <a:avLst/>
              <a:gdLst>
                <a:gd name="T0" fmla="*/ 307 w 382"/>
                <a:gd name="T1" fmla="*/ 135 h 312"/>
                <a:gd name="T2" fmla="*/ 362 w 382"/>
                <a:gd name="T3" fmla="*/ 71 h 312"/>
                <a:gd name="T4" fmla="*/ 238 w 382"/>
                <a:gd name="T5" fmla="*/ 25 h 312"/>
                <a:gd name="T6" fmla="*/ 229 w 382"/>
                <a:gd name="T7" fmla="*/ 19 h 312"/>
                <a:gd name="T8" fmla="*/ 229 w 382"/>
                <a:gd name="T9" fmla="*/ 134 h 312"/>
                <a:gd name="T10" fmla="*/ 180 w 382"/>
                <a:gd name="T11" fmla="*/ 214 h 312"/>
                <a:gd name="T12" fmla="*/ 86 w 382"/>
                <a:gd name="T13" fmla="*/ 189 h 312"/>
                <a:gd name="T14" fmla="*/ 129 w 382"/>
                <a:gd name="T15" fmla="*/ 97 h 312"/>
                <a:gd name="T16" fmla="*/ 190 w 382"/>
                <a:gd name="T17" fmla="*/ 93 h 312"/>
                <a:gd name="T18" fmla="*/ 190 w 382"/>
                <a:gd name="T19" fmla="*/ 4 h 312"/>
                <a:gd name="T20" fmla="*/ 154 w 382"/>
                <a:gd name="T21" fmla="*/ 0 h 312"/>
                <a:gd name="T22" fmla="*/ 0 w 382"/>
                <a:gd name="T23" fmla="*/ 156 h 312"/>
                <a:gd name="T24" fmla="*/ 154 w 382"/>
                <a:gd name="T25" fmla="*/ 312 h 312"/>
                <a:gd name="T26" fmla="*/ 308 w 382"/>
                <a:gd name="T27" fmla="*/ 156 h 312"/>
                <a:gd name="T28" fmla="*/ 307 w 382"/>
                <a:gd name="T29" fmla="*/ 13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2" h="312">
                  <a:moveTo>
                    <a:pt x="307" y="135"/>
                  </a:moveTo>
                  <a:cubicBezTo>
                    <a:pt x="354" y="122"/>
                    <a:pt x="382" y="72"/>
                    <a:pt x="362" y="71"/>
                  </a:cubicBezTo>
                  <a:cubicBezTo>
                    <a:pt x="311" y="68"/>
                    <a:pt x="267" y="43"/>
                    <a:pt x="238" y="25"/>
                  </a:cubicBezTo>
                  <a:cubicBezTo>
                    <a:pt x="235" y="23"/>
                    <a:pt x="232" y="21"/>
                    <a:pt x="229" y="19"/>
                  </a:cubicBezTo>
                  <a:cubicBezTo>
                    <a:pt x="229" y="134"/>
                    <a:pt x="229" y="134"/>
                    <a:pt x="229" y="134"/>
                  </a:cubicBezTo>
                  <a:cubicBezTo>
                    <a:pt x="229" y="172"/>
                    <a:pt x="206" y="202"/>
                    <a:pt x="180" y="214"/>
                  </a:cubicBezTo>
                  <a:cubicBezTo>
                    <a:pt x="142" y="233"/>
                    <a:pt x="100" y="221"/>
                    <a:pt x="86" y="189"/>
                  </a:cubicBezTo>
                  <a:cubicBezTo>
                    <a:pt x="72" y="157"/>
                    <a:pt x="91" y="116"/>
                    <a:pt x="129" y="97"/>
                  </a:cubicBezTo>
                  <a:cubicBezTo>
                    <a:pt x="150" y="87"/>
                    <a:pt x="172" y="86"/>
                    <a:pt x="190" y="93"/>
                  </a:cubicBezTo>
                  <a:cubicBezTo>
                    <a:pt x="190" y="4"/>
                    <a:pt x="190" y="4"/>
                    <a:pt x="190" y="4"/>
                  </a:cubicBezTo>
                  <a:cubicBezTo>
                    <a:pt x="178" y="1"/>
                    <a:pt x="166" y="0"/>
                    <a:pt x="154" y="0"/>
                  </a:cubicBezTo>
                  <a:cubicBezTo>
                    <a:pt x="69" y="0"/>
                    <a:pt x="0" y="70"/>
                    <a:pt x="0" y="156"/>
                  </a:cubicBezTo>
                  <a:cubicBezTo>
                    <a:pt x="0" y="242"/>
                    <a:pt x="69" y="312"/>
                    <a:pt x="154" y="312"/>
                  </a:cubicBezTo>
                  <a:cubicBezTo>
                    <a:pt x="239" y="312"/>
                    <a:pt x="308" y="242"/>
                    <a:pt x="308" y="156"/>
                  </a:cubicBezTo>
                  <a:cubicBezTo>
                    <a:pt x="308" y="149"/>
                    <a:pt x="308" y="142"/>
                    <a:pt x="307" y="135"/>
                  </a:cubicBezTo>
                  <a:close/>
                </a:path>
              </a:pathLst>
            </a:custGeom>
            <a:solidFill>
              <a:schemeClr val="bg1"/>
            </a:solidFill>
            <a:ln>
              <a:noFill/>
            </a:ln>
          </p:spPr>
          <p:txBody>
            <a:bodyPr vert="horz" wrap="square" lIns="91440" tIns="45720" rIns="91440" bIns="45720" numCol="1" anchor="t" anchorCtr="0" compatLnSpc="1"/>
            <a:lstStyle/>
            <a:p>
              <a:endParaRPr lang="en-US" dirty="0">
                <a:cs typeface="+mn-ea"/>
                <a:sym typeface="+mn-lt"/>
              </a:endParaRPr>
            </a:p>
          </p:txBody>
        </p:sp>
      </p:grpSp>
      <p:sp>
        <p:nvSpPr>
          <p:cNvPr id="63" name="Teardrop 83"/>
          <p:cNvSpPr/>
          <p:nvPr/>
        </p:nvSpPr>
        <p:spPr>
          <a:xfrm rot="16200000">
            <a:off x="5720080" y="1971675"/>
            <a:ext cx="759460" cy="759460"/>
          </a:xfrm>
          <a:prstGeom prst="teardrop">
            <a:avLst>
              <a:gd name="adj" fmla="val 84975"/>
            </a:avLst>
          </a:prstGeom>
          <a:solidFill>
            <a:schemeClr val="bg1"/>
          </a:solidFill>
          <a:ln>
            <a:solidFill>
              <a:schemeClr val="tx1"/>
            </a:solidFill>
          </a:ln>
          <a:extLst/>
        </p:spPr>
        <p:txBody>
          <a:bodyPr vert="horz" wrap="square" lIns="91440" tIns="45720" rIns="91440" bIns="45720" numCol="1" anchor="t" anchorCtr="0" compatLnSpc="1"/>
          <a:lstStyle/>
          <a:p>
            <a:endParaRPr lang="en-US">
              <a:solidFill>
                <a:schemeClr val="tx1"/>
              </a:solidFill>
              <a:sym typeface="+mn-lt"/>
            </a:endParaRPr>
          </a:p>
        </p:txBody>
      </p:sp>
      <p:sp>
        <p:nvSpPr>
          <p:cNvPr id="64" name="Teardrop 86"/>
          <p:cNvSpPr/>
          <p:nvPr/>
        </p:nvSpPr>
        <p:spPr>
          <a:xfrm rot="16200000">
            <a:off x="5720080" y="4325620"/>
            <a:ext cx="759460" cy="759460"/>
          </a:xfrm>
          <a:prstGeom prst="teardrop">
            <a:avLst>
              <a:gd name="adj" fmla="val 8497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A80B9"/>
              </a:solidFill>
              <a:cs typeface="+mn-ea"/>
              <a:sym typeface="+mn-lt"/>
            </a:endParaRPr>
          </a:p>
        </p:txBody>
      </p:sp>
      <p:sp>
        <p:nvSpPr>
          <p:cNvPr id="65" name="Teardrop 87"/>
          <p:cNvSpPr/>
          <p:nvPr/>
        </p:nvSpPr>
        <p:spPr>
          <a:xfrm rot="16200000">
            <a:off x="9322435" y="4325620"/>
            <a:ext cx="759460" cy="759460"/>
          </a:xfrm>
          <a:prstGeom prst="teardrop">
            <a:avLst>
              <a:gd name="adj" fmla="val 84975"/>
            </a:avLst>
          </a:prstGeom>
          <a:solidFill>
            <a:schemeClr val="bg1"/>
          </a:solidFill>
          <a:ln>
            <a:solidFill>
              <a:schemeClr val="tx1"/>
            </a:solidFill>
          </a:ln>
          <a:extLst/>
        </p:spPr>
        <p:txBody>
          <a:bodyPr vert="horz" wrap="square" lIns="91440" tIns="45720" rIns="91440" bIns="45720" numCol="1" anchor="t" anchorCtr="0" compatLnSpc="1"/>
          <a:lstStyle/>
          <a:p>
            <a:endParaRPr lang="en-US">
              <a:solidFill>
                <a:schemeClr val="tx1"/>
              </a:solidFill>
              <a:sym typeface="+mn-lt"/>
            </a:endParaRPr>
          </a:p>
        </p:txBody>
      </p:sp>
      <p:grpSp>
        <p:nvGrpSpPr>
          <p:cNvPr id="66" name="Group 4"/>
          <p:cNvGrpSpPr/>
          <p:nvPr/>
        </p:nvGrpSpPr>
        <p:grpSpPr>
          <a:xfrm>
            <a:off x="2096770" y="4325620"/>
            <a:ext cx="759460" cy="759460"/>
            <a:chOff x="2119522" y="4253638"/>
            <a:chExt cx="759173" cy="759173"/>
          </a:xfrm>
          <a:solidFill>
            <a:schemeClr val="bg1"/>
          </a:solidFill>
        </p:grpSpPr>
        <p:sp>
          <p:nvSpPr>
            <p:cNvPr id="67" name="Teardrop 85"/>
            <p:cNvSpPr/>
            <p:nvPr/>
          </p:nvSpPr>
          <p:spPr>
            <a:xfrm rot="16200000">
              <a:off x="2119522" y="4253638"/>
              <a:ext cx="759173" cy="759173"/>
            </a:xfrm>
            <a:prstGeom prst="teardrop">
              <a:avLst>
                <a:gd name="adj" fmla="val 84975"/>
              </a:avLst>
            </a:prstGeom>
            <a:grpFill/>
            <a:ln>
              <a:solidFill>
                <a:schemeClr val="tx1"/>
              </a:solidFill>
            </a:ln>
            <a:extLst/>
          </p:spPr>
          <p:txBody>
            <a:bodyPr vert="horz" wrap="square" lIns="91440" tIns="45720" rIns="91440" bIns="45720" numCol="1" anchor="t" anchorCtr="0" compatLnSpc="1"/>
            <a:lstStyle/>
            <a:p>
              <a:endParaRPr lang="en-US">
                <a:solidFill>
                  <a:schemeClr val="tx1"/>
                </a:solidFill>
                <a:sym typeface="+mn-lt"/>
              </a:endParaRPr>
            </a:p>
          </p:txBody>
        </p:sp>
        <p:sp>
          <p:nvSpPr>
            <p:cNvPr id="68" name="AutoShape 48"/>
            <p:cNvSpPr/>
            <p:nvPr/>
          </p:nvSpPr>
          <p:spPr bwMode="auto">
            <a:xfrm>
              <a:off x="2368841" y="4455705"/>
              <a:ext cx="309720" cy="315161"/>
            </a:xfrm>
            <a:custGeom>
              <a:avLst/>
              <a:gdLst>
                <a:gd name="T0" fmla="*/ 0 w 21600"/>
                <a:gd name="T1" fmla="*/ 11506 h 21600"/>
                <a:gd name="T2" fmla="*/ 7091 w 21600"/>
                <a:gd name="T3" fmla="*/ 14436 h 21600"/>
                <a:gd name="T4" fmla="*/ 10145 w 21600"/>
                <a:gd name="T5" fmla="*/ 21600 h 21600"/>
                <a:gd name="T6" fmla="*/ 14291 w 21600"/>
                <a:gd name="T7" fmla="*/ 21600 h 21600"/>
                <a:gd name="T8" fmla="*/ 0 w 21600"/>
                <a:gd name="T9" fmla="*/ 7381 h 21600"/>
                <a:gd name="T10" fmla="*/ 0 w 21600"/>
                <a:gd name="T11" fmla="*/ 11506 h 21600"/>
                <a:gd name="T12" fmla="*/ 0 w 21600"/>
                <a:gd name="T13" fmla="*/ 4125 h 21600"/>
                <a:gd name="T14" fmla="*/ 17455 w 21600"/>
                <a:gd name="T15" fmla="*/ 21600 h 21600"/>
                <a:gd name="T16" fmla="*/ 21600 w 21600"/>
                <a:gd name="T17" fmla="*/ 21600 h 21600"/>
                <a:gd name="T18" fmla="*/ 0 w 21600"/>
                <a:gd name="T19" fmla="*/ 0 h 21600"/>
                <a:gd name="T20" fmla="*/ 0 w 21600"/>
                <a:gd name="T21" fmla="*/ 4125 h 21600"/>
                <a:gd name="T22" fmla="*/ 5782 w 21600"/>
                <a:gd name="T23" fmla="*/ 18669 h 21600"/>
                <a:gd name="T24" fmla="*/ 2836 w 21600"/>
                <a:gd name="T25" fmla="*/ 21600 h 21600"/>
                <a:gd name="T26" fmla="*/ 0 w 21600"/>
                <a:gd name="T27" fmla="*/ 18669 h 21600"/>
                <a:gd name="T28" fmla="*/ 2836 w 21600"/>
                <a:gd name="T29" fmla="*/ 15847 h 21600"/>
                <a:gd name="T30" fmla="*/ 5782 w 21600"/>
                <a:gd name="T31" fmla="*/ 18669 h 21600"/>
                <a:gd name="T32" fmla="*/ 5782 w 21600"/>
                <a:gd name="T33" fmla="*/ 18669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00" h="21600">
                  <a:moveTo>
                    <a:pt x="0" y="11506"/>
                  </a:moveTo>
                  <a:cubicBezTo>
                    <a:pt x="2727" y="11506"/>
                    <a:pt x="5236" y="12482"/>
                    <a:pt x="7091" y="14436"/>
                  </a:cubicBezTo>
                  <a:cubicBezTo>
                    <a:pt x="9055" y="16390"/>
                    <a:pt x="10145" y="18886"/>
                    <a:pt x="10145" y="21600"/>
                  </a:cubicBezTo>
                  <a:cubicBezTo>
                    <a:pt x="14291" y="21600"/>
                    <a:pt x="14291" y="21600"/>
                    <a:pt x="14291" y="21600"/>
                  </a:cubicBezTo>
                  <a:cubicBezTo>
                    <a:pt x="14291" y="13785"/>
                    <a:pt x="7855" y="7381"/>
                    <a:pt x="0" y="7381"/>
                  </a:cubicBezTo>
                  <a:lnTo>
                    <a:pt x="0" y="11506"/>
                  </a:lnTo>
                  <a:close/>
                  <a:moveTo>
                    <a:pt x="0" y="4125"/>
                  </a:moveTo>
                  <a:cubicBezTo>
                    <a:pt x="9600" y="4125"/>
                    <a:pt x="17455" y="11940"/>
                    <a:pt x="17455" y="21600"/>
                  </a:cubicBezTo>
                  <a:cubicBezTo>
                    <a:pt x="21600" y="21600"/>
                    <a:pt x="21600" y="21600"/>
                    <a:pt x="21600" y="21600"/>
                  </a:cubicBezTo>
                  <a:cubicBezTo>
                    <a:pt x="21600" y="9660"/>
                    <a:pt x="11891" y="0"/>
                    <a:pt x="0" y="0"/>
                  </a:cubicBezTo>
                  <a:lnTo>
                    <a:pt x="0" y="4125"/>
                  </a:lnTo>
                  <a:close/>
                  <a:moveTo>
                    <a:pt x="5782" y="18669"/>
                  </a:moveTo>
                  <a:cubicBezTo>
                    <a:pt x="5782" y="20297"/>
                    <a:pt x="4473" y="21600"/>
                    <a:pt x="2836" y="21600"/>
                  </a:cubicBezTo>
                  <a:cubicBezTo>
                    <a:pt x="1309" y="21600"/>
                    <a:pt x="0" y="20297"/>
                    <a:pt x="0" y="18669"/>
                  </a:cubicBezTo>
                  <a:cubicBezTo>
                    <a:pt x="0" y="17150"/>
                    <a:pt x="1309" y="15847"/>
                    <a:pt x="2836" y="15847"/>
                  </a:cubicBezTo>
                  <a:cubicBezTo>
                    <a:pt x="4473" y="15847"/>
                    <a:pt x="5782" y="17150"/>
                    <a:pt x="5782" y="18669"/>
                  </a:cubicBezTo>
                  <a:close/>
                  <a:moveTo>
                    <a:pt x="5782" y="18669"/>
                  </a:moveTo>
                </a:path>
              </a:pathLst>
            </a:custGeom>
            <a:solidFill>
              <a:schemeClr val="tx1"/>
            </a:solidFill>
            <a:ln>
              <a:solidFill>
                <a:schemeClr val="tx1"/>
              </a:solidFill>
            </a:ln>
            <a:extLst/>
          </p:spPr>
          <p:txBody>
            <a:bodyPr lIns="0" tIns="0" rIns="0" bIns="0"/>
            <a:lstStyle/>
            <a:p>
              <a:endParaRPr lang="en-US">
                <a:cs typeface="+mn-ea"/>
                <a:sym typeface="+mn-lt"/>
              </a:endParaRPr>
            </a:p>
          </p:txBody>
        </p:sp>
      </p:grpSp>
      <p:grpSp>
        <p:nvGrpSpPr>
          <p:cNvPr id="69" name="组合 68"/>
          <p:cNvGrpSpPr/>
          <p:nvPr/>
        </p:nvGrpSpPr>
        <p:grpSpPr>
          <a:xfrm>
            <a:off x="2333625" y="2193925"/>
            <a:ext cx="285750" cy="329565"/>
            <a:chOff x="5710556" y="3216593"/>
            <a:chExt cx="444500" cy="512763"/>
          </a:xfrm>
          <a:solidFill>
            <a:srgbClr val="FFFFFF"/>
          </a:solidFill>
        </p:grpSpPr>
        <p:sp>
          <p:nvSpPr>
            <p:cNvPr id="70" name="Oval 16"/>
            <p:cNvSpPr>
              <a:spLocks noChangeArrowheads="1"/>
            </p:cNvSpPr>
            <p:nvPr/>
          </p:nvSpPr>
          <p:spPr bwMode="auto">
            <a:xfrm>
              <a:off x="5772468" y="3216593"/>
              <a:ext cx="331788" cy="3254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1" name="Oval 17"/>
            <p:cNvSpPr>
              <a:spLocks noChangeArrowheads="1"/>
            </p:cNvSpPr>
            <p:nvPr/>
          </p:nvSpPr>
          <p:spPr bwMode="auto">
            <a:xfrm>
              <a:off x="5759768" y="3400743"/>
              <a:ext cx="42863" cy="714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2" name="Freeform 18"/>
            <p:cNvSpPr/>
            <p:nvPr/>
          </p:nvSpPr>
          <p:spPr bwMode="auto">
            <a:xfrm>
              <a:off x="5756593" y="3634106"/>
              <a:ext cx="177800" cy="95250"/>
            </a:xfrm>
            <a:custGeom>
              <a:avLst/>
              <a:gdLst>
                <a:gd name="T0" fmla="*/ 1 w 46"/>
                <a:gd name="T1" fmla="*/ 15 h 25"/>
                <a:gd name="T2" fmla="*/ 25 w 46"/>
                <a:gd name="T3" fmla="*/ 24 h 25"/>
                <a:gd name="T4" fmla="*/ 45 w 46"/>
                <a:gd name="T5" fmla="*/ 10 h 25"/>
                <a:gd name="T6" fmla="*/ 21 w 46"/>
                <a:gd name="T7" fmla="*/ 1 h 25"/>
                <a:gd name="T8" fmla="*/ 1 w 46"/>
                <a:gd name="T9" fmla="*/ 15 h 25"/>
              </a:gdLst>
              <a:ahLst/>
              <a:cxnLst>
                <a:cxn ang="0">
                  <a:pos x="T0" y="T1"/>
                </a:cxn>
                <a:cxn ang="0">
                  <a:pos x="T2" y="T3"/>
                </a:cxn>
                <a:cxn ang="0">
                  <a:pos x="T4" y="T5"/>
                </a:cxn>
                <a:cxn ang="0">
                  <a:pos x="T6" y="T7"/>
                </a:cxn>
                <a:cxn ang="0">
                  <a:pos x="T8" y="T9"/>
                </a:cxn>
              </a:cxnLst>
              <a:rect l="0" t="0" r="r" b="b"/>
              <a:pathLst>
                <a:path w="46" h="25">
                  <a:moveTo>
                    <a:pt x="1" y="15"/>
                  </a:moveTo>
                  <a:cubicBezTo>
                    <a:pt x="2" y="21"/>
                    <a:pt x="12" y="25"/>
                    <a:pt x="25" y="24"/>
                  </a:cubicBezTo>
                  <a:cubicBezTo>
                    <a:pt x="37" y="23"/>
                    <a:pt x="46" y="17"/>
                    <a:pt x="45" y="10"/>
                  </a:cubicBezTo>
                  <a:cubicBezTo>
                    <a:pt x="44" y="4"/>
                    <a:pt x="33" y="0"/>
                    <a:pt x="21" y="1"/>
                  </a:cubicBezTo>
                  <a:cubicBezTo>
                    <a:pt x="9" y="2"/>
                    <a:pt x="0" y="9"/>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3" name="Oval 19"/>
            <p:cNvSpPr>
              <a:spLocks noChangeArrowheads="1"/>
            </p:cNvSpPr>
            <p:nvPr/>
          </p:nvSpPr>
          <p:spPr bwMode="auto">
            <a:xfrm>
              <a:off x="6077268" y="3400743"/>
              <a:ext cx="46038" cy="714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4" name="Freeform 20"/>
            <p:cNvSpPr/>
            <p:nvPr/>
          </p:nvSpPr>
          <p:spPr bwMode="auto">
            <a:xfrm>
              <a:off x="5937568" y="3629343"/>
              <a:ext cx="174625" cy="100013"/>
            </a:xfrm>
            <a:custGeom>
              <a:avLst/>
              <a:gdLst>
                <a:gd name="T0" fmla="*/ 44 w 45"/>
                <a:gd name="T1" fmla="*/ 16 h 26"/>
                <a:gd name="T2" fmla="*/ 21 w 45"/>
                <a:gd name="T3" fmla="*/ 25 h 26"/>
                <a:gd name="T4" fmla="*/ 1 w 45"/>
                <a:gd name="T5" fmla="*/ 11 h 26"/>
                <a:gd name="T6" fmla="*/ 24 w 45"/>
                <a:gd name="T7" fmla="*/ 2 h 26"/>
                <a:gd name="T8" fmla="*/ 44 w 45"/>
                <a:gd name="T9" fmla="*/ 16 h 26"/>
              </a:gdLst>
              <a:ahLst/>
              <a:cxnLst>
                <a:cxn ang="0">
                  <a:pos x="T0" y="T1"/>
                </a:cxn>
                <a:cxn ang="0">
                  <a:pos x="T2" y="T3"/>
                </a:cxn>
                <a:cxn ang="0">
                  <a:pos x="T4" y="T5"/>
                </a:cxn>
                <a:cxn ang="0">
                  <a:pos x="T6" y="T7"/>
                </a:cxn>
                <a:cxn ang="0">
                  <a:pos x="T8" y="T9"/>
                </a:cxn>
              </a:cxnLst>
              <a:rect l="0" t="0" r="r" b="b"/>
              <a:pathLst>
                <a:path w="45" h="26">
                  <a:moveTo>
                    <a:pt x="44" y="16"/>
                  </a:moveTo>
                  <a:cubicBezTo>
                    <a:pt x="43" y="22"/>
                    <a:pt x="33" y="26"/>
                    <a:pt x="21" y="25"/>
                  </a:cubicBezTo>
                  <a:cubicBezTo>
                    <a:pt x="9" y="23"/>
                    <a:pt x="0" y="17"/>
                    <a:pt x="1" y="11"/>
                  </a:cubicBezTo>
                  <a:cubicBezTo>
                    <a:pt x="2" y="4"/>
                    <a:pt x="12" y="0"/>
                    <a:pt x="24" y="2"/>
                  </a:cubicBezTo>
                  <a:cubicBezTo>
                    <a:pt x="36" y="3"/>
                    <a:pt x="45" y="10"/>
                    <a:pt x="44"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5" name="Oval 21"/>
            <p:cNvSpPr>
              <a:spLocks noChangeArrowheads="1"/>
            </p:cNvSpPr>
            <p:nvPr/>
          </p:nvSpPr>
          <p:spPr bwMode="auto">
            <a:xfrm>
              <a:off x="5772468" y="3427731"/>
              <a:ext cx="320675" cy="2635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6" name="Freeform 22"/>
            <p:cNvSpPr/>
            <p:nvPr/>
          </p:nvSpPr>
          <p:spPr bwMode="auto">
            <a:xfrm>
              <a:off x="5710556" y="3427731"/>
              <a:ext cx="123825" cy="182563"/>
            </a:xfrm>
            <a:custGeom>
              <a:avLst/>
              <a:gdLst>
                <a:gd name="T0" fmla="*/ 23 w 32"/>
                <a:gd name="T1" fmla="*/ 28 h 48"/>
                <a:gd name="T2" fmla="*/ 5 w 32"/>
                <a:gd name="T3" fmla="*/ 46 h 48"/>
                <a:gd name="T4" fmla="*/ 6 w 32"/>
                <a:gd name="T5" fmla="*/ 20 h 48"/>
                <a:gd name="T6" fmla="*/ 27 w 32"/>
                <a:gd name="T7" fmla="*/ 2 h 48"/>
                <a:gd name="T8" fmla="*/ 23 w 32"/>
                <a:gd name="T9" fmla="*/ 28 h 48"/>
              </a:gdLst>
              <a:ahLst/>
              <a:cxnLst>
                <a:cxn ang="0">
                  <a:pos x="T0" y="T1"/>
                </a:cxn>
                <a:cxn ang="0">
                  <a:pos x="T2" y="T3"/>
                </a:cxn>
                <a:cxn ang="0">
                  <a:pos x="T4" y="T5"/>
                </a:cxn>
                <a:cxn ang="0">
                  <a:pos x="T6" y="T7"/>
                </a:cxn>
                <a:cxn ang="0">
                  <a:pos x="T8" y="T9"/>
                </a:cxn>
              </a:cxnLst>
              <a:rect l="0" t="0" r="r" b="b"/>
              <a:pathLst>
                <a:path w="32" h="48">
                  <a:moveTo>
                    <a:pt x="23" y="28"/>
                  </a:moveTo>
                  <a:cubicBezTo>
                    <a:pt x="17" y="40"/>
                    <a:pt x="8" y="48"/>
                    <a:pt x="5" y="46"/>
                  </a:cubicBezTo>
                  <a:cubicBezTo>
                    <a:pt x="1" y="44"/>
                    <a:pt x="0" y="32"/>
                    <a:pt x="6" y="20"/>
                  </a:cubicBezTo>
                  <a:cubicBezTo>
                    <a:pt x="12" y="8"/>
                    <a:pt x="22" y="0"/>
                    <a:pt x="27" y="2"/>
                  </a:cubicBezTo>
                  <a:cubicBezTo>
                    <a:pt x="32" y="5"/>
                    <a:pt x="29" y="16"/>
                    <a:pt x="2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77" name="Freeform 23"/>
            <p:cNvSpPr/>
            <p:nvPr/>
          </p:nvSpPr>
          <p:spPr bwMode="auto">
            <a:xfrm>
              <a:off x="6042343" y="3430906"/>
              <a:ext cx="112713" cy="184150"/>
            </a:xfrm>
            <a:custGeom>
              <a:avLst/>
              <a:gdLst>
                <a:gd name="T0" fmla="*/ 7 w 29"/>
                <a:gd name="T1" fmla="*/ 28 h 48"/>
                <a:gd name="T2" fmla="*/ 24 w 29"/>
                <a:gd name="T3" fmla="*/ 47 h 48"/>
                <a:gd name="T4" fmla="*/ 24 w 29"/>
                <a:gd name="T5" fmla="*/ 21 h 48"/>
                <a:gd name="T6" fmla="*/ 5 w 29"/>
                <a:gd name="T7" fmla="*/ 2 h 48"/>
                <a:gd name="T8" fmla="*/ 7 w 29"/>
                <a:gd name="T9" fmla="*/ 28 h 48"/>
              </a:gdLst>
              <a:ahLst/>
              <a:cxnLst>
                <a:cxn ang="0">
                  <a:pos x="T0" y="T1"/>
                </a:cxn>
                <a:cxn ang="0">
                  <a:pos x="T2" y="T3"/>
                </a:cxn>
                <a:cxn ang="0">
                  <a:pos x="T4" y="T5"/>
                </a:cxn>
                <a:cxn ang="0">
                  <a:pos x="T6" y="T7"/>
                </a:cxn>
                <a:cxn ang="0">
                  <a:pos x="T8" y="T9"/>
                </a:cxn>
              </a:cxnLst>
              <a:rect l="0" t="0" r="r" b="b"/>
              <a:pathLst>
                <a:path w="29" h="48">
                  <a:moveTo>
                    <a:pt x="7" y="28"/>
                  </a:moveTo>
                  <a:cubicBezTo>
                    <a:pt x="13" y="39"/>
                    <a:pt x="21" y="48"/>
                    <a:pt x="24" y="47"/>
                  </a:cubicBezTo>
                  <a:cubicBezTo>
                    <a:pt x="27" y="47"/>
                    <a:pt x="29" y="34"/>
                    <a:pt x="24" y="21"/>
                  </a:cubicBezTo>
                  <a:cubicBezTo>
                    <a:pt x="19" y="9"/>
                    <a:pt x="10" y="0"/>
                    <a:pt x="5" y="2"/>
                  </a:cubicBezTo>
                  <a:cubicBezTo>
                    <a:pt x="0" y="4"/>
                    <a:pt x="1" y="16"/>
                    <a:pt x="7"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grpSp>
        <p:nvGrpSpPr>
          <p:cNvPr id="78" name="组合 77"/>
          <p:cNvGrpSpPr/>
          <p:nvPr/>
        </p:nvGrpSpPr>
        <p:grpSpPr>
          <a:xfrm>
            <a:off x="5859780" y="4526280"/>
            <a:ext cx="480060" cy="357505"/>
            <a:chOff x="3582988" y="4683125"/>
            <a:chExt cx="557212" cy="484188"/>
          </a:xfrm>
          <a:solidFill>
            <a:srgbClr val="FFFFFF"/>
          </a:solidFill>
        </p:grpSpPr>
        <p:sp>
          <p:nvSpPr>
            <p:cNvPr id="79" name="Freeform 5"/>
            <p:cNvSpPr>
              <a:spLocks noEditPoints="1"/>
            </p:cNvSpPr>
            <p:nvPr/>
          </p:nvSpPr>
          <p:spPr bwMode="auto">
            <a:xfrm>
              <a:off x="3582988" y="4756150"/>
              <a:ext cx="511175" cy="411163"/>
            </a:xfrm>
            <a:custGeom>
              <a:avLst/>
              <a:gdLst>
                <a:gd name="T0" fmla="*/ 111 w 134"/>
                <a:gd name="T1" fmla="*/ 45 h 107"/>
                <a:gd name="T2" fmla="*/ 108 w 134"/>
                <a:gd name="T3" fmla="*/ 41 h 107"/>
                <a:gd name="T4" fmla="*/ 107 w 134"/>
                <a:gd name="T5" fmla="*/ 25 h 107"/>
                <a:gd name="T6" fmla="*/ 78 w 134"/>
                <a:gd name="T7" fmla="*/ 26 h 107"/>
                <a:gd name="T8" fmla="*/ 73 w 134"/>
                <a:gd name="T9" fmla="*/ 19 h 107"/>
                <a:gd name="T10" fmla="*/ 50 w 134"/>
                <a:gd name="T11" fmla="*/ 7 h 107"/>
                <a:gd name="T12" fmla="*/ 12 w 134"/>
                <a:gd name="T13" fmla="*/ 39 h 107"/>
                <a:gd name="T14" fmla="*/ 2 w 134"/>
                <a:gd name="T15" fmla="*/ 68 h 107"/>
                <a:gd name="T16" fmla="*/ 57 w 134"/>
                <a:gd name="T17" fmla="*/ 105 h 107"/>
                <a:gd name="T18" fmla="*/ 124 w 134"/>
                <a:gd name="T19" fmla="*/ 76 h 107"/>
                <a:gd name="T20" fmla="*/ 111 w 134"/>
                <a:gd name="T21" fmla="*/ 45 h 107"/>
                <a:gd name="T22" fmla="*/ 59 w 134"/>
                <a:gd name="T23" fmla="*/ 97 h 107"/>
                <a:gd name="T24" fmla="*/ 16 w 134"/>
                <a:gd name="T25" fmla="*/ 70 h 107"/>
                <a:gd name="T26" fmla="*/ 59 w 134"/>
                <a:gd name="T27" fmla="*/ 40 h 107"/>
                <a:gd name="T28" fmla="*/ 103 w 134"/>
                <a:gd name="T29" fmla="*/ 65 h 107"/>
                <a:gd name="T30" fmla="*/ 59 w 134"/>
                <a:gd name="T31" fmla="*/ 9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4" h="107">
                  <a:moveTo>
                    <a:pt x="111" y="45"/>
                  </a:moveTo>
                  <a:cubicBezTo>
                    <a:pt x="105" y="44"/>
                    <a:pt x="108" y="41"/>
                    <a:pt x="108" y="41"/>
                  </a:cubicBezTo>
                  <a:cubicBezTo>
                    <a:pt x="108" y="41"/>
                    <a:pt x="113" y="32"/>
                    <a:pt x="107" y="25"/>
                  </a:cubicBezTo>
                  <a:cubicBezTo>
                    <a:pt x="98" y="17"/>
                    <a:pt x="78" y="26"/>
                    <a:pt x="78" y="26"/>
                  </a:cubicBezTo>
                  <a:cubicBezTo>
                    <a:pt x="70" y="28"/>
                    <a:pt x="72" y="25"/>
                    <a:pt x="73" y="19"/>
                  </a:cubicBezTo>
                  <a:cubicBezTo>
                    <a:pt x="73" y="12"/>
                    <a:pt x="71" y="0"/>
                    <a:pt x="50" y="7"/>
                  </a:cubicBezTo>
                  <a:cubicBezTo>
                    <a:pt x="30" y="14"/>
                    <a:pt x="12" y="39"/>
                    <a:pt x="12" y="39"/>
                  </a:cubicBezTo>
                  <a:cubicBezTo>
                    <a:pt x="0" y="55"/>
                    <a:pt x="2" y="68"/>
                    <a:pt x="2" y="68"/>
                  </a:cubicBezTo>
                  <a:cubicBezTo>
                    <a:pt x="5" y="96"/>
                    <a:pt x="34" y="103"/>
                    <a:pt x="57" y="105"/>
                  </a:cubicBezTo>
                  <a:cubicBezTo>
                    <a:pt x="82" y="107"/>
                    <a:pt x="115" y="97"/>
                    <a:pt x="124" y="76"/>
                  </a:cubicBezTo>
                  <a:cubicBezTo>
                    <a:pt x="134" y="54"/>
                    <a:pt x="116" y="46"/>
                    <a:pt x="111" y="45"/>
                  </a:cubicBezTo>
                  <a:close/>
                  <a:moveTo>
                    <a:pt x="59" y="97"/>
                  </a:moveTo>
                  <a:cubicBezTo>
                    <a:pt x="35" y="98"/>
                    <a:pt x="16" y="86"/>
                    <a:pt x="16" y="70"/>
                  </a:cubicBezTo>
                  <a:cubicBezTo>
                    <a:pt x="16" y="54"/>
                    <a:pt x="35" y="41"/>
                    <a:pt x="59" y="40"/>
                  </a:cubicBezTo>
                  <a:cubicBezTo>
                    <a:pt x="83" y="39"/>
                    <a:pt x="103" y="49"/>
                    <a:pt x="103" y="65"/>
                  </a:cubicBezTo>
                  <a:cubicBezTo>
                    <a:pt x="103" y="81"/>
                    <a:pt x="83" y="96"/>
                    <a:pt x="59" y="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80" name="Freeform 6"/>
            <p:cNvSpPr>
              <a:spLocks noEditPoints="1"/>
            </p:cNvSpPr>
            <p:nvPr/>
          </p:nvSpPr>
          <p:spPr bwMode="auto">
            <a:xfrm>
              <a:off x="3697288" y="4941888"/>
              <a:ext cx="203200" cy="179388"/>
            </a:xfrm>
            <a:custGeom>
              <a:avLst/>
              <a:gdLst>
                <a:gd name="T0" fmla="*/ 24 w 53"/>
                <a:gd name="T1" fmla="*/ 3 h 47"/>
                <a:gd name="T2" fmla="*/ 3 w 53"/>
                <a:gd name="T3" fmla="*/ 28 h 47"/>
                <a:gd name="T4" fmla="*/ 9 w 53"/>
                <a:gd name="T5" fmla="*/ 39 h 47"/>
                <a:gd name="T6" fmla="*/ 46 w 53"/>
                <a:gd name="T7" fmla="*/ 33 h 47"/>
                <a:gd name="T8" fmla="*/ 24 w 53"/>
                <a:gd name="T9" fmla="*/ 3 h 47"/>
                <a:gd name="T10" fmla="*/ 18 w 53"/>
                <a:gd name="T11" fmla="*/ 35 h 47"/>
                <a:gd name="T12" fmla="*/ 10 w 53"/>
                <a:gd name="T13" fmla="*/ 29 h 47"/>
                <a:gd name="T14" fmla="*/ 18 w 53"/>
                <a:gd name="T15" fmla="*/ 20 h 47"/>
                <a:gd name="T16" fmla="*/ 26 w 53"/>
                <a:gd name="T17" fmla="*/ 27 h 47"/>
                <a:gd name="T18" fmla="*/ 18 w 53"/>
                <a:gd name="T19" fmla="*/ 35 h 47"/>
                <a:gd name="T20" fmla="*/ 33 w 53"/>
                <a:gd name="T21" fmla="*/ 22 h 47"/>
                <a:gd name="T22" fmla="*/ 28 w 53"/>
                <a:gd name="T23" fmla="*/ 22 h 47"/>
                <a:gd name="T24" fmla="*/ 29 w 53"/>
                <a:gd name="T25" fmla="*/ 17 h 47"/>
                <a:gd name="T26" fmla="*/ 34 w 53"/>
                <a:gd name="T27" fmla="*/ 18 h 47"/>
                <a:gd name="T28" fmla="*/ 33 w 53"/>
                <a:gd name="T29" fmla="*/ 2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3" h="47">
                  <a:moveTo>
                    <a:pt x="24" y="3"/>
                  </a:moveTo>
                  <a:cubicBezTo>
                    <a:pt x="0" y="6"/>
                    <a:pt x="3" y="28"/>
                    <a:pt x="3" y="28"/>
                  </a:cubicBezTo>
                  <a:cubicBezTo>
                    <a:pt x="3" y="28"/>
                    <a:pt x="3" y="35"/>
                    <a:pt x="9" y="39"/>
                  </a:cubicBezTo>
                  <a:cubicBezTo>
                    <a:pt x="24" y="47"/>
                    <a:pt x="38" y="42"/>
                    <a:pt x="46" y="33"/>
                  </a:cubicBezTo>
                  <a:cubicBezTo>
                    <a:pt x="53" y="23"/>
                    <a:pt x="49" y="0"/>
                    <a:pt x="24" y="3"/>
                  </a:cubicBezTo>
                  <a:close/>
                  <a:moveTo>
                    <a:pt x="18" y="35"/>
                  </a:moveTo>
                  <a:cubicBezTo>
                    <a:pt x="14" y="35"/>
                    <a:pt x="10" y="32"/>
                    <a:pt x="10" y="29"/>
                  </a:cubicBezTo>
                  <a:cubicBezTo>
                    <a:pt x="10" y="25"/>
                    <a:pt x="13" y="21"/>
                    <a:pt x="18" y="20"/>
                  </a:cubicBezTo>
                  <a:cubicBezTo>
                    <a:pt x="23" y="20"/>
                    <a:pt x="26" y="23"/>
                    <a:pt x="26" y="27"/>
                  </a:cubicBezTo>
                  <a:cubicBezTo>
                    <a:pt x="26" y="31"/>
                    <a:pt x="23" y="34"/>
                    <a:pt x="18" y="35"/>
                  </a:cubicBezTo>
                  <a:close/>
                  <a:moveTo>
                    <a:pt x="33" y="22"/>
                  </a:moveTo>
                  <a:cubicBezTo>
                    <a:pt x="31" y="24"/>
                    <a:pt x="29" y="23"/>
                    <a:pt x="28" y="22"/>
                  </a:cubicBezTo>
                  <a:cubicBezTo>
                    <a:pt x="28" y="21"/>
                    <a:pt x="28" y="18"/>
                    <a:pt x="29" y="17"/>
                  </a:cubicBezTo>
                  <a:cubicBezTo>
                    <a:pt x="31" y="16"/>
                    <a:pt x="33" y="16"/>
                    <a:pt x="34" y="18"/>
                  </a:cubicBezTo>
                  <a:cubicBezTo>
                    <a:pt x="35" y="19"/>
                    <a:pt x="34" y="21"/>
                    <a:pt x="3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81" name="Freeform 7"/>
            <p:cNvSpPr/>
            <p:nvPr/>
          </p:nvSpPr>
          <p:spPr bwMode="auto">
            <a:xfrm>
              <a:off x="3952875" y="4683125"/>
              <a:ext cx="187325" cy="215900"/>
            </a:xfrm>
            <a:custGeom>
              <a:avLst/>
              <a:gdLst>
                <a:gd name="T0" fmla="*/ 49 w 49"/>
                <a:gd name="T1" fmla="*/ 51 h 56"/>
                <a:gd name="T2" fmla="*/ 49 w 49"/>
                <a:gd name="T3" fmla="*/ 50 h 56"/>
                <a:gd name="T4" fmla="*/ 49 w 49"/>
                <a:gd name="T5" fmla="*/ 43 h 56"/>
                <a:gd name="T6" fmla="*/ 6 w 49"/>
                <a:gd name="T7" fmla="*/ 0 h 56"/>
                <a:gd name="T8" fmla="*/ 0 w 49"/>
                <a:gd name="T9" fmla="*/ 6 h 56"/>
                <a:gd name="T10" fmla="*/ 6 w 49"/>
                <a:gd name="T11" fmla="*/ 12 h 56"/>
                <a:gd name="T12" fmla="*/ 37 w 49"/>
                <a:gd name="T13" fmla="*/ 43 h 56"/>
                <a:gd name="T14" fmla="*/ 37 w 49"/>
                <a:gd name="T15" fmla="*/ 49 h 56"/>
                <a:gd name="T16" fmla="*/ 37 w 49"/>
                <a:gd name="T17" fmla="*/ 49 h 56"/>
                <a:gd name="T18" fmla="*/ 37 w 49"/>
                <a:gd name="T19" fmla="*/ 50 h 56"/>
                <a:gd name="T20" fmla="*/ 43 w 49"/>
                <a:gd name="T21" fmla="*/ 56 h 56"/>
                <a:gd name="T22" fmla="*/ 49 w 49"/>
                <a:gd name="T23" fmla="*/ 51 h 56"/>
                <a:gd name="T24" fmla="*/ 49 w 49"/>
                <a:gd name="T25" fmla="*/ 51 h 56"/>
                <a:gd name="T26" fmla="*/ 49 w 49"/>
                <a:gd name="T27" fmla="*/ 5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9" h="56">
                  <a:moveTo>
                    <a:pt x="49" y="51"/>
                  </a:moveTo>
                  <a:cubicBezTo>
                    <a:pt x="49" y="51"/>
                    <a:pt x="49" y="50"/>
                    <a:pt x="49" y="50"/>
                  </a:cubicBezTo>
                  <a:cubicBezTo>
                    <a:pt x="49" y="48"/>
                    <a:pt x="49" y="46"/>
                    <a:pt x="49" y="43"/>
                  </a:cubicBezTo>
                  <a:cubicBezTo>
                    <a:pt x="49" y="19"/>
                    <a:pt x="30" y="0"/>
                    <a:pt x="6" y="0"/>
                  </a:cubicBezTo>
                  <a:cubicBezTo>
                    <a:pt x="3" y="0"/>
                    <a:pt x="0" y="3"/>
                    <a:pt x="0" y="6"/>
                  </a:cubicBezTo>
                  <a:cubicBezTo>
                    <a:pt x="0" y="9"/>
                    <a:pt x="3" y="12"/>
                    <a:pt x="6" y="12"/>
                  </a:cubicBezTo>
                  <a:cubicBezTo>
                    <a:pt x="23" y="12"/>
                    <a:pt x="37" y="26"/>
                    <a:pt x="37" y="43"/>
                  </a:cubicBezTo>
                  <a:cubicBezTo>
                    <a:pt x="37" y="45"/>
                    <a:pt x="37" y="47"/>
                    <a:pt x="37" y="49"/>
                  </a:cubicBezTo>
                  <a:cubicBezTo>
                    <a:pt x="37" y="49"/>
                    <a:pt x="37" y="49"/>
                    <a:pt x="37" y="49"/>
                  </a:cubicBezTo>
                  <a:cubicBezTo>
                    <a:pt x="37" y="49"/>
                    <a:pt x="37" y="50"/>
                    <a:pt x="37" y="50"/>
                  </a:cubicBezTo>
                  <a:cubicBezTo>
                    <a:pt x="37" y="53"/>
                    <a:pt x="40" y="56"/>
                    <a:pt x="43" y="56"/>
                  </a:cubicBezTo>
                  <a:cubicBezTo>
                    <a:pt x="46" y="56"/>
                    <a:pt x="48" y="54"/>
                    <a:pt x="49" y="51"/>
                  </a:cubicBezTo>
                  <a:cubicBezTo>
                    <a:pt x="49" y="51"/>
                    <a:pt x="49" y="51"/>
                    <a:pt x="49" y="51"/>
                  </a:cubicBezTo>
                  <a:cubicBezTo>
                    <a:pt x="49" y="51"/>
                    <a:pt x="49" y="51"/>
                    <a:pt x="49"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82" name="Freeform 8"/>
            <p:cNvSpPr/>
            <p:nvPr/>
          </p:nvSpPr>
          <p:spPr bwMode="auto">
            <a:xfrm>
              <a:off x="3957638" y="4756150"/>
              <a:ext cx="111125" cy="123825"/>
            </a:xfrm>
            <a:custGeom>
              <a:avLst/>
              <a:gdLst>
                <a:gd name="T0" fmla="*/ 29 w 29"/>
                <a:gd name="T1" fmla="*/ 27 h 32"/>
                <a:gd name="T2" fmla="*/ 29 w 29"/>
                <a:gd name="T3" fmla="*/ 24 h 32"/>
                <a:gd name="T4" fmla="*/ 5 w 29"/>
                <a:gd name="T5" fmla="*/ 0 h 32"/>
                <a:gd name="T6" fmla="*/ 0 w 29"/>
                <a:gd name="T7" fmla="*/ 5 h 32"/>
                <a:gd name="T8" fmla="*/ 5 w 29"/>
                <a:gd name="T9" fmla="*/ 10 h 32"/>
                <a:gd name="T10" fmla="*/ 19 w 29"/>
                <a:gd name="T11" fmla="*/ 24 h 32"/>
                <a:gd name="T12" fmla="*/ 19 w 29"/>
                <a:gd name="T13" fmla="*/ 26 h 32"/>
                <a:gd name="T14" fmla="*/ 19 w 29"/>
                <a:gd name="T15" fmla="*/ 26 h 32"/>
                <a:gd name="T16" fmla="*/ 19 w 29"/>
                <a:gd name="T17" fmla="*/ 27 h 32"/>
                <a:gd name="T18" fmla="*/ 24 w 29"/>
                <a:gd name="T19" fmla="*/ 32 h 32"/>
                <a:gd name="T20" fmla="*/ 29 w 29"/>
                <a:gd name="T21" fmla="*/ 27 h 32"/>
                <a:gd name="T22" fmla="*/ 29 w 29"/>
                <a:gd name="T23" fmla="*/ 27 h 32"/>
                <a:gd name="T24" fmla="*/ 29 w 29"/>
                <a:gd name="T25" fmla="*/ 27 h 32"/>
                <a:gd name="T26" fmla="*/ 29 w 29"/>
                <a:gd name="T27" fmla="*/ 27 h 32"/>
                <a:gd name="T28" fmla="*/ 29 w 29"/>
                <a:gd name="T29" fmla="*/ 2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2">
                  <a:moveTo>
                    <a:pt x="29" y="27"/>
                  </a:moveTo>
                  <a:cubicBezTo>
                    <a:pt x="29" y="26"/>
                    <a:pt x="29" y="25"/>
                    <a:pt x="29" y="24"/>
                  </a:cubicBezTo>
                  <a:cubicBezTo>
                    <a:pt x="29" y="11"/>
                    <a:pt x="18" y="0"/>
                    <a:pt x="5" y="0"/>
                  </a:cubicBezTo>
                  <a:cubicBezTo>
                    <a:pt x="2" y="0"/>
                    <a:pt x="0" y="3"/>
                    <a:pt x="0" y="5"/>
                  </a:cubicBezTo>
                  <a:cubicBezTo>
                    <a:pt x="0" y="8"/>
                    <a:pt x="2" y="10"/>
                    <a:pt x="5" y="10"/>
                  </a:cubicBezTo>
                  <a:cubicBezTo>
                    <a:pt x="13" y="10"/>
                    <a:pt x="19" y="17"/>
                    <a:pt x="19" y="24"/>
                  </a:cubicBezTo>
                  <a:cubicBezTo>
                    <a:pt x="19" y="25"/>
                    <a:pt x="19" y="26"/>
                    <a:pt x="19" y="26"/>
                  </a:cubicBezTo>
                  <a:cubicBezTo>
                    <a:pt x="19" y="26"/>
                    <a:pt x="19" y="26"/>
                    <a:pt x="19" y="26"/>
                  </a:cubicBezTo>
                  <a:cubicBezTo>
                    <a:pt x="19" y="26"/>
                    <a:pt x="19" y="27"/>
                    <a:pt x="19" y="27"/>
                  </a:cubicBezTo>
                  <a:cubicBezTo>
                    <a:pt x="19" y="30"/>
                    <a:pt x="21" y="32"/>
                    <a:pt x="24" y="32"/>
                  </a:cubicBezTo>
                  <a:cubicBezTo>
                    <a:pt x="26" y="32"/>
                    <a:pt x="28" y="30"/>
                    <a:pt x="29" y="27"/>
                  </a:cubicBezTo>
                  <a:cubicBezTo>
                    <a:pt x="29" y="27"/>
                    <a:pt x="29" y="27"/>
                    <a:pt x="29" y="27"/>
                  </a:cubicBezTo>
                  <a:cubicBezTo>
                    <a:pt x="29" y="27"/>
                    <a:pt x="29" y="27"/>
                    <a:pt x="29" y="27"/>
                  </a:cubicBezTo>
                  <a:cubicBezTo>
                    <a:pt x="29" y="27"/>
                    <a:pt x="29" y="27"/>
                    <a:pt x="29" y="27"/>
                  </a:cubicBezTo>
                  <a:cubicBezTo>
                    <a:pt x="29" y="27"/>
                    <a:pt x="29" y="27"/>
                    <a:pt x="29"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grpSp>
        <p:nvGrpSpPr>
          <p:cNvPr id="83" name="Group 39"/>
          <p:cNvGrpSpPr>
            <a:grpSpLocks noChangeAspect="1"/>
          </p:cNvGrpSpPr>
          <p:nvPr/>
        </p:nvGrpSpPr>
        <p:grpSpPr bwMode="auto">
          <a:xfrm>
            <a:off x="5906135" y="2192020"/>
            <a:ext cx="387350" cy="318135"/>
            <a:chOff x="3645" y="1999"/>
            <a:chExt cx="392" cy="322"/>
          </a:xfrm>
          <a:solidFill>
            <a:schemeClr val="tx1"/>
          </a:solidFill>
        </p:grpSpPr>
        <p:sp>
          <p:nvSpPr>
            <p:cNvPr id="84" name="Freeform 40"/>
            <p:cNvSpPr>
              <a:spLocks noEditPoints="1"/>
            </p:cNvSpPr>
            <p:nvPr/>
          </p:nvSpPr>
          <p:spPr bwMode="auto">
            <a:xfrm>
              <a:off x="3645" y="1999"/>
              <a:ext cx="279" cy="255"/>
            </a:xfrm>
            <a:custGeom>
              <a:avLst/>
              <a:gdLst>
                <a:gd name="T0" fmla="*/ 113 w 116"/>
                <a:gd name="T1" fmla="*/ 41 h 106"/>
                <a:gd name="T2" fmla="*/ 116 w 116"/>
                <a:gd name="T3" fmla="*/ 41 h 106"/>
                <a:gd name="T4" fmla="*/ 58 w 116"/>
                <a:gd name="T5" fmla="*/ 0 h 106"/>
                <a:gd name="T6" fmla="*/ 0 w 116"/>
                <a:gd name="T7" fmla="*/ 49 h 106"/>
                <a:gd name="T8" fmla="*/ 23 w 116"/>
                <a:gd name="T9" fmla="*/ 88 h 106"/>
                <a:gd name="T10" fmla="*/ 23 w 116"/>
                <a:gd name="T11" fmla="*/ 88 h 106"/>
                <a:gd name="T12" fmla="*/ 18 w 116"/>
                <a:gd name="T13" fmla="*/ 106 h 106"/>
                <a:gd name="T14" fmla="*/ 39 w 116"/>
                <a:gd name="T15" fmla="*/ 95 h 106"/>
                <a:gd name="T16" fmla="*/ 40 w 116"/>
                <a:gd name="T17" fmla="*/ 95 h 106"/>
                <a:gd name="T18" fmla="*/ 58 w 116"/>
                <a:gd name="T19" fmla="*/ 98 h 106"/>
                <a:gd name="T20" fmla="*/ 62 w 116"/>
                <a:gd name="T21" fmla="*/ 98 h 106"/>
                <a:gd name="T22" fmla="*/ 60 w 116"/>
                <a:gd name="T23" fmla="*/ 86 h 106"/>
                <a:gd name="T24" fmla="*/ 113 w 116"/>
                <a:gd name="T25" fmla="*/ 41 h 106"/>
                <a:gd name="T26" fmla="*/ 78 w 116"/>
                <a:gd name="T27" fmla="*/ 24 h 106"/>
                <a:gd name="T28" fmla="*/ 87 w 116"/>
                <a:gd name="T29" fmla="*/ 32 h 106"/>
                <a:gd name="T30" fmla="*/ 78 w 116"/>
                <a:gd name="T31" fmla="*/ 40 h 106"/>
                <a:gd name="T32" fmla="*/ 70 w 116"/>
                <a:gd name="T33" fmla="*/ 32 h 106"/>
                <a:gd name="T34" fmla="*/ 78 w 116"/>
                <a:gd name="T35" fmla="*/ 24 h 106"/>
                <a:gd name="T36" fmla="*/ 38 w 116"/>
                <a:gd name="T37" fmla="*/ 40 h 106"/>
                <a:gd name="T38" fmla="*/ 30 w 116"/>
                <a:gd name="T39" fmla="*/ 32 h 106"/>
                <a:gd name="T40" fmla="*/ 38 w 116"/>
                <a:gd name="T41" fmla="*/ 24 h 106"/>
                <a:gd name="T42" fmla="*/ 46 w 116"/>
                <a:gd name="T43" fmla="*/ 32 h 106"/>
                <a:gd name="T44" fmla="*/ 38 w 116"/>
                <a:gd name="T45" fmla="*/ 4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6" h="106">
                  <a:moveTo>
                    <a:pt x="113" y="41"/>
                  </a:moveTo>
                  <a:cubicBezTo>
                    <a:pt x="114" y="41"/>
                    <a:pt x="115" y="41"/>
                    <a:pt x="116" y="41"/>
                  </a:cubicBezTo>
                  <a:cubicBezTo>
                    <a:pt x="111" y="18"/>
                    <a:pt x="87" y="0"/>
                    <a:pt x="58" y="0"/>
                  </a:cubicBezTo>
                  <a:cubicBezTo>
                    <a:pt x="26" y="0"/>
                    <a:pt x="0" y="22"/>
                    <a:pt x="0" y="49"/>
                  </a:cubicBezTo>
                  <a:cubicBezTo>
                    <a:pt x="0" y="65"/>
                    <a:pt x="9" y="79"/>
                    <a:pt x="23" y="88"/>
                  </a:cubicBezTo>
                  <a:cubicBezTo>
                    <a:pt x="23" y="88"/>
                    <a:pt x="23" y="88"/>
                    <a:pt x="23" y="88"/>
                  </a:cubicBezTo>
                  <a:cubicBezTo>
                    <a:pt x="18" y="106"/>
                    <a:pt x="18" y="106"/>
                    <a:pt x="18" y="106"/>
                  </a:cubicBezTo>
                  <a:cubicBezTo>
                    <a:pt x="39" y="95"/>
                    <a:pt x="39" y="95"/>
                    <a:pt x="39" y="95"/>
                  </a:cubicBezTo>
                  <a:cubicBezTo>
                    <a:pt x="39" y="95"/>
                    <a:pt x="39" y="95"/>
                    <a:pt x="40" y="95"/>
                  </a:cubicBezTo>
                  <a:cubicBezTo>
                    <a:pt x="45" y="97"/>
                    <a:pt x="52" y="98"/>
                    <a:pt x="58" y="98"/>
                  </a:cubicBezTo>
                  <a:cubicBezTo>
                    <a:pt x="59" y="98"/>
                    <a:pt x="61" y="98"/>
                    <a:pt x="62" y="98"/>
                  </a:cubicBezTo>
                  <a:cubicBezTo>
                    <a:pt x="61" y="94"/>
                    <a:pt x="60" y="90"/>
                    <a:pt x="60" y="86"/>
                  </a:cubicBezTo>
                  <a:cubicBezTo>
                    <a:pt x="60" y="61"/>
                    <a:pt x="84" y="41"/>
                    <a:pt x="113" y="41"/>
                  </a:cubicBezTo>
                  <a:close/>
                  <a:moveTo>
                    <a:pt x="78" y="24"/>
                  </a:moveTo>
                  <a:cubicBezTo>
                    <a:pt x="83" y="24"/>
                    <a:pt x="87" y="28"/>
                    <a:pt x="87" y="32"/>
                  </a:cubicBezTo>
                  <a:cubicBezTo>
                    <a:pt x="87" y="37"/>
                    <a:pt x="83" y="40"/>
                    <a:pt x="78" y="40"/>
                  </a:cubicBezTo>
                  <a:cubicBezTo>
                    <a:pt x="74" y="40"/>
                    <a:pt x="70" y="37"/>
                    <a:pt x="70" y="32"/>
                  </a:cubicBezTo>
                  <a:cubicBezTo>
                    <a:pt x="70" y="28"/>
                    <a:pt x="74" y="24"/>
                    <a:pt x="78" y="24"/>
                  </a:cubicBezTo>
                  <a:close/>
                  <a:moveTo>
                    <a:pt x="38" y="40"/>
                  </a:moveTo>
                  <a:cubicBezTo>
                    <a:pt x="33" y="40"/>
                    <a:pt x="30" y="37"/>
                    <a:pt x="30" y="32"/>
                  </a:cubicBezTo>
                  <a:cubicBezTo>
                    <a:pt x="30" y="28"/>
                    <a:pt x="33" y="24"/>
                    <a:pt x="38" y="24"/>
                  </a:cubicBezTo>
                  <a:cubicBezTo>
                    <a:pt x="42" y="24"/>
                    <a:pt x="46" y="28"/>
                    <a:pt x="46" y="32"/>
                  </a:cubicBezTo>
                  <a:cubicBezTo>
                    <a:pt x="46" y="37"/>
                    <a:pt x="42" y="40"/>
                    <a:pt x="38"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85" name="Freeform 41"/>
            <p:cNvSpPr>
              <a:spLocks noEditPoints="1"/>
            </p:cNvSpPr>
            <p:nvPr/>
          </p:nvSpPr>
          <p:spPr bwMode="auto">
            <a:xfrm>
              <a:off x="3799" y="2107"/>
              <a:ext cx="238" cy="214"/>
            </a:xfrm>
            <a:custGeom>
              <a:avLst/>
              <a:gdLst>
                <a:gd name="T0" fmla="*/ 0 w 99"/>
                <a:gd name="T1" fmla="*/ 41 h 89"/>
                <a:gd name="T2" fmla="*/ 50 w 99"/>
                <a:gd name="T3" fmla="*/ 82 h 89"/>
                <a:gd name="T4" fmla="*/ 65 w 99"/>
                <a:gd name="T5" fmla="*/ 80 h 89"/>
                <a:gd name="T6" fmla="*/ 66 w 99"/>
                <a:gd name="T7" fmla="*/ 80 h 89"/>
                <a:gd name="T8" fmla="*/ 84 w 99"/>
                <a:gd name="T9" fmla="*/ 89 h 89"/>
                <a:gd name="T10" fmla="*/ 79 w 99"/>
                <a:gd name="T11" fmla="*/ 74 h 89"/>
                <a:gd name="T12" fmla="*/ 80 w 99"/>
                <a:gd name="T13" fmla="*/ 74 h 89"/>
                <a:gd name="T14" fmla="*/ 99 w 99"/>
                <a:gd name="T15" fmla="*/ 41 h 89"/>
                <a:gd name="T16" fmla="*/ 50 w 99"/>
                <a:gd name="T17" fmla="*/ 0 h 89"/>
                <a:gd name="T18" fmla="*/ 0 w 99"/>
                <a:gd name="T19" fmla="*/ 41 h 89"/>
                <a:gd name="T20" fmla="*/ 60 w 99"/>
                <a:gd name="T21" fmla="*/ 27 h 89"/>
                <a:gd name="T22" fmla="*/ 67 w 99"/>
                <a:gd name="T23" fmla="*/ 20 h 89"/>
                <a:gd name="T24" fmla="*/ 74 w 99"/>
                <a:gd name="T25" fmla="*/ 27 h 89"/>
                <a:gd name="T26" fmla="*/ 67 w 99"/>
                <a:gd name="T27" fmla="*/ 34 h 89"/>
                <a:gd name="T28" fmla="*/ 60 w 99"/>
                <a:gd name="T29" fmla="*/ 27 h 89"/>
                <a:gd name="T30" fmla="*/ 26 w 99"/>
                <a:gd name="T31" fmla="*/ 27 h 89"/>
                <a:gd name="T32" fmla="*/ 33 w 99"/>
                <a:gd name="T33" fmla="*/ 20 h 89"/>
                <a:gd name="T34" fmla="*/ 40 w 99"/>
                <a:gd name="T35" fmla="*/ 27 h 89"/>
                <a:gd name="T36" fmla="*/ 33 w 99"/>
                <a:gd name="T37" fmla="*/ 34 h 89"/>
                <a:gd name="T38" fmla="*/ 26 w 99"/>
                <a:gd name="T39" fmla="*/ 2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9" h="89">
                  <a:moveTo>
                    <a:pt x="0" y="41"/>
                  </a:moveTo>
                  <a:cubicBezTo>
                    <a:pt x="0" y="64"/>
                    <a:pt x="23" y="82"/>
                    <a:pt x="50" y="82"/>
                  </a:cubicBezTo>
                  <a:cubicBezTo>
                    <a:pt x="55" y="82"/>
                    <a:pt x="60" y="82"/>
                    <a:pt x="65" y="80"/>
                  </a:cubicBezTo>
                  <a:cubicBezTo>
                    <a:pt x="66" y="80"/>
                    <a:pt x="66" y="80"/>
                    <a:pt x="66" y="80"/>
                  </a:cubicBezTo>
                  <a:cubicBezTo>
                    <a:pt x="84" y="89"/>
                    <a:pt x="84" y="89"/>
                    <a:pt x="84" y="89"/>
                  </a:cubicBezTo>
                  <a:cubicBezTo>
                    <a:pt x="79" y="74"/>
                    <a:pt x="79" y="74"/>
                    <a:pt x="79" y="74"/>
                  </a:cubicBezTo>
                  <a:cubicBezTo>
                    <a:pt x="79" y="74"/>
                    <a:pt x="80" y="74"/>
                    <a:pt x="80" y="74"/>
                  </a:cubicBezTo>
                  <a:cubicBezTo>
                    <a:pt x="91" y="66"/>
                    <a:pt x="99" y="55"/>
                    <a:pt x="99" y="41"/>
                  </a:cubicBezTo>
                  <a:cubicBezTo>
                    <a:pt x="99" y="18"/>
                    <a:pt x="77" y="0"/>
                    <a:pt x="50" y="0"/>
                  </a:cubicBezTo>
                  <a:cubicBezTo>
                    <a:pt x="23" y="0"/>
                    <a:pt x="0" y="18"/>
                    <a:pt x="0" y="41"/>
                  </a:cubicBezTo>
                  <a:close/>
                  <a:moveTo>
                    <a:pt x="60" y="27"/>
                  </a:moveTo>
                  <a:cubicBezTo>
                    <a:pt x="60" y="23"/>
                    <a:pt x="63" y="20"/>
                    <a:pt x="67" y="20"/>
                  </a:cubicBezTo>
                  <a:cubicBezTo>
                    <a:pt x="71" y="20"/>
                    <a:pt x="74" y="23"/>
                    <a:pt x="74" y="27"/>
                  </a:cubicBezTo>
                  <a:cubicBezTo>
                    <a:pt x="74" y="31"/>
                    <a:pt x="71" y="34"/>
                    <a:pt x="67" y="34"/>
                  </a:cubicBezTo>
                  <a:cubicBezTo>
                    <a:pt x="63" y="34"/>
                    <a:pt x="60" y="31"/>
                    <a:pt x="60" y="27"/>
                  </a:cubicBezTo>
                  <a:close/>
                  <a:moveTo>
                    <a:pt x="26" y="27"/>
                  </a:moveTo>
                  <a:cubicBezTo>
                    <a:pt x="26" y="23"/>
                    <a:pt x="29" y="20"/>
                    <a:pt x="33" y="20"/>
                  </a:cubicBezTo>
                  <a:cubicBezTo>
                    <a:pt x="36" y="20"/>
                    <a:pt x="40" y="23"/>
                    <a:pt x="40" y="27"/>
                  </a:cubicBezTo>
                  <a:cubicBezTo>
                    <a:pt x="40" y="31"/>
                    <a:pt x="36" y="34"/>
                    <a:pt x="33" y="34"/>
                  </a:cubicBezTo>
                  <a:cubicBezTo>
                    <a:pt x="29" y="34"/>
                    <a:pt x="26" y="31"/>
                    <a:pt x="26"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grpSp>
        <p:nvGrpSpPr>
          <p:cNvPr id="86" name="组合 85"/>
          <p:cNvGrpSpPr/>
          <p:nvPr/>
        </p:nvGrpSpPr>
        <p:grpSpPr>
          <a:xfrm>
            <a:off x="9491345" y="4504055"/>
            <a:ext cx="421005" cy="401955"/>
            <a:chOff x="5815013" y="3160713"/>
            <a:chExt cx="561975" cy="536575"/>
          </a:xfrm>
          <a:solidFill>
            <a:schemeClr val="tx1"/>
          </a:solidFill>
        </p:grpSpPr>
        <p:sp>
          <p:nvSpPr>
            <p:cNvPr id="87" name="Freeform 28"/>
            <p:cNvSpPr/>
            <p:nvPr/>
          </p:nvSpPr>
          <p:spPr bwMode="auto">
            <a:xfrm>
              <a:off x="5815013" y="3160713"/>
              <a:ext cx="561975" cy="536575"/>
            </a:xfrm>
            <a:custGeom>
              <a:avLst/>
              <a:gdLst>
                <a:gd name="T0" fmla="*/ 43 w 147"/>
                <a:gd name="T1" fmla="*/ 95 h 140"/>
                <a:gd name="T2" fmla="*/ 90 w 147"/>
                <a:gd name="T3" fmla="*/ 66 h 140"/>
                <a:gd name="T4" fmla="*/ 33 w 147"/>
                <a:gd name="T5" fmla="*/ 59 h 140"/>
                <a:gd name="T6" fmla="*/ 109 w 147"/>
                <a:gd name="T7" fmla="*/ 58 h 140"/>
                <a:gd name="T8" fmla="*/ 109 w 147"/>
                <a:gd name="T9" fmla="*/ 63 h 140"/>
                <a:gd name="T10" fmla="*/ 66 w 147"/>
                <a:gd name="T11" fmla="*/ 94 h 140"/>
                <a:gd name="T12" fmla="*/ 112 w 147"/>
                <a:gd name="T13" fmla="*/ 97 h 140"/>
                <a:gd name="T14" fmla="*/ 110 w 147"/>
                <a:gd name="T15" fmla="*/ 89 h 140"/>
                <a:gd name="T16" fmla="*/ 147 w 147"/>
                <a:gd name="T17" fmla="*/ 54 h 140"/>
                <a:gd name="T18" fmla="*/ 96 w 147"/>
                <a:gd name="T19" fmla="*/ 46 h 140"/>
                <a:gd name="T20" fmla="*/ 74 w 147"/>
                <a:gd name="T21" fmla="*/ 0 h 140"/>
                <a:gd name="T22" fmla="*/ 51 w 147"/>
                <a:gd name="T23" fmla="*/ 46 h 140"/>
                <a:gd name="T24" fmla="*/ 0 w 147"/>
                <a:gd name="T25" fmla="*/ 54 h 140"/>
                <a:gd name="T26" fmla="*/ 37 w 147"/>
                <a:gd name="T27" fmla="*/ 89 h 140"/>
                <a:gd name="T28" fmla="*/ 28 w 147"/>
                <a:gd name="T29" fmla="*/ 140 h 140"/>
                <a:gd name="T30" fmla="*/ 74 w 147"/>
                <a:gd name="T31" fmla="*/ 116 h 140"/>
                <a:gd name="T32" fmla="*/ 119 w 147"/>
                <a:gd name="T33" fmla="*/ 140 h 140"/>
                <a:gd name="T34" fmla="*/ 112 w 147"/>
                <a:gd name="T35" fmla="*/ 98 h 140"/>
                <a:gd name="T36" fmla="*/ 43 w 147"/>
                <a:gd name="T37" fmla="*/ 101 h 140"/>
                <a:gd name="T38" fmla="*/ 43 w 147"/>
                <a:gd name="T39" fmla="*/ 9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40">
                  <a:moveTo>
                    <a:pt x="43" y="95"/>
                  </a:moveTo>
                  <a:cubicBezTo>
                    <a:pt x="47" y="91"/>
                    <a:pt x="90" y="66"/>
                    <a:pt x="90" y="66"/>
                  </a:cubicBezTo>
                  <a:cubicBezTo>
                    <a:pt x="33" y="59"/>
                    <a:pt x="33" y="59"/>
                    <a:pt x="33" y="59"/>
                  </a:cubicBezTo>
                  <a:cubicBezTo>
                    <a:pt x="109" y="58"/>
                    <a:pt x="109" y="58"/>
                    <a:pt x="109" y="58"/>
                  </a:cubicBezTo>
                  <a:cubicBezTo>
                    <a:pt x="109" y="58"/>
                    <a:pt x="112" y="60"/>
                    <a:pt x="109" y="63"/>
                  </a:cubicBezTo>
                  <a:cubicBezTo>
                    <a:pt x="106" y="66"/>
                    <a:pt x="66" y="94"/>
                    <a:pt x="66" y="94"/>
                  </a:cubicBezTo>
                  <a:cubicBezTo>
                    <a:pt x="112" y="97"/>
                    <a:pt x="112" y="97"/>
                    <a:pt x="112" y="97"/>
                  </a:cubicBezTo>
                  <a:cubicBezTo>
                    <a:pt x="110" y="89"/>
                    <a:pt x="110" y="89"/>
                    <a:pt x="110" y="89"/>
                  </a:cubicBezTo>
                  <a:cubicBezTo>
                    <a:pt x="147" y="54"/>
                    <a:pt x="147" y="54"/>
                    <a:pt x="147" y="54"/>
                  </a:cubicBezTo>
                  <a:cubicBezTo>
                    <a:pt x="96" y="46"/>
                    <a:pt x="96" y="46"/>
                    <a:pt x="96" y="46"/>
                  </a:cubicBezTo>
                  <a:cubicBezTo>
                    <a:pt x="74" y="0"/>
                    <a:pt x="74" y="0"/>
                    <a:pt x="74" y="0"/>
                  </a:cubicBezTo>
                  <a:cubicBezTo>
                    <a:pt x="51" y="46"/>
                    <a:pt x="51" y="46"/>
                    <a:pt x="51" y="46"/>
                  </a:cubicBezTo>
                  <a:cubicBezTo>
                    <a:pt x="0" y="54"/>
                    <a:pt x="0" y="54"/>
                    <a:pt x="0" y="54"/>
                  </a:cubicBezTo>
                  <a:cubicBezTo>
                    <a:pt x="37" y="89"/>
                    <a:pt x="37" y="89"/>
                    <a:pt x="37" y="89"/>
                  </a:cubicBezTo>
                  <a:cubicBezTo>
                    <a:pt x="28" y="140"/>
                    <a:pt x="28" y="140"/>
                    <a:pt x="28" y="140"/>
                  </a:cubicBezTo>
                  <a:cubicBezTo>
                    <a:pt x="74" y="116"/>
                    <a:pt x="74" y="116"/>
                    <a:pt x="74" y="116"/>
                  </a:cubicBezTo>
                  <a:cubicBezTo>
                    <a:pt x="119" y="140"/>
                    <a:pt x="119" y="140"/>
                    <a:pt x="119" y="140"/>
                  </a:cubicBezTo>
                  <a:cubicBezTo>
                    <a:pt x="112" y="98"/>
                    <a:pt x="112" y="98"/>
                    <a:pt x="112" y="98"/>
                  </a:cubicBezTo>
                  <a:cubicBezTo>
                    <a:pt x="43" y="101"/>
                    <a:pt x="43" y="101"/>
                    <a:pt x="43" y="101"/>
                  </a:cubicBezTo>
                  <a:cubicBezTo>
                    <a:pt x="43" y="101"/>
                    <a:pt x="40" y="98"/>
                    <a:pt x="43"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88" name="Freeform 29"/>
            <p:cNvSpPr/>
            <p:nvPr/>
          </p:nvSpPr>
          <p:spPr bwMode="auto">
            <a:xfrm>
              <a:off x="6243638" y="3532188"/>
              <a:ext cx="26988" cy="4763"/>
            </a:xfrm>
            <a:custGeom>
              <a:avLst/>
              <a:gdLst>
                <a:gd name="T0" fmla="*/ 0 w 17"/>
                <a:gd name="T1" fmla="*/ 0 h 3"/>
                <a:gd name="T2" fmla="*/ 0 w 17"/>
                <a:gd name="T3" fmla="*/ 3 h 3"/>
                <a:gd name="T4" fmla="*/ 17 w 17"/>
                <a:gd name="T5" fmla="*/ 3 h 3"/>
                <a:gd name="T6" fmla="*/ 0 w 17"/>
                <a:gd name="T7" fmla="*/ 0 h 3"/>
              </a:gdLst>
              <a:ahLst/>
              <a:cxnLst>
                <a:cxn ang="0">
                  <a:pos x="T0" y="T1"/>
                </a:cxn>
                <a:cxn ang="0">
                  <a:pos x="T2" y="T3"/>
                </a:cxn>
                <a:cxn ang="0">
                  <a:pos x="T4" y="T5"/>
                </a:cxn>
                <a:cxn ang="0">
                  <a:pos x="T6" y="T7"/>
                </a:cxn>
              </a:cxnLst>
              <a:rect l="0" t="0" r="r" b="b"/>
              <a:pathLst>
                <a:path w="17" h="3">
                  <a:moveTo>
                    <a:pt x="0" y="0"/>
                  </a:moveTo>
                  <a:lnTo>
                    <a:pt x="0" y="3"/>
                  </a:lnTo>
                  <a:lnTo>
                    <a:pt x="17" y="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grpSp>
        <p:nvGrpSpPr>
          <p:cNvPr id="18" name="组合 17"/>
          <p:cNvGrpSpPr/>
          <p:nvPr/>
        </p:nvGrpSpPr>
        <p:grpSpPr>
          <a:xfrm>
            <a:off x="1498600" y="2740025"/>
            <a:ext cx="1955165" cy="1218201"/>
            <a:chOff x="1578" y="7359"/>
            <a:chExt cx="3336" cy="2079"/>
          </a:xfrm>
        </p:grpSpPr>
        <p:sp>
          <p:nvSpPr>
            <p:cNvPr id="19" name="矩形 18"/>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20" name="矩形 19"/>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6" name="组合 5"/>
          <p:cNvGrpSpPr/>
          <p:nvPr/>
        </p:nvGrpSpPr>
        <p:grpSpPr>
          <a:xfrm>
            <a:off x="5099685" y="2740025"/>
            <a:ext cx="1955165" cy="1218201"/>
            <a:chOff x="1578" y="7359"/>
            <a:chExt cx="3336" cy="2079"/>
          </a:xfrm>
        </p:grpSpPr>
        <p:sp>
          <p:nvSpPr>
            <p:cNvPr id="7" name="矩形 6"/>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9" name="矩形 8"/>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11" name="组合 10"/>
          <p:cNvGrpSpPr/>
          <p:nvPr/>
        </p:nvGrpSpPr>
        <p:grpSpPr>
          <a:xfrm>
            <a:off x="8724265" y="2731135"/>
            <a:ext cx="1955165" cy="1218201"/>
            <a:chOff x="1578" y="7359"/>
            <a:chExt cx="3336" cy="2079"/>
          </a:xfrm>
        </p:grpSpPr>
        <p:sp>
          <p:nvSpPr>
            <p:cNvPr id="12" name="矩形 11"/>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13" name="矩形 12"/>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14" name="组合 13"/>
          <p:cNvGrpSpPr/>
          <p:nvPr/>
        </p:nvGrpSpPr>
        <p:grpSpPr>
          <a:xfrm>
            <a:off x="1498600" y="5085080"/>
            <a:ext cx="1955165" cy="1218201"/>
            <a:chOff x="1578" y="7359"/>
            <a:chExt cx="3336" cy="2079"/>
          </a:xfrm>
        </p:grpSpPr>
        <p:sp>
          <p:nvSpPr>
            <p:cNvPr id="15" name="矩形 14"/>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17" name="矩形 16"/>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21" name="组合 20"/>
          <p:cNvGrpSpPr/>
          <p:nvPr/>
        </p:nvGrpSpPr>
        <p:grpSpPr>
          <a:xfrm>
            <a:off x="5066030" y="5085080"/>
            <a:ext cx="1955165" cy="1218201"/>
            <a:chOff x="1578" y="7359"/>
            <a:chExt cx="3336" cy="2079"/>
          </a:xfrm>
        </p:grpSpPr>
        <p:sp>
          <p:nvSpPr>
            <p:cNvPr id="22" name="矩形 21"/>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23" name="矩形 22"/>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24" name="组合 23"/>
          <p:cNvGrpSpPr/>
          <p:nvPr/>
        </p:nvGrpSpPr>
        <p:grpSpPr>
          <a:xfrm>
            <a:off x="8724265" y="5085080"/>
            <a:ext cx="1955165" cy="1218201"/>
            <a:chOff x="1578" y="7359"/>
            <a:chExt cx="3336" cy="2079"/>
          </a:xfrm>
        </p:grpSpPr>
        <p:sp>
          <p:nvSpPr>
            <p:cNvPr id="25" name="矩形 24"/>
            <p:cNvSpPr/>
            <p:nvPr/>
          </p:nvSpPr>
          <p:spPr>
            <a:xfrm>
              <a:off x="1578" y="7721"/>
              <a:ext cx="3336" cy="171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 </a:t>
              </a:r>
            </a:p>
          </p:txBody>
        </p:sp>
        <p:sp>
          <p:nvSpPr>
            <p:cNvPr id="26" name="矩形 25"/>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spTree>
    <p:extLst>
      <p:ext uri="{BB962C8B-B14F-4D97-AF65-F5344CB8AC3E}">
        <p14:creationId xmlns:p14="http://schemas.microsoft.com/office/powerpoint/2010/main" val="2013343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pic>
        <p:nvPicPr>
          <p:cNvPr id="5" name="图片 4"/>
          <p:cNvPicPr>
            <a:picLocks noChangeAspect="1"/>
          </p:cNvPicPr>
          <p:nvPr/>
        </p:nvPicPr>
        <p:blipFill>
          <a:blip r:embed="rId4" cstate="print">
            <a:grayscl/>
            <a:extLst>
              <a:ext uri="{28A0092B-C50C-407E-A947-70E740481C1C}">
                <a14:useLocalDpi xmlns:a14="http://schemas.microsoft.com/office/drawing/2010/main" val="0"/>
              </a:ext>
            </a:extLst>
          </a:blip>
          <a:srcRect l="3486" t="4746" r="7076" b="4746"/>
          <a:stretch>
            <a:fillRect/>
          </a:stretch>
        </p:blipFill>
        <p:spPr>
          <a:xfrm>
            <a:off x="464185" y="2266315"/>
            <a:ext cx="5103495" cy="3676015"/>
          </a:xfrm>
          <a:custGeom>
            <a:avLst/>
            <a:gdLst>
              <a:gd name="connsiteX0" fmla="*/ 0 w 6426200"/>
              <a:gd name="connsiteY0" fmla="*/ 0 h 4340828"/>
              <a:gd name="connsiteX1" fmla="*/ 6426200 w 6426200"/>
              <a:gd name="connsiteY1" fmla="*/ 0 h 4340828"/>
              <a:gd name="connsiteX2" fmla="*/ 6426200 w 6426200"/>
              <a:gd name="connsiteY2" fmla="*/ 4340828 h 4340828"/>
              <a:gd name="connsiteX3" fmla="*/ 0 w 6426200"/>
              <a:gd name="connsiteY3" fmla="*/ 4340828 h 4340828"/>
            </a:gdLst>
            <a:ahLst/>
            <a:cxnLst>
              <a:cxn ang="0">
                <a:pos x="connsiteX0" y="connsiteY0"/>
              </a:cxn>
              <a:cxn ang="0">
                <a:pos x="connsiteX1" y="connsiteY1"/>
              </a:cxn>
              <a:cxn ang="0">
                <a:pos x="connsiteX2" y="connsiteY2"/>
              </a:cxn>
              <a:cxn ang="0">
                <a:pos x="connsiteX3" y="connsiteY3"/>
              </a:cxn>
            </a:cxnLst>
            <a:rect l="l" t="t" r="r" b="b"/>
            <a:pathLst>
              <a:path w="6426200" h="4340828">
                <a:moveTo>
                  <a:pt x="0" y="0"/>
                </a:moveTo>
                <a:lnTo>
                  <a:pt x="6426200" y="0"/>
                </a:lnTo>
                <a:lnTo>
                  <a:pt x="6426200" y="4340828"/>
                </a:lnTo>
                <a:lnTo>
                  <a:pt x="0" y="4340828"/>
                </a:lnTo>
                <a:close/>
              </a:path>
            </a:pathLst>
          </a:custGeom>
        </p:spPr>
      </p:pic>
      <p:sp>
        <p:nvSpPr>
          <p:cNvPr id="6" name="矩形 5"/>
          <p:cNvSpPr/>
          <p:nvPr/>
        </p:nvSpPr>
        <p:spPr>
          <a:xfrm>
            <a:off x="1962785" y="1935480"/>
            <a:ext cx="8990965" cy="1924050"/>
          </a:xfrm>
          <a:prstGeom prst="rect">
            <a:avLst/>
          </a:prstGeom>
          <a:noFill/>
          <a:ln w="254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淘宝店chenying0907出品 43"/>
          <p:cNvSpPr/>
          <p:nvPr/>
        </p:nvSpPr>
        <p:spPr>
          <a:xfrm>
            <a:off x="6081395" y="2082165"/>
            <a:ext cx="4734560" cy="1630680"/>
          </a:xfrm>
          <a:prstGeom prst="rect">
            <a:avLst/>
          </a:prstGeom>
        </p:spPr>
        <p:txBody>
          <a:bodyPr wrap="square">
            <a:spAutoFit/>
          </a:bodyPr>
          <a:lstStyle/>
          <a:p>
            <a:pPr algn="just">
              <a:lnSpc>
                <a:spcPct val="120000"/>
              </a:lnSpc>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Put your text about this part related goes here. Put your text about this part related goes here. 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a:p>
            <a:pPr algn="just">
              <a:lnSpc>
                <a:spcPct val="120000"/>
              </a:lnSpc>
              <a:spcAft>
                <a:spcPts val="600"/>
              </a:spcAft>
            </a:pP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grpSp>
        <p:nvGrpSpPr>
          <p:cNvPr id="9" name="组合 8"/>
          <p:cNvGrpSpPr/>
          <p:nvPr/>
        </p:nvGrpSpPr>
        <p:grpSpPr>
          <a:xfrm>
            <a:off x="5822315" y="4144645"/>
            <a:ext cx="259080" cy="259080"/>
            <a:chOff x="9169" y="6527"/>
            <a:chExt cx="408" cy="408"/>
          </a:xfrm>
        </p:grpSpPr>
        <p:sp>
          <p:nvSpPr>
            <p:cNvPr id="7" name="矩形 6"/>
            <p:cNvSpPr/>
            <p:nvPr/>
          </p:nvSpPr>
          <p:spPr>
            <a:xfrm>
              <a:off x="9169" y="6527"/>
              <a:ext cx="408" cy="40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 2050"/>
            <p:cNvSpPr/>
            <p:nvPr/>
          </p:nvSpPr>
          <p:spPr bwMode="auto">
            <a:xfrm>
              <a:off x="9217" y="6527"/>
              <a:ext cx="360" cy="384"/>
            </a:xfrm>
            <a:custGeom>
              <a:avLst/>
              <a:gdLst>
                <a:gd name="T0" fmla="*/ 1905000 w 1360"/>
                <a:gd name="T1" fmla="*/ 65651 h 1358"/>
                <a:gd name="T2" fmla="*/ 1703294 w 1360"/>
                <a:gd name="T3" fmla="*/ 205463 h 1358"/>
                <a:gd name="T4" fmla="*/ 1507191 w 1360"/>
                <a:gd name="T5" fmla="*/ 363512 h 1358"/>
                <a:gd name="T6" fmla="*/ 1318092 w 1360"/>
                <a:gd name="T7" fmla="*/ 538581 h 1358"/>
                <a:gd name="T8" fmla="*/ 1138798 w 1360"/>
                <a:gd name="T9" fmla="*/ 731887 h 1358"/>
                <a:gd name="T10" fmla="*/ 970710 w 1360"/>
                <a:gd name="T11" fmla="*/ 930055 h 1358"/>
                <a:gd name="T12" fmla="*/ 832037 w 1360"/>
                <a:gd name="T13" fmla="*/ 1130655 h 1358"/>
                <a:gd name="T14" fmla="*/ 715776 w 1360"/>
                <a:gd name="T15" fmla="*/ 1326392 h 1358"/>
                <a:gd name="T16" fmla="*/ 624728 w 1360"/>
                <a:gd name="T17" fmla="*/ 1520914 h 1358"/>
                <a:gd name="T18" fmla="*/ 525276 w 1360"/>
                <a:gd name="T19" fmla="*/ 1580486 h 1358"/>
                <a:gd name="T20" fmla="*/ 455239 w 1360"/>
                <a:gd name="T21" fmla="*/ 1627901 h 1358"/>
                <a:gd name="T22" fmla="*/ 417419 w 1360"/>
                <a:gd name="T23" fmla="*/ 1625469 h 1358"/>
                <a:gd name="T24" fmla="*/ 390805 w 1360"/>
                <a:gd name="T25" fmla="*/ 1551308 h 1358"/>
                <a:gd name="T26" fmla="*/ 336176 w 1360"/>
                <a:gd name="T27" fmla="*/ 1432163 h 1358"/>
                <a:gd name="T28" fmla="*/ 285750 w 1360"/>
                <a:gd name="T29" fmla="*/ 1322745 h 1358"/>
                <a:gd name="T30" fmla="*/ 239526 w 1360"/>
                <a:gd name="T31" fmla="*/ 1231563 h 1358"/>
                <a:gd name="T32" fmla="*/ 196103 w 1360"/>
                <a:gd name="T33" fmla="*/ 1158618 h 1358"/>
                <a:gd name="T34" fmla="*/ 155482 w 1360"/>
                <a:gd name="T35" fmla="*/ 1102693 h 1358"/>
                <a:gd name="T36" fmla="*/ 120463 w 1360"/>
                <a:gd name="T37" fmla="*/ 1061357 h 1358"/>
                <a:gd name="T38" fmla="*/ 81243 w 1360"/>
                <a:gd name="T39" fmla="*/ 1030963 h 1358"/>
                <a:gd name="T40" fmla="*/ 40621 w 1360"/>
                <a:gd name="T41" fmla="*/ 1011511 h 1358"/>
                <a:gd name="T42" fmla="*/ 0 w 1360"/>
                <a:gd name="T43" fmla="*/ 1003001 h 1358"/>
                <a:gd name="T44" fmla="*/ 53228 w 1360"/>
                <a:gd name="T45" fmla="*/ 960449 h 1358"/>
                <a:gd name="T46" fmla="*/ 107857 w 1360"/>
                <a:gd name="T47" fmla="*/ 930055 h 1358"/>
                <a:gd name="T48" fmla="*/ 152680 w 1360"/>
                <a:gd name="T49" fmla="*/ 914250 h 1358"/>
                <a:gd name="T50" fmla="*/ 198904 w 1360"/>
                <a:gd name="T51" fmla="*/ 906956 h 1358"/>
                <a:gd name="T52" fmla="*/ 257735 w 1360"/>
                <a:gd name="T53" fmla="*/ 925192 h 1358"/>
                <a:gd name="T54" fmla="*/ 323570 w 1360"/>
                <a:gd name="T55" fmla="*/ 979901 h 1358"/>
                <a:gd name="T56" fmla="*/ 388004 w 1360"/>
                <a:gd name="T57" fmla="*/ 1067436 h 1358"/>
                <a:gd name="T58" fmla="*/ 458040 w 1360"/>
                <a:gd name="T59" fmla="*/ 1191443 h 1358"/>
                <a:gd name="T60" fmla="*/ 572901 w 1360"/>
                <a:gd name="T61" fmla="*/ 1193875 h 1358"/>
                <a:gd name="T62" fmla="*/ 710173 w 1360"/>
                <a:gd name="T63" fmla="*/ 1000569 h 1358"/>
                <a:gd name="T64" fmla="*/ 861452 w 1360"/>
                <a:gd name="T65" fmla="*/ 813342 h 1358"/>
                <a:gd name="T66" fmla="*/ 1025338 w 1360"/>
                <a:gd name="T67" fmla="*/ 637057 h 1358"/>
                <a:gd name="T68" fmla="*/ 1203232 w 1360"/>
                <a:gd name="T69" fmla="*/ 468067 h 1358"/>
                <a:gd name="T70" fmla="*/ 1385327 w 1360"/>
                <a:gd name="T71" fmla="*/ 314881 h 1358"/>
                <a:gd name="T72" fmla="*/ 1574426 w 1360"/>
                <a:gd name="T73" fmla="*/ 175069 h 1358"/>
                <a:gd name="T74" fmla="*/ 1764926 w 1360"/>
                <a:gd name="T75" fmla="*/ 53493 h 135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60" h="1358">
                  <a:moveTo>
                    <a:pt x="1331" y="0"/>
                  </a:moveTo>
                  <a:lnTo>
                    <a:pt x="1360" y="54"/>
                  </a:lnTo>
                  <a:lnTo>
                    <a:pt x="1287" y="109"/>
                  </a:lnTo>
                  <a:lnTo>
                    <a:pt x="1216" y="169"/>
                  </a:lnTo>
                  <a:lnTo>
                    <a:pt x="1145" y="232"/>
                  </a:lnTo>
                  <a:lnTo>
                    <a:pt x="1076" y="299"/>
                  </a:lnTo>
                  <a:lnTo>
                    <a:pt x="1007" y="368"/>
                  </a:lnTo>
                  <a:lnTo>
                    <a:pt x="941" y="443"/>
                  </a:lnTo>
                  <a:lnTo>
                    <a:pt x="876" y="520"/>
                  </a:lnTo>
                  <a:lnTo>
                    <a:pt x="813" y="602"/>
                  </a:lnTo>
                  <a:lnTo>
                    <a:pt x="751" y="685"/>
                  </a:lnTo>
                  <a:lnTo>
                    <a:pt x="693" y="765"/>
                  </a:lnTo>
                  <a:lnTo>
                    <a:pt x="642" y="848"/>
                  </a:lnTo>
                  <a:lnTo>
                    <a:pt x="594" y="930"/>
                  </a:lnTo>
                  <a:lnTo>
                    <a:pt x="551" y="1011"/>
                  </a:lnTo>
                  <a:lnTo>
                    <a:pt x="511" y="1091"/>
                  </a:lnTo>
                  <a:lnTo>
                    <a:pt x="476" y="1172"/>
                  </a:lnTo>
                  <a:lnTo>
                    <a:pt x="446" y="1251"/>
                  </a:lnTo>
                  <a:lnTo>
                    <a:pt x="401" y="1281"/>
                  </a:lnTo>
                  <a:lnTo>
                    <a:pt x="375" y="1300"/>
                  </a:lnTo>
                  <a:lnTo>
                    <a:pt x="348" y="1320"/>
                  </a:lnTo>
                  <a:lnTo>
                    <a:pt x="325" y="1339"/>
                  </a:lnTo>
                  <a:lnTo>
                    <a:pt x="304" y="1358"/>
                  </a:lnTo>
                  <a:lnTo>
                    <a:pt x="298" y="1337"/>
                  </a:lnTo>
                  <a:lnTo>
                    <a:pt x="290" y="1310"/>
                  </a:lnTo>
                  <a:lnTo>
                    <a:pt x="279" y="1276"/>
                  </a:lnTo>
                  <a:lnTo>
                    <a:pt x="263" y="1237"/>
                  </a:lnTo>
                  <a:lnTo>
                    <a:pt x="240" y="1178"/>
                  </a:lnTo>
                  <a:lnTo>
                    <a:pt x="221" y="1132"/>
                  </a:lnTo>
                  <a:lnTo>
                    <a:pt x="204" y="1088"/>
                  </a:lnTo>
                  <a:lnTo>
                    <a:pt x="186" y="1049"/>
                  </a:lnTo>
                  <a:lnTo>
                    <a:pt x="171" y="1013"/>
                  </a:lnTo>
                  <a:lnTo>
                    <a:pt x="156" y="982"/>
                  </a:lnTo>
                  <a:lnTo>
                    <a:pt x="140" y="953"/>
                  </a:lnTo>
                  <a:lnTo>
                    <a:pt x="125" y="928"/>
                  </a:lnTo>
                  <a:lnTo>
                    <a:pt x="111" y="907"/>
                  </a:lnTo>
                  <a:lnTo>
                    <a:pt x="100" y="890"/>
                  </a:lnTo>
                  <a:lnTo>
                    <a:pt x="86" y="873"/>
                  </a:lnTo>
                  <a:lnTo>
                    <a:pt x="71" y="859"/>
                  </a:lnTo>
                  <a:lnTo>
                    <a:pt x="58" y="848"/>
                  </a:lnTo>
                  <a:lnTo>
                    <a:pt x="44" y="838"/>
                  </a:lnTo>
                  <a:lnTo>
                    <a:pt x="29" y="832"/>
                  </a:lnTo>
                  <a:lnTo>
                    <a:pt x="15" y="827"/>
                  </a:lnTo>
                  <a:lnTo>
                    <a:pt x="0" y="825"/>
                  </a:lnTo>
                  <a:lnTo>
                    <a:pt x="19" y="806"/>
                  </a:lnTo>
                  <a:lnTo>
                    <a:pt x="38" y="790"/>
                  </a:lnTo>
                  <a:lnTo>
                    <a:pt x="58" y="777"/>
                  </a:lnTo>
                  <a:lnTo>
                    <a:pt x="77" y="765"/>
                  </a:lnTo>
                  <a:lnTo>
                    <a:pt x="94" y="758"/>
                  </a:lnTo>
                  <a:lnTo>
                    <a:pt x="109" y="752"/>
                  </a:lnTo>
                  <a:lnTo>
                    <a:pt x="127" y="748"/>
                  </a:lnTo>
                  <a:lnTo>
                    <a:pt x="142" y="746"/>
                  </a:lnTo>
                  <a:lnTo>
                    <a:pt x="163" y="750"/>
                  </a:lnTo>
                  <a:lnTo>
                    <a:pt x="184" y="761"/>
                  </a:lnTo>
                  <a:lnTo>
                    <a:pt x="207" y="779"/>
                  </a:lnTo>
                  <a:lnTo>
                    <a:pt x="231" y="806"/>
                  </a:lnTo>
                  <a:lnTo>
                    <a:pt x="254" y="838"/>
                  </a:lnTo>
                  <a:lnTo>
                    <a:pt x="277" y="878"/>
                  </a:lnTo>
                  <a:lnTo>
                    <a:pt x="302" y="924"/>
                  </a:lnTo>
                  <a:lnTo>
                    <a:pt x="327" y="980"/>
                  </a:lnTo>
                  <a:lnTo>
                    <a:pt x="363" y="1063"/>
                  </a:lnTo>
                  <a:lnTo>
                    <a:pt x="409" y="982"/>
                  </a:lnTo>
                  <a:lnTo>
                    <a:pt x="457" y="901"/>
                  </a:lnTo>
                  <a:lnTo>
                    <a:pt x="507" y="823"/>
                  </a:lnTo>
                  <a:lnTo>
                    <a:pt x="561" y="744"/>
                  </a:lnTo>
                  <a:lnTo>
                    <a:pt x="615" y="669"/>
                  </a:lnTo>
                  <a:lnTo>
                    <a:pt x="672" y="596"/>
                  </a:lnTo>
                  <a:lnTo>
                    <a:pt x="732" y="524"/>
                  </a:lnTo>
                  <a:lnTo>
                    <a:pt x="795" y="453"/>
                  </a:lnTo>
                  <a:lnTo>
                    <a:pt x="859" y="385"/>
                  </a:lnTo>
                  <a:lnTo>
                    <a:pt x="924" y="320"/>
                  </a:lnTo>
                  <a:lnTo>
                    <a:pt x="989" y="259"/>
                  </a:lnTo>
                  <a:lnTo>
                    <a:pt x="1055" y="199"/>
                  </a:lnTo>
                  <a:lnTo>
                    <a:pt x="1124" y="144"/>
                  </a:lnTo>
                  <a:lnTo>
                    <a:pt x="1191" y="92"/>
                  </a:lnTo>
                  <a:lnTo>
                    <a:pt x="1260" y="44"/>
                  </a:lnTo>
                  <a:lnTo>
                    <a:pt x="1331"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grpSp>
      <p:sp>
        <p:nvSpPr>
          <p:cNvPr id="11" name="淘宝店chenying0907出品 43"/>
          <p:cNvSpPr/>
          <p:nvPr/>
        </p:nvSpPr>
        <p:spPr>
          <a:xfrm>
            <a:off x="6219190" y="4017645"/>
            <a:ext cx="4734560" cy="822960"/>
          </a:xfrm>
          <a:prstGeom prst="rect">
            <a:avLst/>
          </a:prstGeom>
        </p:spPr>
        <p:txBody>
          <a:bodyPr wrap="square">
            <a:spAutoFit/>
          </a:bodyPr>
          <a:lstStyle/>
          <a:p>
            <a:pPr algn="just">
              <a:lnSpc>
                <a:spcPct val="120000"/>
              </a:lnSpc>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grpSp>
        <p:nvGrpSpPr>
          <p:cNvPr id="12" name="组合 11"/>
          <p:cNvGrpSpPr/>
          <p:nvPr/>
        </p:nvGrpSpPr>
        <p:grpSpPr>
          <a:xfrm>
            <a:off x="5822315" y="4998085"/>
            <a:ext cx="259080" cy="259080"/>
            <a:chOff x="9169" y="6527"/>
            <a:chExt cx="408" cy="408"/>
          </a:xfrm>
        </p:grpSpPr>
        <p:sp>
          <p:nvSpPr>
            <p:cNvPr id="13" name="矩形 12"/>
            <p:cNvSpPr/>
            <p:nvPr/>
          </p:nvSpPr>
          <p:spPr>
            <a:xfrm>
              <a:off x="9169" y="6527"/>
              <a:ext cx="408" cy="40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 2050"/>
            <p:cNvSpPr/>
            <p:nvPr/>
          </p:nvSpPr>
          <p:spPr bwMode="auto">
            <a:xfrm>
              <a:off x="9217" y="6527"/>
              <a:ext cx="360" cy="384"/>
            </a:xfrm>
            <a:custGeom>
              <a:avLst/>
              <a:gdLst>
                <a:gd name="T0" fmla="*/ 1905000 w 1360"/>
                <a:gd name="T1" fmla="*/ 65651 h 1358"/>
                <a:gd name="T2" fmla="*/ 1703294 w 1360"/>
                <a:gd name="T3" fmla="*/ 205463 h 1358"/>
                <a:gd name="T4" fmla="*/ 1507191 w 1360"/>
                <a:gd name="T5" fmla="*/ 363512 h 1358"/>
                <a:gd name="T6" fmla="*/ 1318092 w 1360"/>
                <a:gd name="T7" fmla="*/ 538581 h 1358"/>
                <a:gd name="T8" fmla="*/ 1138798 w 1360"/>
                <a:gd name="T9" fmla="*/ 731887 h 1358"/>
                <a:gd name="T10" fmla="*/ 970710 w 1360"/>
                <a:gd name="T11" fmla="*/ 930055 h 1358"/>
                <a:gd name="T12" fmla="*/ 832037 w 1360"/>
                <a:gd name="T13" fmla="*/ 1130655 h 1358"/>
                <a:gd name="T14" fmla="*/ 715776 w 1360"/>
                <a:gd name="T15" fmla="*/ 1326392 h 1358"/>
                <a:gd name="T16" fmla="*/ 624728 w 1360"/>
                <a:gd name="T17" fmla="*/ 1520914 h 1358"/>
                <a:gd name="T18" fmla="*/ 525276 w 1360"/>
                <a:gd name="T19" fmla="*/ 1580486 h 1358"/>
                <a:gd name="T20" fmla="*/ 455239 w 1360"/>
                <a:gd name="T21" fmla="*/ 1627901 h 1358"/>
                <a:gd name="T22" fmla="*/ 417419 w 1360"/>
                <a:gd name="T23" fmla="*/ 1625469 h 1358"/>
                <a:gd name="T24" fmla="*/ 390805 w 1360"/>
                <a:gd name="T25" fmla="*/ 1551308 h 1358"/>
                <a:gd name="T26" fmla="*/ 336176 w 1360"/>
                <a:gd name="T27" fmla="*/ 1432163 h 1358"/>
                <a:gd name="T28" fmla="*/ 285750 w 1360"/>
                <a:gd name="T29" fmla="*/ 1322745 h 1358"/>
                <a:gd name="T30" fmla="*/ 239526 w 1360"/>
                <a:gd name="T31" fmla="*/ 1231563 h 1358"/>
                <a:gd name="T32" fmla="*/ 196103 w 1360"/>
                <a:gd name="T33" fmla="*/ 1158618 h 1358"/>
                <a:gd name="T34" fmla="*/ 155482 w 1360"/>
                <a:gd name="T35" fmla="*/ 1102693 h 1358"/>
                <a:gd name="T36" fmla="*/ 120463 w 1360"/>
                <a:gd name="T37" fmla="*/ 1061357 h 1358"/>
                <a:gd name="T38" fmla="*/ 81243 w 1360"/>
                <a:gd name="T39" fmla="*/ 1030963 h 1358"/>
                <a:gd name="T40" fmla="*/ 40621 w 1360"/>
                <a:gd name="T41" fmla="*/ 1011511 h 1358"/>
                <a:gd name="T42" fmla="*/ 0 w 1360"/>
                <a:gd name="T43" fmla="*/ 1003001 h 1358"/>
                <a:gd name="T44" fmla="*/ 53228 w 1360"/>
                <a:gd name="T45" fmla="*/ 960449 h 1358"/>
                <a:gd name="T46" fmla="*/ 107857 w 1360"/>
                <a:gd name="T47" fmla="*/ 930055 h 1358"/>
                <a:gd name="T48" fmla="*/ 152680 w 1360"/>
                <a:gd name="T49" fmla="*/ 914250 h 1358"/>
                <a:gd name="T50" fmla="*/ 198904 w 1360"/>
                <a:gd name="T51" fmla="*/ 906956 h 1358"/>
                <a:gd name="T52" fmla="*/ 257735 w 1360"/>
                <a:gd name="T53" fmla="*/ 925192 h 1358"/>
                <a:gd name="T54" fmla="*/ 323570 w 1360"/>
                <a:gd name="T55" fmla="*/ 979901 h 1358"/>
                <a:gd name="T56" fmla="*/ 388004 w 1360"/>
                <a:gd name="T57" fmla="*/ 1067436 h 1358"/>
                <a:gd name="T58" fmla="*/ 458040 w 1360"/>
                <a:gd name="T59" fmla="*/ 1191443 h 1358"/>
                <a:gd name="T60" fmla="*/ 572901 w 1360"/>
                <a:gd name="T61" fmla="*/ 1193875 h 1358"/>
                <a:gd name="T62" fmla="*/ 710173 w 1360"/>
                <a:gd name="T63" fmla="*/ 1000569 h 1358"/>
                <a:gd name="T64" fmla="*/ 861452 w 1360"/>
                <a:gd name="T65" fmla="*/ 813342 h 1358"/>
                <a:gd name="T66" fmla="*/ 1025338 w 1360"/>
                <a:gd name="T67" fmla="*/ 637057 h 1358"/>
                <a:gd name="T68" fmla="*/ 1203232 w 1360"/>
                <a:gd name="T69" fmla="*/ 468067 h 1358"/>
                <a:gd name="T70" fmla="*/ 1385327 w 1360"/>
                <a:gd name="T71" fmla="*/ 314881 h 1358"/>
                <a:gd name="T72" fmla="*/ 1574426 w 1360"/>
                <a:gd name="T73" fmla="*/ 175069 h 1358"/>
                <a:gd name="T74" fmla="*/ 1764926 w 1360"/>
                <a:gd name="T75" fmla="*/ 53493 h 135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60" h="1358">
                  <a:moveTo>
                    <a:pt x="1331" y="0"/>
                  </a:moveTo>
                  <a:lnTo>
                    <a:pt x="1360" y="54"/>
                  </a:lnTo>
                  <a:lnTo>
                    <a:pt x="1287" y="109"/>
                  </a:lnTo>
                  <a:lnTo>
                    <a:pt x="1216" y="169"/>
                  </a:lnTo>
                  <a:lnTo>
                    <a:pt x="1145" y="232"/>
                  </a:lnTo>
                  <a:lnTo>
                    <a:pt x="1076" y="299"/>
                  </a:lnTo>
                  <a:lnTo>
                    <a:pt x="1007" y="368"/>
                  </a:lnTo>
                  <a:lnTo>
                    <a:pt x="941" y="443"/>
                  </a:lnTo>
                  <a:lnTo>
                    <a:pt x="876" y="520"/>
                  </a:lnTo>
                  <a:lnTo>
                    <a:pt x="813" y="602"/>
                  </a:lnTo>
                  <a:lnTo>
                    <a:pt x="751" y="685"/>
                  </a:lnTo>
                  <a:lnTo>
                    <a:pt x="693" y="765"/>
                  </a:lnTo>
                  <a:lnTo>
                    <a:pt x="642" y="848"/>
                  </a:lnTo>
                  <a:lnTo>
                    <a:pt x="594" y="930"/>
                  </a:lnTo>
                  <a:lnTo>
                    <a:pt x="551" y="1011"/>
                  </a:lnTo>
                  <a:lnTo>
                    <a:pt x="511" y="1091"/>
                  </a:lnTo>
                  <a:lnTo>
                    <a:pt x="476" y="1172"/>
                  </a:lnTo>
                  <a:lnTo>
                    <a:pt x="446" y="1251"/>
                  </a:lnTo>
                  <a:lnTo>
                    <a:pt x="401" y="1281"/>
                  </a:lnTo>
                  <a:lnTo>
                    <a:pt x="375" y="1300"/>
                  </a:lnTo>
                  <a:lnTo>
                    <a:pt x="348" y="1320"/>
                  </a:lnTo>
                  <a:lnTo>
                    <a:pt x="325" y="1339"/>
                  </a:lnTo>
                  <a:lnTo>
                    <a:pt x="304" y="1358"/>
                  </a:lnTo>
                  <a:lnTo>
                    <a:pt x="298" y="1337"/>
                  </a:lnTo>
                  <a:lnTo>
                    <a:pt x="290" y="1310"/>
                  </a:lnTo>
                  <a:lnTo>
                    <a:pt x="279" y="1276"/>
                  </a:lnTo>
                  <a:lnTo>
                    <a:pt x="263" y="1237"/>
                  </a:lnTo>
                  <a:lnTo>
                    <a:pt x="240" y="1178"/>
                  </a:lnTo>
                  <a:lnTo>
                    <a:pt x="221" y="1132"/>
                  </a:lnTo>
                  <a:lnTo>
                    <a:pt x="204" y="1088"/>
                  </a:lnTo>
                  <a:lnTo>
                    <a:pt x="186" y="1049"/>
                  </a:lnTo>
                  <a:lnTo>
                    <a:pt x="171" y="1013"/>
                  </a:lnTo>
                  <a:lnTo>
                    <a:pt x="156" y="982"/>
                  </a:lnTo>
                  <a:lnTo>
                    <a:pt x="140" y="953"/>
                  </a:lnTo>
                  <a:lnTo>
                    <a:pt x="125" y="928"/>
                  </a:lnTo>
                  <a:lnTo>
                    <a:pt x="111" y="907"/>
                  </a:lnTo>
                  <a:lnTo>
                    <a:pt x="100" y="890"/>
                  </a:lnTo>
                  <a:lnTo>
                    <a:pt x="86" y="873"/>
                  </a:lnTo>
                  <a:lnTo>
                    <a:pt x="71" y="859"/>
                  </a:lnTo>
                  <a:lnTo>
                    <a:pt x="58" y="848"/>
                  </a:lnTo>
                  <a:lnTo>
                    <a:pt x="44" y="838"/>
                  </a:lnTo>
                  <a:lnTo>
                    <a:pt x="29" y="832"/>
                  </a:lnTo>
                  <a:lnTo>
                    <a:pt x="15" y="827"/>
                  </a:lnTo>
                  <a:lnTo>
                    <a:pt x="0" y="825"/>
                  </a:lnTo>
                  <a:lnTo>
                    <a:pt x="19" y="806"/>
                  </a:lnTo>
                  <a:lnTo>
                    <a:pt x="38" y="790"/>
                  </a:lnTo>
                  <a:lnTo>
                    <a:pt x="58" y="777"/>
                  </a:lnTo>
                  <a:lnTo>
                    <a:pt x="77" y="765"/>
                  </a:lnTo>
                  <a:lnTo>
                    <a:pt x="94" y="758"/>
                  </a:lnTo>
                  <a:lnTo>
                    <a:pt x="109" y="752"/>
                  </a:lnTo>
                  <a:lnTo>
                    <a:pt x="127" y="748"/>
                  </a:lnTo>
                  <a:lnTo>
                    <a:pt x="142" y="746"/>
                  </a:lnTo>
                  <a:lnTo>
                    <a:pt x="163" y="750"/>
                  </a:lnTo>
                  <a:lnTo>
                    <a:pt x="184" y="761"/>
                  </a:lnTo>
                  <a:lnTo>
                    <a:pt x="207" y="779"/>
                  </a:lnTo>
                  <a:lnTo>
                    <a:pt x="231" y="806"/>
                  </a:lnTo>
                  <a:lnTo>
                    <a:pt x="254" y="838"/>
                  </a:lnTo>
                  <a:lnTo>
                    <a:pt x="277" y="878"/>
                  </a:lnTo>
                  <a:lnTo>
                    <a:pt x="302" y="924"/>
                  </a:lnTo>
                  <a:lnTo>
                    <a:pt x="327" y="980"/>
                  </a:lnTo>
                  <a:lnTo>
                    <a:pt x="363" y="1063"/>
                  </a:lnTo>
                  <a:lnTo>
                    <a:pt x="409" y="982"/>
                  </a:lnTo>
                  <a:lnTo>
                    <a:pt x="457" y="901"/>
                  </a:lnTo>
                  <a:lnTo>
                    <a:pt x="507" y="823"/>
                  </a:lnTo>
                  <a:lnTo>
                    <a:pt x="561" y="744"/>
                  </a:lnTo>
                  <a:lnTo>
                    <a:pt x="615" y="669"/>
                  </a:lnTo>
                  <a:lnTo>
                    <a:pt x="672" y="596"/>
                  </a:lnTo>
                  <a:lnTo>
                    <a:pt x="732" y="524"/>
                  </a:lnTo>
                  <a:lnTo>
                    <a:pt x="795" y="453"/>
                  </a:lnTo>
                  <a:lnTo>
                    <a:pt x="859" y="385"/>
                  </a:lnTo>
                  <a:lnTo>
                    <a:pt x="924" y="320"/>
                  </a:lnTo>
                  <a:lnTo>
                    <a:pt x="989" y="259"/>
                  </a:lnTo>
                  <a:lnTo>
                    <a:pt x="1055" y="199"/>
                  </a:lnTo>
                  <a:lnTo>
                    <a:pt x="1124" y="144"/>
                  </a:lnTo>
                  <a:lnTo>
                    <a:pt x="1191" y="92"/>
                  </a:lnTo>
                  <a:lnTo>
                    <a:pt x="1260" y="44"/>
                  </a:lnTo>
                  <a:lnTo>
                    <a:pt x="1331"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grpSp>
      <p:sp>
        <p:nvSpPr>
          <p:cNvPr id="15" name="淘宝店chenying0907出品 43"/>
          <p:cNvSpPr/>
          <p:nvPr/>
        </p:nvSpPr>
        <p:spPr>
          <a:xfrm>
            <a:off x="6219190" y="4998085"/>
            <a:ext cx="4734560" cy="822960"/>
          </a:xfrm>
          <a:prstGeom prst="rect">
            <a:avLst/>
          </a:prstGeom>
        </p:spPr>
        <p:txBody>
          <a:bodyPr wrap="square">
            <a:spAutoFit/>
          </a:bodyPr>
          <a:lstStyle/>
          <a:p>
            <a:pPr algn="just">
              <a:lnSpc>
                <a:spcPct val="120000"/>
              </a:lnSpc>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spTree>
    <p:extLst>
      <p:ext uri="{BB962C8B-B14F-4D97-AF65-F5344CB8AC3E}">
        <p14:creationId xmlns:p14="http://schemas.microsoft.com/office/powerpoint/2010/main" val="4151990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bd24218a68ba4b70c817e5e6e508ee7e"/>
          <p:cNvPicPr>
            <a:picLocks noChangeAspect="1"/>
          </p:cNvPicPr>
          <p:nvPr/>
        </p:nvPicPr>
        <p:blipFill>
          <a:blip r:embed="rId3">
            <a:lum bright="-100000" contrast="-72000"/>
          </a:blip>
          <a:stretch>
            <a:fillRect/>
          </a:stretch>
        </p:blipFill>
        <p:spPr>
          <a:xfrm rot="2760000" flipH="1">
            <a:off x="546100" y="-3275330"/>
            <a:ext cx="5967730" cy="7909560"/>
          </a:xfrm>
          <a:prstGeom prst="rect">
            <a:avLst/>
          </a:prstGeom>
        </p:spPr>
      </p:pic>
      <p:pic>
        <p:nvPicPr>
          <p:cNvPr id="15" name="图片 14" descr="bd24218a68ba4b70c817e5e6e508ee7e"/>
          <p:cNvPicPr>
            <a:picLocks noChangeAspect="1"/>
          </p:cNvPicPr>
          <p:nvPr/>
        </p:nvPicPr>
        <p:blipFill>
          <a:blip r:embed="rId3">
            <a:lum bright="-100000" contrast="-72000"/>
          </a:blip>
          <a:stretch>
            <a:fillRect/>
          </a:stretch>
        </p:blipFill>
        <p:spPr>
          <a:xfrm rot="18840000" flipH="1" flipV="1">
            <a:off x="-1573530" y="2793365"/>
            <a:ext cx="5967730" cy="7909560"/>
          </a:xfrm>
          <a:prstGeom prst="rect">
            <a:avLst/>
          </a:prstGeom>
        </p:spPr>
      </p:pic>
      <p:sp>
        <p:nvSpPr>
          <p:cNvPr id="16" name="矩形 15"/>
          <p:cNvSpPr/>
          <p:nvPr/>
        </p:nvSpPr>
        <p:spPr>
          <a:xfrm>
            <a:off x="8048625" y="2012315"/>
            <a:ext cx="1899285" cy="189928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69875" tIns="136525" rIns="269875" bIns="136525" rtlCol="0" anchor="ctr" anchorCtr="1"/>
          <a:lstStyle/>
          <a:p>
            <a:pPr algn="ctr"/>
            <a:r>
              <a:rPr lang="en-US" altLang="zh-CN" sz="11500">
                <a:solidFill>
                  <a:schemeClr val="tx1"/>
                </a:solidFill>
                <a:latin typeface="方正细圆简体" panose="02010601030101010101" charset="-122"/>
                <a:ea typeface="方正细圆简体" panose="02010601030101010101" charset="-122"/>
              </a:rPr>
              <a:t>3</a:t>
            </a:r>
          </a:p>
        </p:txBody>
      </p:sp>
      <p:grpSp>
        <p:nvGrpSpPr>
          <p:cNvPr id="17" name="组合 16"/>
          <p:cNvGrpSpPr/>
          <p:nvPr/>
        </p:nvGrpSpPr>
        <p:grpSpPr>
          <a:xfrm>
            <a:off x="6351270" y="4180840"/>
            <a:ext cx="5260340" cy="631190"/>
            <a:chOff x="4877" y="6605"/>
            <a:chExt cx="8284" cy="994"/>
          </a:xfrm>
        </p:grpSpPr>
        <p:cxnSp>
          <p:nvCxnSpPr>
            <p:cNvPr id="18" name="直接连接符 17"/>
            <p:cNvCxnSpPr/>
            <p:nvPr/>
          </p:nvCxnSpPr>
          <p:spPr bwMode="auto">
            <a:xfrm flipH="1">
              <a:off x="8759" y="6605"/>
              <a:ext cx="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37"/>
            <p:cNvSpPr>
              <a:spLocks noChangeArrowheads="1"/>
            </p:cNvSpPr>
            <p:nvPr/>
          </p:nvSpPr>
          <p:spPr bwMode="auto">
            <a:xfrm>
              <a:off x="4877" y="6735"/>
              <a:ext cx="828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1000" dirty="0">
                  <a:solidFill>
                    <a:schemeClr val="tx1">
                      <a:lumMod val="50000"/>
                      <a:lumOff val="50000"/>
                    </a:schemeClr>
                  </a:solidFill>
                  <a:latin typeface="+mn-lt"/>
                  <a:cs typeface="Arial" panose="020B0604020202020204" pitchFamily="34" charset="0"/>
                </a:rPr>
                <a:t>I long to alleviate this evil, but I cannot, and I too suffer. This has been my life. I have found it worth living, and would gladly live it again if the chance were offered me.</a:t>
              </a:r>
            </a:p>
          </p:txBody>
        </p:sp>
      </p:grpSp>
    </p:spTree>
    <p:extLst>
      <p:ext uri="{BB962C8B-B14F-4D97-AF65-F5344CB8AC3E}">
        <p14:creationId xmlns:p14="http://schemas.microsoft.com/office/powerpoint/2010/main" val="3746247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sp>
        <p:nvSpPr>
          <p:cNvPr id="7" name="Oval 145"/>
          <p:cNvSpPr/>
          <p:nvPr/>
        </p:nvSpPr>
        <p:spPr>
          <a:xfrm>
            <a:off x="5419090" y="1798320"/>
            <a:ext cx="1323975" cy="1323975"/>
          </a:xfrm>
          <a:prstGeom prst="ellipse">
            <a:avLst/>
          </a:prstGeom>
          <a:noFill/>
          <a:ln>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 name="Oval 150"/>
          <p:cNvSpPr/>
          <p:nvPr/>
        </p:nvSpPr>
        <p:spPr>
          <a:xfrm>
            <a:off x="1216660" y="3995420"/>
            <a:ext cx="930275" cy="930275"/>
          </a:xfrm>
          <a:prstGeom prst="ellipse">
            <a:avLst/>
          </a:prstGeom>
          <a:noFill/>
          <a:ln w="15875">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ru-RU" sz="24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9" name="Oval 151"/>
          <p:cNvSpPr/>
          <p:nvPr/>
        </p:nvSpPr>
        <p:spPr>
          <a:xfrm>
            <a:off x="2977515" y="3995420"/>
            <a:ext cx="930275" cy="930275"/>
          </a:xfrm>
          <a:prstGeom prst="ellipse">
            <a:avLst/>
          </a:prstGeom>
          <a:noFill/>
          <a:ln w="15875">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ru-RU" sz="24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1" name="Oval 152"/>
          <p:cNvSpPr/>
          <p:nvPr/>
        </p:nvSpPr>
        <p:spPr>
          <a:xfrm>
            <a:off x="4736465" y="3995420"/>
            <a:ext cx="930275" cy="930275"/>
          </a:xfrm>
          <a:prstGeom prst="ellipse">
            <a:avLst/>
          </a:prstGeom>
          <a:noFill/>
          <a:ln w="15875">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ru-RU" sz="24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2" name="Oval 153"/>
          <p:cNvSpPr/>
          <p:nvPr/>
        </p:nvSpPr>
        <p:spPr>
          <a:xfrm>
            <a:off x="6495415" y="3995420"/>
            <a:ext cx="930275" cy="930275"/>
          </a:xfrm>
          <a:prstGeom prst="ellipse">
            <a:avLst/>
          </a:prstGeom>
          <a:noFill/>
          <a:ln w="15875">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ru-RU" sz="24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4" name="Oval 154"/>
          <p:cNvSpPr/>
          <p:nvPr/>
        </p:nvSpPr>
        <p:spPr>
          <a:xfrm>
            <a:off x="8254365" y="3995420"/>
            <a:ext cx="930275" cy="930275"/>
          </a:xfrm>
          <a:prstGeom prst="ellipse">
            <a:avLst/>
          </a:prstGeom>
          <a:noFill/>
          <a:ln w="15875">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ru-RU" sz="24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5" name="Oval 155"/>
          <p:cNvSpPr/>
          <p:nvPr/>
        </p:nvSpPr>
        <p:spPr>
          <a:xfrm>
            <a:off x="10014585" y="3995420"/>
            <a:ext cx="930275" cy="930275"/>
          </a:xfrm>
          <a:prstGeom prst="ellipse">
            <a:avLst/>
          </a:prstGeom>
          <a:noFill/>
          <a:ln w="15875">
            <a:solidFill>
              <a:schemeClr val="tx1"/>
            </a:solidFill>
          </a:ln>
          <a:extLst>
            <a:ext uri="{909E8E84-426E-40DD-AFC4-6F175D3DCCD1}">
              <a14:hiddenFill xmlns:a14="http://schemas.microsoft.com/office/drawing/2010/main">
                <a:solidFill>
                  <a:srgbClr val="115D9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ru-RU" sz="24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cxnSp>
        <p:nvCxnSpPr>
          <p:cNvPr id="17" name="Straight Connector 171"/>
          <p:cNvCxnSpPr>
            <a:stCxn id="6" idx="0"/>
          </p:cNvCxnSpPr>
          <p:nvPr/>
        </p:nvCxnSpPr>
        <p:spPr>
          <a:xfrm flipV="1">
            <a:off x="1682115" y="2480945"/>
            <a:ext cx="0" cy="1514475"/>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2"/>
          <p:cNvCxnSpPr>
            <a:stCxn id="7" idx="2"/>
          </p:cNvCxnSpPr>
          <p:nvPr/>
        </p:nvCxnSpPr>
        <p:spPr>
          <a:xfrm flipH="1">
            <a:off x="1682115" y="2460625"/>
            <a:ext cx="3736975" cy="20955"/>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73"/>
          <p:cNvCxnSpPr/>
          <p:nvPr/>
        </p:nvCxnSpPr>
        <p:spPr>
          <a:xfrm flipH="1" flipV="1">
            <a:off x="10478135" y="2480945"/>
            <a:ext cx="0" cy="1514475"/>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74"/>
          <p:cNvCxnSpPr/>
          <p:nvPr/>
        </p:nvCxnSpPr>
        <p:spPr>
          <a:xfrm>
            <a:off x="6741160" y="2460625"/>
            <a:ext cx="3736975" cy="20955"/>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1519" name="组合 18"/>
          <p:cNvGrpSpPr/>
          <p:nvPr/>
        </p:nvGrpSpPr>
        <p:grpSpPr>
          <a:xfrm>
            <a:off x="5785485" y="2139950"/>
            <a:ext cx="631825" cy="631825"/>
            <a:chOff x="5800903" y="2027221"/>
            <a:chExt cx="632013" cy="632013"/>
          </a:xfrm>
          <a:noFill/>
        </p:grpSpPr>
        <p:sp>
          <p:nvSpPr>
            <p:cNvPr id="22" name="Teardrop 190"/>
            <p:cNvSpPr/>
            <p:nvPr/>
          </p:nvSpPr>
          <p:spPr>
            <a:xfrm>
              <a:off x="5800903" y="2408334"/>
              <a:ext cx="250900" cy="250900"/>
            </a:xfrm>
            <a:prstGeom prst="teardrop">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3" name="Teardrop 191"/>
            <p:cNvSpPr/>
            <p:nvPr/>
          </p:nvSpPr>
          <p:spPr>
            <a:xfrm rot="10800000">
              <a:off x="6051803" y="2027221"/>
              <a:ext cx="381113" cy="381113"/>
            </a:xfrm>
            <a:prstGeom prst="teardrop">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4" name="Teardrop 194"/>
            <p:cNvSpPr/>
            <p:nvPr/>
          </p:nvSpPr>
          <p:spPr>
            <a:xfrm rot="5400000">
              <a:off x="5866804" y="2224924"/>
              <a:ext cx="131802" cy="133390"/>
            </a:xfrm>
            <a:prstGeom prst="teardrop">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1520" name="组合 22"/>
          <p:cNvGrpSpPr/>
          <p:nvPr/>
        </p:nvGrpSpPr>
        <p:grpSpPr>
          <a:xfrm>
            <a:off x="1448435" y="4255770"/>
            <a:ext cx="415925" cy="417830"/>
            <a:chOff x="3514117" y="1106568"/>
            <a:chExt cx="415925" cy="417512"/>
          </a:xfrm>
        </p:grpSpPr>
        <p:sp>
          <p:nvSpPr>
            <p:cNvPr id="26" name="Freeform 83"/>
            <p:cNvSpPr/>
            <p:nvPr/>
          </p:nvSpPr>
          <p:spPr bwMode="auto">
            <a:xfrm>
              <a:off x="3712555" y="1106568"/>
              <a:ext cx="217487" cy="219074"/>
            </a:xfrm>
            <a:custGeom>
              <a:avLst/>
              <a:gdLst>
                <a:gd name="T0" fmla="*/ 96 w 97"/>
                <a:gd name="T1" fmla="*/ 48 h 97"/>
                <a:gd name="T2" fmla="*/ 49 w 97"/>
                <a:gd name="T3" fmla="*/ 97 h 97"/>
                <a:gd name="T4" fmla="*/ 0 w 97"/>
                <a:gd name="T5" fmla="*/ 50 h 97"/>
                <a:gd name="T6" fmla="*/ 47 w 97"/>
                <a:gd name="T7" fmla="*/ 1 h 97"/>
                <a:gd name="T8" fmla="*/ 96 w 97"/>
                <a:gd name="T9" fmla="*/ 48 h 97"/>
              </a:gdLst>
              <a:ahLst/>
              <a:cxnLst>
                <a:cxn ang="0">
                  <a:pos x="T0" y="T1"/>
                </a:cxn>
                <a:cxn ang="0">
                  <a:pos x="T2" y="T3"/>
                </a:cxn>
                <a:cxn ang="0">
                  <a:pos x="T4" y="T5"/>
                </a:cxn>
                <a:cxn ang="0">
                  <a:pos x="T6" y="T7"/>
                </a:cxn>
                <a:cxn ang="0">
                  <a:pos x="T8" y="T9"/>
                </a:cxn>
              </a:cxnLst>
              <a:rect l="0" t="0" r="r" b="b"/>
              <a:pathLst>
                <a:path w="97" h="97">
                  <a:moveTo>
                    <a:pt x="96" y="48"/>
                  </a:moveTo>
                  <a:cubicBezTo>
                    <a:pt x="97" y="74"/>
                    <a:pt x="76" y="96"/>
                    <a:pt x="49" y="97"/>
                  </a:cubicBezTo>
                  <a:cubicBezTo>
                    <a:pt x="23" y="97"/>
                    <a:pt x="1" y="76"/>
                    <a:pt x="0" y="50"/>
                  </a:cubicBezTo>
                  <a:cubicBezTo>
                    <a:pt x="0" y="23"/>
                    <a:pt x="21" y="1"/>
                    <a:pt x="47" y="1"/>
                  </a:cubicBezTo>
                  <a:cubicBezTo>
                    <a:pt x="74" y="0"/>
                    <a:pt x="96" y="21"/>
                    <a:pt x="96" y="48"/>
                  </a:cubicBezTo>
                  <a:close/>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Line 84"/>
            <p:cNvSpPr>
              <a:spLocks noChangeShapeType="1"/>
            </p:cNvSpPr>
            <p:nvPr/>
          </p:nvSpPr>
          <p:spPr bwMode="auto">
            <a:xfrm>
              <a:off x="3749067" y="1217693"/>
              <a:ext cx="71438"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8" name="Line 85"/>
            <p:cNvSpPr>
              <a:spLocks noChangeShapeType="1"/>
            </p:cNvSpPr>
            <p:nvPr/>
          </p:nvSpPr>
          <p:spPr bwMode="auto">
            <a:xfrm>
              <a:off x="3820505" y="1146256"/>
              <a:ext cx="0" cy="71437"/>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9" name="Freeform 86"/>
            <p:cNvSpPr/>
            <p:nvPr/>
          </p:nvSpPr>
          <p:spPr bwMode="auto">
            <a:xfrm>
              <a:off x="3514117" y="1109743"/>
              <a:ext cx="414338" cy="414337"/>
            </a:xfrm>
            <a:custGeom>
              <a:avLst/>
              <a:gdLst>
                <a:gd name="T0" fmla="*/ 118 w 184"/>
                <a:gd name="T1" fmla="*/ 3 h 184"/>
                <a:gd name="T2" fmla="*/ 92 w 184"/>
                <a:gd name="T3" fmla="*/ 0 h 184"/>
                <a:gd name="T4" fmla="*/ 0 w 184"/>
                <a:gd name="T5" fmla="*/ 92 h 184"/>
                <a:gd name="T6" fmla="*/ 92 w 184"/>
                <a:gd name="T7" fmla="*/ 184 h 184"/>
                <a:gd name="T8" fmla="*/ 184 w 184"/>
                <a:gd name="T9" fmla="*/ 92 h 184"/>
                <a:gd name="T10" fmla="*/ 181 w 184"/>
                <a:gd name="T11" fmla="*/ 66 h 184"/>
              </a:gdLst>
              <a:ahLst/>
              <a:cxnLst>
                <a:cxn ang="0">
                  <a:pos x="T0" y="T1"/>
                </a:cxn>
                <a:cxn ang="0">
                  <a:pos x="T2" y="T3"/>
                </a:cxn>
                <a:cxn ang="0">
                  <a:pos x="T4" y="T5"/>
                </a:cxn>
                <a:cxn ang="0">
                  <a:pos x="T6" y="T7"/>
                </a:cxn>
                <a:cxn ang="0">
                  <a:pos x="T8" y="T9"/>
                </a:cxn>
                <a:cxn ang="0">
                  <a:pos x="T10" y="T11"/>
                </a:cxn>
              </a:cxnLst>
              <a:rect l="0" t="0" r="r" b="b"/>
              <a:pathLst>
                <a:path w="184" h="184">
                  <a:moveTo>
                    <a:pt x="118" y="3"/>
                  </a:moveTo>
                  <a:cubicBezTo>
                    <a:pt x="110" y="1"/>
                    <a:pt x="101" y="0"/>
                    <a:pt x="92" y="0"/>
                  </a:cubicBezTo>
                  <a:cubicBezTo>
                    <a:pt x="41" y="0"/>
                    <a:pt x="0" y="41"/>
                    <a:pt x="0" y="92"/>
                  </a:cubicBezTo>
                  <a:cubicBezTo>
                    <a:pt x="0" y="143"/>
                    <a:pt x="41" y="184"/>
                    <a:pt x="92" y="184"/>
                  </a:cubicBezTo>
                  <a:cubicBezTo>
                    <a:pt x="143" y="184"/>
                    <a:pt x="184" y="143"/>
                    <a:pt x="184" y="92"/>
                  </a:cubicBezTo>
                  <a:cubicBezTo>
                    <a:pt x="184" y="83"/>
                    <a:pt x="183" y="74"/>
                    <a:pt x="181" y="66"/>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0" name="Freeform 87"/>
            <p:cNvSpPr/>
            <p:nvPr/>
          </p:nvSpPr>
          <p:spPr bwMode="auto">
            <a:xfrm>
              <a:off x="3577617" y="1163718"/>
              <a:ext cx="142875" cy="195263"/>
            </a:xfrm>
            <a:custGeom>
              <a:avLst/>
              <a:gdLst>
                <a:gd name="T0" fmla="*/ 63 w 64"/>
                <a:gd name="T1" fmla="*/ 8 h 87"/>
                <a:gd name="T2" fmla="*/ 43 w 64"/>
                <a:gd name="T3" fmla="*/ 3 h 87"/>
                <a:gd name="T4" fmla="*/ 6 w 64"/>
                <a:gd name="T5" fmla="*/ 14 h 87"/>
                <a:gd name="T6" fmla="*/ 8 w 64"/>
                <a:gd name="T7" fmla="*/ 33 h 87"/>
                <a:gd name="T8" fmla="*/ 29 w 64"/>
                <a:gd name="T9" fmla="*/ 74 h 87"/>
                <a:gd name="T10" fmla="*/ 57 w 64"/>
                <a:gd name="T11" fmla="*/ 85 h 87"/>
                <a:gd name="T12" fmla="*/ 54 w 64"/>
                <a:gd name="T13" fmla="*/ 81 h 87"/>
                <a:gd name="T14" fmla="*/ 48 w 64"/>
                <a:gd name="T15" fmla="*/ 76 h 87"/>
                <a:gd name="T16" fmla="*/ 45 w 64"/>
                <a:gd name="T17" fmla="*/ 67 h 87"/>
                <a:gd name="T18" fmla="*/ 36 w 64"/>
                <a:gd name="T19" fmla="*/ 64 h 87"/>
                <a:gd name="T20" fmla="*/ 45 w 64"/>
                <a:gd name="T21" fmla="*/ 52 h 87"/>
                <a:gd name="T22" fmla="*/ 64 w 64"/>
                <a:gd name="T23"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87">
                  <a:moveTo>
                    <a:pt x="63" y="8"/>
                  </a:moveTo>
                  <a:cubicBezTo>
                    <a:pt x="56" y="5"/>
                    <a:pt x="48" y="4"/>
                    <a:pt x="43" y="3"/>
                  </a:cubicBezTo>
                  <a:cubicBezTo>
                    <a:pt x="25" y="0"/>
                    <a:pt x="0" y="7"/>
                    <a:pt x="6" y="14"/>
                  </a:cubicBezTo>
                  <a:cubicBezTo>
                    <a:pt x="12" y="20"/>
                    <a:pt x="9" y="30"/>
                    <a:pt x="8" y="33"/>
                  </a:cubicBezTo>
                  <a:cubicBezTo>
                    <a:pt x="4" y="44"/>
                    <a:pt x="7" y="61"/>
                    <a:pt x="29" y="74"/>
                  </a:cubicBezTo>
                  <a:cubicBezTo>
                    <a:pt x="51" y="86"/>
                    <a:pt x="55" y="83"/>
                    <a:pt x="57" y="85"/>
                  </a:cubicBezTo>
                  <a:cubicBezTo>
                    <a:pt x="59" y="87"/>
                    <a:pt x="53" y="87"/>
                    <a:pt x="54" y="81"/>
                  </a:cubicBezTo>
                  <a:cubicBezTo>
                    <a:pt x="55" y="75"/>
                    <a:pt x="51" y="76"/>
                    <a:pt x="48" y="76"/>
                  </a:cubicBezTo>
                  <a:cubicBezTo>
                    <a:pt x="45" y="76"/>
                    <a:pt x="44" y="70"/>
                    <a:pt x="45" y="67"/>
                  </a:cubicBezTo>
                  <a:cubicBezTo>
                    <a:pt x="46" y="63"/>
                    <a:pt x="41" y="71"/>
                    <a:pt x="36" y="64"/>
                  </a:cubicBezTo>
                  <a:cubicBezTo>
                    <a:pt x="32" y="56"/>
                    <a:pt x="39" y="50"/>
                    <a:pt x="45" y="52"/>
                  </a:cubicBezTo>
                  <a:cubicBezTo>
                    <a:pt x="57" y="56"/>
                    <a:pt x="59" y="49"/>
                    <a:pt x="64" y="42"/>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1" name="Freeform 88"/>
            <p:cNvSpPr/>
            <p:nvPr/>
          </p:nvSpPr>
          <p:spPr bwMode="auto">
            <a:xfrm>
              <a:off x="3691917" y="1314531"/>
              <a:ext cx="163513" cy="190500"/>
            </a:xfrm>
            <a:custGeom>
              <a:avLst/>
              <a:gdLst>
                <a:gd name="T0" fmla="*/ 12 w 73"/>
                <a:gd name="T1" fmla="*/ 32 h 85"/>
                <a:gd name="T2" fmla="*/ 12 w 73"/>
                <a:gd name="T3" fmla="*/ 45 h 85"/>
                <a:gd name="T4" fmla="*/ 25 w 73"/>
                <a:gd name="T5" fmla="*/ 58 h 85"/>
                <a:gd name="T6" fmla="*/ 19 w 73"/>
                <a:gd name="T7" fmla="*/ 80 h 85"/>
                <a:gd name="T8" fmla="*/ 45 w 73"/>
                <a:gd name="T9" fmla="*/ 66 h 85"/>
                <a:gd name="T10" fmla="*/ 66 w 73"/>
                <a:gd name="T11" fmla="*/ 37 h 85"/>
                <a:gd name="T12" fmla="*/ 54 w 73"/>
                <a:gd name="T13" fmla="*/ 24 h 85"/>
                <a:gd name="T14" fmla="*/ 24 w 73"/>
                <a:gd name="T15" fmla="*/ 11 h 85"/>
                <a:gd name="T16" fmla="*/ 12 w 73"/>
                <a:gd name="T17" fmla="*/ 3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85">
                  <a:moveTo>
                    <a:pt x="12" y="32"/>
                  </a:moveTo>
                  <a:cubicBezTo>
                    <a:pt x="10" y="43"/>
                    <a:pt x="0" y="34"/>
                    <a:pt x="12" y="45"/>
                  </a:cubicBezTo>
                  <a:cubicBezTo>
                    <a:pt x="23" y="56"/>
                    <a:pt x="26" y="33"/>
                    <a:pt x="25" y="58"/>
                  </a:cubicBezTo>
                  <a:cubicBezTo>
                    <a:pt x="23" y="83"/>
                    <a:pt x="2" y="85"/>
                    <a:pt x="19" y="80"/>
                  </a:cubicBezTo>
                  <a:cubicBezTo>
                    <a:pt x="36" y="74"/>
                    <a:pt x="33" y="79"/>
                    <a:pt x="45" y="66"/>
                  </a:cubicBezTo>
                  <a:cubicBezTo>
                    <a:pt x="58" y="54"/>
                    <a:pt x="60" y="47"/>
                    <a:pt x="66" y="37"/>
                  </a:cubicBezTo>
                  <a:cubicBezTo>
                    <a:pt x="73" y="27"/>
                    <a:pt x="62" y="31"/>
                    <a:pt x="54" y="24"/>
                  </a:cubicBezTo>
                  <a:cubicBezTo>
                    <a:pt x="47" y="17"/>
                    <a:pt x="34" y="0"/>
                    <a:pt x="24" y="11"/>
                  </a:cubicBezTo>
                  <a:cubicBezTo>
                    <a:pt x="14" y="21"/>
                    <a:pt x="12" y="32"/>
                    <a:pt x="12" y="32"/>
                  </a:cubicBezTo>
                  <a:close/>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2" name="Freeform 89"/>
            <p:cNvSpPr/>
            <p:nvPr/>
          </p:nvSpPr>
          <p:spPr bwMode="auto">
            <a:xfrm>
              <a:off x="3874480" y="1289131"/>
              <a:ext cx="47625" cy="96837"/>
            </a:xfrm>
            <a:custGeom>
              <a:avLst/>
              <a:gdLst>
                <a:gd name="T0" fmla="*/ 13 w 21"/>
                <a:gd name="T1" fmla="*/ 0 h 43"/>
                <a:gd name="T2" fmla="*/ 12 w 21"/>
                <a:gd name="T3" fmla="*/ 5 h 43"/>
                <a:gd name="T4" fmla="*/ 10 w 21"/>
                <a:gd name="T5" fmla="*/ 35 h 43"/>
                <a:gd name="T6" fmla="*/ 21 w 21"/>
                <a:gd name="T7" fmla="*/ 37 h 43"/>
              </a:gdLst>
              <a:ahLst/>
              <a:cxnLst>
                <a:cxn ang="0">
                  <a:pos x="T0" y="T1"/>
                </a:cxn>
                <a:cxn ang="0">
                  <a:pos x="T2" y="T3"/>
                </a:cxn>
                <a:cxn ang="0">
                  <a:pos x="T4" y="T5"/>
                </a:cxn>
                <a:cxn ang="0">
                  <a:pos x="T6" y="T7"/>
                </a:cxn>
              </a:cxnLst>
              <a:rect l="0" t="0" r="r" b="b"/>
              <a:pathLst>
                <a:path w="21" h="43">
                  <a:moveTo>
                    <a:pt x="13" y="0"/>
                  </a:moveTo>
                  <a:cubicBezTo>
                    <a:pt x="14" y="2"/>
                    <a:pt x="13" y="2"/>
                    <a:pt x="12" y="5"/>
                  </a:cubicBezTo>
                  <a:cubicBezTo>
                    <a:pt x="8" y="14"/>
                    <a:pt x="0" y="27"/>
                    <a:pt x="10" y="35"/>
                  </a:cubicBezTo>
                  <a:cubicBezTo>
                    <a:pt x="19" y="43"/>
                    <a:pt x="21" y="37"/>
                    <a:pt x="21" y="37"/>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1521" name="组合 30"/>
          <p:cNvGrpSpPr/>
          <p:nvPr/>
        </p:nvGrpSpPr>
        <p:grpSpPr>
          <a:xfrm>
            <a:off x="3232785" y="4236720"/>
            <a:ext cx="419100" cy="382905"/>
            <a:chOff x="4582505" y="1136730"/>
            <a:chExt cx="419100" cy="382588"/>
          </a:xfrm>
        </p:grpSpPr>
        <p:sp>
          <p:nvSpPr>
            <p:cNvPr id="34" name="Freeform 204"/>
            <p:cNvSpPr/>
            <p:nvPr/>
          </p:nvSpPr>
          <p:spPr bwMode="auto">
            <a:xfrm>
              <a:off x="4582505" y="1354218"/>
              <a:ext cx="419100" cy="165100"/>
            </a:xfrm>
            <a:custGeom>
              <a:avLst/>
              <a:gdLst>
                <a:gd name="T0" fmla="*/ 0 w 184"/>
                <a:gd name="T1" fmla="*/ 0 h 72"/>
                <a:gd name="T2" fmla="*/ 184 w 184"/>
                <a:gd name="T3" fmla="*/ 0 h 72"/>
                <a:gd name="T4" fmla="*/ 184 w 184"/>
                <a:gd name="T5" fmla="*/ 56 h 72"/>
                <a:gd name="T6" fmla="*/ 168 w 184"/>
                <a:gd name="T7" fmla="*/ 72 h 72"/>
                <a:gd name="T8" fmla="*/ 16 w 184"/>
                <a:gd name="T9" fmla="*/ 72 h 72"/>
                <a:gd name="T10" fmla="*/ 0 w 184"/>
                <a:gd name="T11" fmla="*/ 56 h 72"/>
                <a:gd name="T12" fmla="*/ 0 w 184"/>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184" h="72">
                  <a:moveTo>
                    <a:pt x="0" y="0"/>
                  </a:moveTo>
                  <a:cubicBezTo>
                    <a:pt x="184" y="0"/>
                    <a:pt x="184" y="0"/>
                    <a:pt x="184" y="0"/>
                  </a:cubicBezTo>
                  <a:cubicBezTo>
                    <a:pt x="184" y="56"/>
                    <a:pt x="184" y="56"/>
                    <a:pt x="184" y="56"/>
                  </a:cubicBezTo>
                  <a:cubicBezTo>
                    <a:pt x="184" y="65"/>
                    <a:pt x="177" y="72"/>
                    <a:pt x="168" y="72"/>
                  </a:cubicBezTo>
                  <a:cubicBezTo>
                    <a:pt x="16" y="72"/>
                    <a:pt x="16" y="72"/>
                    <a:pt x="16" y="72"/>
                  </a:cubicBezTo>
                  <a:cubicBezTo>
                    <a:pt x="7" y="72"/>
                    <a:pt x="0" y="65"/>
                    <a:pt x="0" y="56"/>
                  </a:cubicBezTo>
                  <a:lnTo>
                    <a:pt x="0" y="0"/>
                  </a:lnTo>
                  <a:close/>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5" name="Freeform 205"/>
            <p:cNvSpPr/>
            <p:nvPr/>
          </p:nvSpPr>
          <p:spPr bwMode="auto">
            <a:xfrm>
              <a:off x="4582505" y="1209755"/>
              <a:ext cx="419100" cy="144463"/>
            </a:xfrm>
            <a:custGeom>
              <a:avLst/>
              <a:gdLst>
                <a:gd name="T0" fmla="*/ 0 w 436"/>
                <a:gd name="T1" fmla="*/ 151 h 151"/>
                <a:gd name="T2" fmla="*/ 0 w 436"/>
                <a:gd name="T3" fmla="*/ 0 h 151"/>
                <a:gd name="T4" fmla="*/ 436 w 436"/>
                <a:gd name="T5" fmla="*/ 0 h 151"/>
                <a:gd name="T6" fmla="*/ 436 w 436"/>
                <a:gd name="T7" fmla="*/ 151 h 151"/>
              </a:gdLst>
              <a:ahLst/>
              <a:cxnLst>
                <a:cxn ang="0">
                  <a:pos x="T0" y="T1"/>
                </a:cxn>
                <a:cxn ang="0">
                  <a:pos x="T2" y="T3"/>
                </a:cxn>
                <a:cxn ang="0">
                  <a:pos x="T4" y="T5"/>
                </a:cxn>
                <a:cxn ang="0">
                  <a:pos x="T6" y="T7"/>
                </a:cxn>
              </a:cxnLst>
              <a:rect l="0" t="0" r="r" b="b"/>
              <a:pathLst>
                <a:path w="436" h="151">
                  <a:moveTo>
                    <a:pt x="0" y="151"/>
                  </a:moveTo>
                  <a:lnTo>
                    <a:pt x="0" y="0"/>
                  </a:lnTo>
                  <a:lnTo>
                    <a:pt x="436" y="0"/>
                  </a:lnTo>
                  <a:lnTo>
                    <a:pt x="436" y="151"/>
                  </a:ln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6" name="Freeform 206"/>
            <p:cNvSpPr/>
            <p:nvPr/>
          </p:nvSpPr>
          <p:spPr bwMode="auto">
            <a:xfrm>
              <a:off x="4672993" y="1154193"/>
              <a:ext cx="73025" cy="55562"/>
            </a:xfrm>
            <a:custGeom>
              <a:avLst/>
              <a:gdLst>
                <a:gd name="T0" fmla="*/ 32 w 32"/>
                <a:gd name="T1" fmla="*/ 0 h 24"/>
                <a:gd name="T2" fmla="*/ 24 w 32"/>
                <a:gd name="T3" fmla="*/ 0 h 24"/>
                <a:gd name="T4" fmla="*/ 16 w 32"/>
                <a:gd name="T5" fmla="*/ 8 h 24"/>
                <a:gd name="T6" fmla="*/ 16 w 32"/>
                <a:gd name="T7" fmla="*/ 16 h 24"/>
                <a:gd name="T8" fmla="*/ 0 w 32"/>
                <a:gd name="T9" fmla="*/ 16 h 24"/>
                <a:gd name="T10" fmla="*/ 0 w 32"/>
                <a:gd name="T11" fmla="*/ 24 h 24"/>
              </a:gdLst>
              <a:ahLst/>
              <a:cxnLst>
                <a:cxn ang="0">
                  <a:pos x="T0" y="T1"/>
                </a:cxn>
                <a:cxn ang="0">
                  <a:pos x="T2" y="T3"/>
                </a:cxn>
                <a:cxn ang="0">
                  <a:pos x="T4" y="T5"/>
                </a:cxn>
                <a:cxn ang="0">
                  <a:pos x="T6" y="T7"/>
                </a:cxn>
                <a:cxn ang="0">
                  <a:pos x="T8" y="T9"/>
                </a:cxn>
                <a:cxn ang="0">
                  <a:pos x="T10" y="T11"/>
                </a:cxn>
              </a:cxnLst>
              <a:rect l="0" t="0" r="r" b="b"/>
              <a:pathLst>
                <a:path w="32" h="24">
                  <a:moveTo>
                    <a:pt x="32" y="0"/>
                  </a:moveTo>
                  <a:cubicBezTo>
                    <a:pt x="24" y="0"/>
                    <a:pt x="24" y="0"/>
                    <a:pt x="24" y="0"/>
                  </a:cubicBezTo>
                  <a:cubicBezTo>
                    <a:pt x="20" y="0"/>
                    <a:pt x="16" y="3"/>
                    <a:pt x="16" y="8"/>
                  </a:cubicBezTo>
                  <a:cubicBezTo>
                    <a:pt x="16" y="16"/>
                    <a:pt x="16" y="16"/>
                    <a:pt x="16" y="16"/>
                  </a:cubicBezTo>
                  <a:cubicBezTo>
                    <a:pt x="0" y="16"/>
                    <a:pt x="0" y="16"/>
                    <a:pt x="0" y="16"/>
                  </a:cubicBezTo>
                  <a:cubicBezTo>
                    <a:pt x="0" y="24"/>
                    <a:pt x="0" y="24"/>
                    <a:pt x="0" y="24"/>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7" name="Rectangle 207"/>
            <p:cNvSpPr>
              <a:spLocks noChangeArrowheads="1"/>
            </p:cNvSpPr>
            <p:nvPr/>
          </p:nvSpPr>
          <p:spPr bwMode="auto">
            <a:xfrm>
              <a:off x="4746018" y="1136730"/>
              <a:ext cx="90487" cy="36513"/>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8" name="Freeform 208"/>
            <p:cNvSpPr/>
            <p:nvPr/>
          </p:nvSpPr>
          <p:spPr bwMode="auto">
            <a:xfrm>
              <a:off x="4836505" y="1154193"/>
              <a:ext cx="73025" cy="55562"/>
            </a:xfrm>
            <a:custGeom>
              <a:avLst/>
              <a:gdLst>
                <a:gd name="T0" fmla="*/ 0 w 32"/>
                <a:gd name="T1" fmla="*/ 0 h 24"/>
                <a:gd name="T2" fmla="*/ 8 w 32"/>
                <a:gd name="T3" fmla="*/ 0 h 24"/>
                <a:gd name="T4" fmla="*/ 16 w 32"/>
                <a:gd name="T5" fmla="*/ 8 h 24"/>
                <a:gd name="T6" fmla="*/ 16 w 32"/>
                <a:gd name="T7" fmla="*/ 16 h 24"/>
                <a:gd name="T8" fmla="*/ 32 w 32"/>
                <a:gd name="T9" fmla="*/ 16 h 24"/>
                <a:gd name="T10" fmla="*/ 32 w 32"/>
                <a:gd name="T11" fmla="*/ 24 h 24"/>
              </a:gdLst>
              <a:ahLst/>
              <a:cxnLst>
                <a:cxn ang="0">
                  <a:pos x="T0" y="T1"/>
                </a:cxn>
                <a:cxn ang="0">
                  <a:pos x="T2" y="T3"/>
                </a:cxn>
                <a:cxn ang="0">
                  <a:pos x="T4" y="T5"/>
                </a:cxn>
                <a:cxn ang="0">
                  <a:pos x="T6" y="T7"/>
                </a:cxn>
                <a:cxn ang="0">
                  <a:pos x="T8" y="T9"/>
                </a:cxn>
                <a:cxn ang="0">
                  <a:pos x="T10" y="T11"/>
                </a:cxn>
              </a:cxnLst>
              <a:rect l="0" t="0" r="r" b="b"/>
              <a:pathLst>
                <a:path w="32" h="24">
                  <a:moveTo>
                    <a:pt x="0" y="0"/>
                  </a:moveTo>
                  <a:cubicBezTo>
                    <a:pt x="8" y="0"/>
                    <a:pt x="8" y="0"/>
                    <a:pt x="8" y="0"/>
                  </a:cubicBezTo>
                  <a:cubicBezTo>
                    <a:pt x="13" y="0"/>
                    <a:pt x="16" y="3"/>
                    <a:pt x="16" y="8"/>
                  </a:cubicBezTo>
                  <a:cubicBezTo>
                    <a:pt x="16" y="16"/>
                    <a:pt x="16" y="16"/>
                    <a:pt x="16" y="16"/>
                  </a:cubicBezTo>
                  <a:cubicBezTo>
                    <a:pt x="32" y="16"/>
                    <a:pt x="32" y="16"/>
                    <a:pt x="32" y="16"/>
                  </a:cubicBezTo>
                  <a:cubicBezTo>
                    <a:pt x="32" y="24"/>
                    <a:pt x="32" y="24"/>
                    <a:pt x="32" y="24"/>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9" name="Rectangle 209"/>
            <p:cNvSpPr>
              <a:spLocks noChangeArrowheads="1"/>
            </p:cNvSpPr>
            <p:nvPr/>
          </p:nvSpPr>
          <p:spPr bwMode="auto">
            <a:xfrm>
              <a:off x="4672993" y="1317705"/>
              <a:ext cx="55562" cy="92075"/>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0" name="Rectangle 210"/>
            <p:cNvSpPr>
              <a:spLocks noChangeArrowheads="1"/>
            </p:cNvSpPr>
            <p:nvPr/>
          </p:nvSpPr>
          <p:spPr bwMode="auto">
            <a:xfrm>
              <a:off x="4855555" y="1317705"/>
              <a:ext cx="53975" cy="92075"/>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1522" name="组合 38"/>
          <p:cNvGrpSpPr/>
          <p:nvPr/>
        </p:nvGrpSpPr>
        <p:grpSpPr>
          <a:xfrm>
            <a:off x="5001260" y="4306570"/>
            <a:ext cx="419100" cy="309880"/>
            <a:chOff x="5657242" y="1173243"/>
            <a:chExt cx="419100" cy="309562"/>
          </a:xfrm>
        </p:grpSpPr>
        <p:sp>
          <p:nvSpPr>
            <p:cNvPr id="42" name="Rectangle 218"/>
            <p:cNvSpPr>
              <a:spLocks noChangeArrowheads="1"/>
            </p:cNvSpPr>
            <p:nvPr/>
          </p:nvSpPr>
          <p:spPr bwMode="auto">
            <a:xfrm>
              <a:off x="5657242" y="1173243"/>
              <a:ext cx="419100" cy="309562"/>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3" name="Line 219"/>
            <p:cNvSpPr>
              <a:spLocks noChangeShapeType="1"/>
            </p:cNvSpPr>
            <p:nvPr/>
          </p:nvSpPr>
          <p:spPr bwMode="auto">
            <a:xfrm flipV="1">
              <a:off x="5711217" y="1227218"/>
              <a:ext cx="0" cy="200024"/>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4" name="Line 220"/>
            <p:cNvSpPr>
              <a:spLocks noChangeShapeType="1"/>
            </p:cNvSpPr>
            <p:nvPr/>
          </p:nvSpPr>
          <p:spPr bwMode="auto">
            <a:xfrm flipV="1">
              <a:off x="5747730" y="1227218"/>
              <a:ext cx="0" cy="163512"/>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5" name="Line 221"/>
            <p:cNvSpPr>
              <a:spLocks noChangeShapeType="1"/>
            </p:cNvSpPr>
            <p:nvPr/>
          </p:nvSpPr>
          <p:spPr bwMode="auto">
            <a:xfrm flipV="1">
              <a:off x="5803292" y="1227218"/>
              <a:ext cx="0" cy="163512"/>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6" name="Line 222"/>
            <p:cNvSpPr>
              <a:spLocks noChangeShapeType="1"/>
            </p:cNvSpPr>
            <p:nvPr/>
          </p:nvSpPr>
          <p:spPr bwMode="auto">
            <a:xfrm flipV="1">
              <a:off x="5839805" y="1227218"/>
              <a:ext cx="0" cy="163512"/>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7" name="Line 223"/>
            <p:cNvSpPr>
              <a:spLocks noChangeShapeType="1"/>
            </p:cNvSpPr>
            <p:nvPr/>
          </p:nvSpPr>
          <p:spPr bwMode="auto">
            <a:xfrm flipV="1">
              <a:off x="5874730" y="1227218"/>
              <a:ext cx="0" cy="163512"/>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8" name="Line 224"/>
            <p:cNvSpPr>
              <a:spLocks noChangeShapeType="1"/>
            </p:cNvSpPr>
            <p:nvPr/>
          </p:nvSpPr>
          <p:spPr bwMode="auto">
            <a:xfrm flipV="1">
              <a:off x="5930292" y="1227218"/>
              <a:ext cx="0" cy="163512"/>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49" name="Line 225"/>
            <p:cNvSpPr>
              <a:spLocks noChangeShapeType="1"/>
            </p:cNvSpPr>
            <p:nvPr/>
          </p:nvSpPr>
          <p:spPr bwMode="auto">
            <a:xfrm flipV="1">
              <a:off x="5966805" y="1227218"/>
              <a:ext cx="0" cy="163512"/>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0" name="Line 226"/>
            <p:cNvSpPr>
              <a:spLocks noChangeShapeType="1"/>
            </p:cNvSpPr>
            <p:nvPr/>
          </p:nvSpPr>
          <p:spPr bwMode="auto">
            <a:xfrm>
              <a:off x="5747730" y="1427242"/>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1" name="Line 227"/>
            <p:cNvSpPr>
              <a:spLocks noChangeShapeType="1"/>
            </p:cNvSpPr>
            <p:nvPr/>
          </p:nvSpPr>
          <p:spPr bwMode="auto">
            <a:xfrm>
              <a:off x="5803292" y="1427242"/>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2" name="Line 228"/>
            <p:cNvSpPr>
              <a:spLocks noChangeShapeType="1"/>
            </p:cNvSpPr>
            <p:nvPr/>
          </p:nvSpPr>
          <p:spPr bwMode="auto">
            <a:xfrm>
              <a:off x="5839805" y="1427242"/>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3" name="Line 229"/>
            <p:cNvSpPr>
              <a:spLocks noChangeShapeType="1"/>
            </p:cNvSpPr>
            <p:nvPr/>
          </p:nvSpPr>
          <p:spPr bwMode="auto">
            <a:xfrm>
              <a:off x="5874730" y="1427242"/>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4" name="Line 230"/>
            <p:cNvSpPr>
              <a:spLocks noChangeShapeType="1"/>
            </p:cNvSpPr>
            <p:nvPr/>
          </p:nvSpPr>
          <p:spPr bwMode="auto">
            <a:xfrm>
              <a:off x="5930292" y="1427242"/>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5" name="Line 231"/>
            <p:cNvSpPr>
              <a:spLocks noChangeShapeType="1"/>
            </p:cNvSpPr>
            <p:nvPr/>
          </p:nvSpPr>
          <p:spPr bwMode="auto">
            <a:xfrm>
              <a:off x="5966805" y="1427242"/>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6" name="Line 232"/>
            <p:cNvSpPr>
              <a:spLocks noChangeShapeType="1"/>
            </p:cNvSpPr>
            <p:nvPr/>
          </p:nvSpPr>
          <p:spPr bwMode="auto">
            <a:xfrm flipV="1">
              <a:off x="6020780" y="1227218"/>
              <a:ext cx="0" cy="200024"/>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1523" name="组合 54"/>
          <p:cNvGrpSpPr/>
          <p:nvPr/>
        </p:nvGrpSpPr>
        <p:grpSpPr>
          <a:xfrm>
            <a:off x="6771640" y="4233545"/>
            <a:ext cx="420370" cy="419100"/>
            <a:chOff x="6730392" y="1117680"/>
            <a:chExt cx="420688" cy="419100"/>
          </a:xfrm>
        </p:grpSpPr>
        <p:sp>
          <p:nvSpPr>
            <p:cNvPr id="58" name="Oval 233"/>
            <p:cNvSpPr>
              <a:spLocks noChangeArrowheads="1"/>
            </p:cNvSpPr>
            <p:nvPr/>
          </p:nvSpPr>
          <p:spPr bwMode="auto">
            <a:xfrm>
              <a:off x="6878029" y="1354218"/>
              <a:ext cx="127000" cy="128587"/>
            </a:xfrm>
            <a:prstGeom prst="ellipse">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59" name="Freeform 234"/>
            <p:cNvSpPr/>
            <p:nvPr/>
          </p:nvSpPr>
          <p:spPr bwMode="auto">
            <a:xfrm>
              <a:off x="6878029" y="1227218"/>
              <a:ext cx="127000" cy="63500"/>
            </a:xfrm>
            <a:custGeom>
              <a:avLst/>
              <a:gdLst>
                <a:gd name="T0" fmla="*/ 0 w 56"/>
                <a:gd name="T1" fmla="*/ 28 h 28"/>
                <a:gd name="T2" fmla="*/ 28 w 56"/>
                <a:gd name="T3" fmla="*/ 0 h 28"/>
                <a:gd name="T4" fmla="*/ 56 w 56"/>
                <a:gd name="T5" fmla="*/ 28 h 28"/>
              </a:gdLst>
              <a:ahLst/>
              <a:cxnLst>
                <a:cxn ang="0">
                  <a:pos x="T0" y="T1"/>
                </a:cxn>
                <a:cxn ang="0">
                  <a:pos x="T2" y="T3"/>
                </a:cxn>
                <a:cxn ang="0">
                  <a:pos x="T4" y="T5"/>
                </a:cxn>
              </a:cxnLst>
              <a:rect l="0" t="0" r="r" b="b"/>
              <a:pathLst>
                <a:path w="56" h="28">
                  <a:moveTo>
                    <a:pt x="0" y="28"/>
                  </a:moveTo>
                  <a:cubicBezTo>
                    <a:pt x="0" y="12"/>
                    <a:pt x="13" y="0"/>
                    <a:pt x="28" y="0"/>
                  </a:cubicBezTo>
                  <a:cubicBezTo>
                    <a:pt x="44" y="0"/>
                    <a:pt x="56" y="12"/>
                    <a:pt x="56" y="28"/>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0" name="Rectangle 235"/>
            <p:cNvSpPr>
              <a:spLocks noChangeArrowheads="1"/>
            </p:cNvSpPr>
            <p:nvPr/>
          </p:nvSpPr>
          <p:spPr bwMode="auto">
            <a:xfrm>
              <a:off x="6749442" y="1300243"/>
              <a:ext cx="382588" cy="236537"/>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1" name="Freeform 236"/>
            <p:cNvSpPr/>
            <p:nvPr/>
          </p:nvSpPr>
          <p:spPr bwMode="auto">
            <a:xfrm>
              <a:off x="6749442" y="1300243"/>
              <a:ext cx="55562" cy="53975"/>
            </a:xfrm>
            <a:custGeom>
              <a:avLst/>
              <a:gdLst>
                <a:gd name="T0" fmla="*/ 24 w 24"/>
                <a:gd name="T1" fmla="*/ 0 h 24"/>
                <a:gd name="T2" fmla="*/ 0 w 24"/>
                <a:gd name="T3" fmla="*/ 24 h 24"/>
              </a:gdLst>
              <a:ahLst/>
              <a:cxnLst>
                <a:cxn ang="0">
                  <a:pos x="T0" y="T1"/>
                </a:cxn>
                <a:cxn ang="0">
                  <a:pos x="T2" y="T3"/>
                </a:cxn>
              </a:cxnLst>
              <a:rect l="0" t="0" r="r" b="b"/>
              <a:pathLst>
                <a:path w="24" h="24">
                  <a:moveTo>
                    <a:pt x="24" y="0"/>
                  </a:moveTo>
                  <a:cubicBezTo>
                    <a:pt x="24" y="13"/>
                    <a:pt x="13" y="24"/>
                    <a:pt x="0" y="24"/>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2" name="Freeform 237"/>
            <p:cNvSpPr/>
            <p:nvPr/>
          </p:nvSpPr>
          <p:spPr bwMode="auto">
            <a:xfrm>
              <a:off x="7074880" y="1300243"/>
              <a:ext cx="55563" cy="53975"/>
            </a:xfrm>
            <a:custGeom>
              <a:avLst/>
              <a:gdLst>
                <a:gd name="T0" fmla="*/ 24 w 24"/>
                <a:gd name="T1" fmla="*/ 24 h 24"/>
                <a:gd name="T2" fmla="*/ 0 w 24"/>
                <a:gd name="T3" fmla="*/ 0 h 24"/>
              </a:gdLst>
              <a:ahLst/>
              <a:cxnLst>
                <a:cxn ang="0">
                  <a:pos x="T0" y="T1"/>
                </a:cxn>
                <a:cxn ang="0">
                  <a:pos x="T2" y="T3"/>
                </a:cxn>
              </a:cxnLst>
              <a:rect l="0" t="0" r="r" b="b"/>
              <a:pathLst>
                <a:path w="24" h="24">
                  <a:moveTo>
                    <a:pt x="24" y="24"/>
                  </a:moveTo>
                  <a:cubicBezTo>
                    <a:pt x="11" y="24"/>
                    <a:pt x="0" y="13"/>
                    <a:pt x="0" y="0"/>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3" name="Freeform 238"/>
            <p:cNvSpPr/>
            <p:nvPr/>
          </p:nvSpPr>
          <p:spPr bwMode="auto">
            <a:xfrm>
              <a:off x="7078055" y="1482805"/>
              <a:ext cx="53975" cy="53975"/>
            </a:xfrm>
            <a:custGeom>
              <a:avLst/>
              <a:gdLst>
                <a:gd name="T0" fmla="*/ 0 w 24"/>
                <a:gd name="T1" fmla="*/ 24 h 24"/>
                <a:gd name="T2" fmla="*/ 24 w 24"/>
                <a:gd name="T3" fmla="*/ 0 h 24"/>
              </a:gdLst>
              <a:ahLst/>
              <a:cxnLst>
                <a:cxn ang="0">
                  <a:pos x="T0" y="T1"/>
                </a:cxn>
                <a:cxn ang="0">
                  <a:pos x="T2" y="T3"/>
                </a:cxn>
              </a:cxnLst>
              <a:rect l="0" t="0" r="r" b="b"/>
              <a:pathLst>
                <a:path w="24" h="24">
                  <a:moveTo>
                    <a:pt x="0" y="24"/>
                  </a:moveTo>
                  <a:cubicBezTo>
                    <a:pt x="0" y="11"/>
                    <a:pt x="11" y="0"/>
                    <a:pt x="24" y="0"/>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4" name="Freeform 239"/>
            <p:cNvSpPr/>
            <p:nvPr/>
          </p:nvSpPr>
          <p:spPr bwMode="auto">
            <a:xfrm>
              <a:off x="6749442" y="1482805"/>
              <a:ext cx="55562" cy="53975"/>
            </a:xfrm>
            <a:custGeom>
              <a:avLst/>
              <a:gdLst>
                <a:gd name="T0" fmla="*/ 0 w 24"/>
                <a:gd name="T1" fmla="*/ 0 h 24"/>
                <a:gd name="T2" fmla="*/ 24 w 24"/>
                <a:gd name="T3" fmla="*/ 24 h 24"/>
              </a:gdLst>
              <a:ahLst/>
              <a:cxnLst>
                <a:cxn ang="0">
                  <a:pos x="T0" y="T1"/>
                </a:cxn>
                <a:cxn ang="0">
                  <a:pos x="T2" y="T3"/>
                </a:cxn>
              </a:cxnLst>
              <a:rect l="0" t="0" r="r" b="b"/>
              <a:pathLst>
                <a:path w="24" h="24">
                  <a:moveTo>
                    <a:pt x="0" y="0"/>
                  </a:moveTo>
                  <a:cubicBezTo>
                    <a:pt x="13" y="0"/>
                    <a:pt x="24" y="11"/>
                    <a:pt x="24" y="24"/>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5" name="Freeform 240"/>
            <p:cNvSpPr/>
            <p:nvPr/>
          </p:nvSpPr>
          <p:spPr bwMode="auto">
            <a:xfrm>
              <a:off x="6730392" y="1117680"/>
              <a:ext cx="420688" cy="246063"/>
            </a:xfrm>
            <a:custGeom>
              <a:avLst/>
              <a:gdLst>
                <a:gd name="T0" fmla="*/ 19 w 436"/>
                <a:gd name="T1" fmla="*/ 189 h 256"/>
                <a:gd name="T2" fmla="*/ 0 w 436"/>
                <a:gd name="T3" fmla="*/ 73 h 256"/>
                <a:gd name="T4" fmla="*/ 393 w 436"/>
                <a:gd name="T5" fmla="*/ 0 h 256"/>
                <a:gd name="T6" fmla="*/ 436 w 436"/>
                <a:gd name="T7" fmla="*/ 249 h 256"/>
                <a:gd name="T8" fmla="*/ 417 w 436"/>
                <a:gd name="T9" fmla="*/ 256 h 256"/>
              </a:gdLst>
              <a:ahLst/>
              <a:cxnLst>
                <a:cxn ang="0">
                  <a:pos x="T0" y="T1"/>
                </a:cxn>
                <a:cxn ang="0">
                  <a:pos x="T2" y="T3"/>
                </a:cxn>
                <a:cxn ang="0">
                  <a:pos x="T4" y="T5"/>
                </a:cxn>
                <a:cxn ang="0">
                  <a:pos x="T6" y="T7"/>
                </a:cxn>
                <a:cxn ang="0">
                  <a:pos x="T8" y="T9"/>
                </a:cxn>
              </a:cxnLst>
              <a:rect l="0" t="0" r="r" b="b"/>
              <a:pathLst>
                <a:path w="436" h="256">
                  <a:moveTo>
                    <a:pt x="19" y="189"/>
                  </a:moveTo>
                  <a:lnTo>
                    <a:pt x="0" y="73"/>
                  </a:lnTo>
                  <a:lnTo>
                    <a:pt x="393" y="0"/>
                  </a:lnTo>
                  <a:lnTo>
                    <a:pt x="436" y="249"/>
                  </a:lnTo>
                  <a:lnTo>
                    <a:pt x="417" y="256"/>
                  </a:ln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6" name="Freeform 241"/>
            <p:cNvSpPr/>
            <p:nvPr/>
          </p:nvSpPr>
          <p:spPr bwMode="auto">
            <a:xfrm>
              <a:off x="6741504" y="1178005"/>
              <a:ext cx="49213" cy="65088"/>
            </a:xfrm>
            <a:custGeom>
              <a:avLst/>
              <a:gdLst>
                <a:gd name="T0" fmla="*/ 20 w 22"/>
                <a:gd name="T1" fmla="*/ 0 h 29"/>
                <a:gd name="T2" fmla="*/ 0 w 22"/>
                <a:gd name="T3" fmla="*/ 29 h 29"/>
              </a:gdLst>
              <a:ahLst/>
              <a:cxnLst>
                <a:cxn ang="0">
                  <a:pos x="T0" y="T1"/>
                </a:cxn>
                <a:cxn ang="0">
                  <a:pos x="T2" y="T3"/>
                </a:cxn>
              </a:cxnLst>
              <a:rect l="0" t="0" r="r" b="b"/>
              <a:pathLst>
                <a:path w="22" h="29">
                  <a:moveTo>
                    <a:pt x="20" y="0"/>
                  </a:moveTo>
                  <a:cubicBezTo>
                    <a:pt x="22" y="14"/>
                    <a:pt x="13" y="27"/>
                    <a:pt x="0" y="29"/>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7" name="Freeform 242"/>
            <p:cNvSpPr/>
            <p:nvPr/>
          </p:nvSpPr>
          <p:spPr bwMode="auto">
            <a:xfrm>
              <a:off x="7055830" y="1127205"/>
              <a:ext cx="63500" cy="52388"/>
            </a:xfrm>
            <a:custGeom>
              <a:avLst/>
              <a:gdLst>
                <a:gd name="T0" fmla="*/ 28 w 28"/>
                <a:gd name="T1" fmla="*/ 20 h 23"/>
                <a:gd name="T2" fmla="*/ 0 w 28"/>
                <a:gd name="T3" fmla="*/ 0 h 23"/>
              </a:gdLst>
              <a:ahLst/>
              <a:cxnLst>
                <a:cxn ang="0">
                  <a:pos x="T0" y="T1"/>
                </a:cxn>
                <a:cxn ang="0">
                  <a:pos x="T2" y="T3"/>
                </a:cxn>
              </a:cxnLst>
              <a:rect l="0" t="0" r="r" b="b"/>
              <a:pathLst>
                <a:path w="28" h="23">
                  <a:moveTo>
                    <a:pt x="28" y="20"/>
                  </a:moveTo>
                  <a:cubicBezTo>
                    <a:pt x="15" y="23"/>
                    <a:pt x="2" y="14"/>
                    <a:pt x="0" y="0"/>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1524" name="组合 65"/>
          <p:cNvGrpSpPr/>
          <p:nvPr/>
        </p:nvGrpSpPr>
        <p:grpSpPr>
          <a:xfrm>
            <a:off x="8506460" y="4316095"/>
            <a:ext cx="419100" cy="273050"/>
            <a:chOff x="7806717" y="1190705"/>
            <a:chExt cx="419100" cy="273050"/>
          </a:xfrm>
        </p:grpSpPr>
        <p:sp>
          <p:nvSpPr>
            <p:cNvPr id="69" name="Freeform 246"/>
            <p:cNvSpPr/>
            <p:nvPr/>
          </p:nvSpPr>
          <p:spPr bwMode="auto">
            <a:xfrm>
              <a:off x="7806717" y="1190705"/>
              <a:ext cx="419100" cy="273050"/>
            </a:xfrm>
            <a:custGeom>
              <a:avLst/>
              <a:gdLst>
                <a:gd name="T0" fmla="*/ 184 w 184"/>
                <a:gd name="T1" fmla="*/ 112 h 120"/>
                <a:gd name="T2" fmla="*/ 176 w 184"/>
                <a:gd name="T3" fmla="*/ 120 h 120"/>
                <a:gd name="T4" fmla="*/ 8 w 184"/>
                <a:gd name="T5" fmla="*/ 120 h 120"/>
                <a:gd name="T6" fmla="*/ 0 w 184"/>
                <a:gd name="T7" fmla="*/ 112 h 120"/>
                <a:gd name="T8" fmla="*/ 0 w 184"/>
                <a:gd name="T9" fmla="*/ 8 h 120"/>
                <a:gd name="T10" fmla="*/ 8 w 184"/>
                <a:gd name="T11" fmla="*/ 0 h 120"/>
                <a:gd name="T12" fmla="*/ 176 w 184"/>
                <a:gd name="T13" fmla="*/ 0 h 120"/>
                <a:gd name="T14" fmla="*/ 184 w 184"/>
                <a:gd name="T15" fmla="*/ 8 h 120"/>
                <a:gd name="T16" fmla="*/ 184 w 184"/>
                <a:gd name="T17" fmla="*/ 1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4" h="120">
                  <a:moveTo>
                    <a:pt x="184" y="112"/>
                  </a:moveTo>
                  <a:cubicBezTo>
                    <a:pt x="184" y="116"/>
                    <a:pt x="181" y="120"/>
                    <a:pt x="176" y="120"/>
                  </a:cubicBezTo>
                  <a:cubicBezTo>
                    <a:pt x="8" y="120"/>
                    <a:pt x="8" y="120"/>
                    <a:pt x="8" y="120"/>
                  </a:cubicBezTo>
                  <a:cubicBezTo>
                    <a:pt x="4" y="120"/>
                    <a:pt x="0" y="116"/>
                    <a:pt x="0" y="112"/>
                  </a:cubicBezTo>
                  <a:cubicBezTo>
                    <a:pt x="0" y="8"/>
                    <a:pt x="0" y="8"/>
                    <a:pt x="0" y="8"/>
                  </a:cubicBezTo>
                  <a:cubicBezTo>
                    <a:pt x="0" y="3"/>
                    <a:pt x="4" y="0"/>
                    <a:pt x="8" y="0"/>
                  </a:cubicBezTo>
                  <a:cubicBezTo>
                    <a:pt x="176" y="0"/>
                    <a:pt x="176" y="0"/>
                    <a:pt x="176" y="0"/>
                  </a:cubicBezTo>
                  <a:cubicBezTo>
                    <a:pt x="181" y="0"/>
                    <a:pt x="184" y="3"/>
                    <a:pt x="184" y="8"/>
                  </a:cubicBezTo>
                  <a:lnTo>
                    <a:pt x="184" y="112"/>
                  </a:lnTo>
                  <a:close/>
                </a:path>
              </a:pathLst>
            </a:custGeom>
            <a:noFill/>
            <a:ln w="7366"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0" name="Line 247"/>
            <p:cNvSpPr>
              <a:spLocks noChangeShapeType="1"/>
            </p:cNvSpPr>
            <p:nvPr/>
          </p:nvSpPr>
          <p:spPr bwMode="auto">
            <a:xfrm>
              <a:off x="7806717" y="1246268"/>
              <a:ext cx="419100" cy="0"/>
            </a:xfrm>
            <a:prstGeom prst="line">
              <a:avLst/>
            </a:prstGeom>
            <a:noFill/>
            <a:ln w="7366"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1" name="Line 248"/>
            <p:cNvSpPr>
              <a:spLocks noChangeShapeType="1"/>
            </p:cNvSpPr>
            <p:nvPr/>
          </p:nvSpPr>
          <p:spPr bwMode="auto">
            <a:xfrm>
              <a:off x="7806717" y="1281193"/>
              <a:ext cx="419100" cy="0"/>
            </a:xfrm>
            <a:prstGeom prst="line">
              <a:avLst/>
            </a:prstGeom>
            <a:noFill/>
            <a:ln w="7366"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2" name="Line 249"/>
            <p:cNvSpPr>
              <a:spLocks noChangeShapeType="1"/>
            </p:cNvSpPr>
            <p:nvPr/>
          </p:nvSpPr>
          <p:spPr bwMode="auto">
            <a:xfrm>
              <a:off x="7860692" y="1390730"/>
              <a:ext cx="128588" cy="0"/>
            </a:xfrm>
            <a:prstGeom prst="line">
              <a:avLst/>
            </a:prstGeom>
            <a:noFill/>
            <a:ln w="7366"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3" name="Freeform 250"/>
            <p:cNvSpPr/>
            <p:nvPr/>
          </p:nvSpPr>
          <p:spPr bwMode="auto">
            <a:xfrm>
              <a:off x="8079767" y="1354218"/>
              <a:ext cx="90488" cy="55562"/>
            </a:xfrm>
            <a:custGeom>
              <a:avLst/>
              <a:gdLst>
                <a:gd name="T0" fmla="*/ 28 w 40"/>
                <a:gd name="T1" fmla="*/ 0 h 24"/>
                <a:gd name="T2" fmla="*/ 20 w 40"/>
                <a:gd name="T3" fmla="*/ 3 h 24"/>
                <a:gd name="T4" fmla="*/ 12 w 40"/>
                <a:gd name="T5" fmla="*/ 0 h 24"/>
                <a:gd name="T6" fmla="*/ 0 w 40"/>
                <a:gd name="T7" fmla="*/ 12 h 24"/>
                <a:gd name="T8" fmla="*/ 12 w 40"/>
                <a:gd name="T9" fmla="*/ 24 h 24"/>
                <a:gd name="T10" fmla="*/ 20 w 40"/>
                <a:gd name="T11" fmla="*/ 21 h 24"/>
                <a:gd name="T12" fmla="*/ 28 w 40"/>
                <a:gd name="T13" fmla="*/ 24 h 24"/>
                <a:gd name="T14" fmla="*/ 40 w 40"/>
                <a:gd name="T15" fmla="*/ 12 h 24"/>
                <a:gd name="T16" fmla="*/ 28 w 40"/>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4">
                  <a:moveTo>
                    <a:pt x="28" y="0"/>
                  </a:moveTo>
                  <a:cubicBezTo>
                    <a:pt x="25" y="0"/>
                    <a:pt x="22" y="1"/>
                    <a:pt x="20" y="3"/>
                  </a:cubicBezTo>
                  <a:cubicBezTo>
                    <a:pt x="18" y="1"/>
                    <a:pt x="15" y="0"/>
                    <a:pt x="12" y="0"/>
                  </a:cubicBezTo>
                  <a:cubicBezTo>
                    <a:pt x="6" y="0"/>
                    <a:pt x="0" y="5"/>
                    <a:pt x="0" y="12"/>
                  </a:cubicBezTo>
                  <a:cubicBezTo>
                    <a:pt x="0" y="18"/>
                    <a:pt x="6" y="24"/>
                    <a:pt x="12" y="24"/>
                  </a:cubicBezTo>
                  <a:cubicBezTo>
                    <a:pt x="15" y="24"/>
                    <a:pt x="18" y="23"/>
                    <a:pt x="20" y="21"/>
                  </a:cubicBezTo>
                  <a:cubicBezTo>
                    <a:pt x="22" y="23"/>
                    <a:pt x="25" y="24"/>
                    <a:pt x="28" y="24"/>
                  </a:cubicBezTo>
                  <a:cubicBezTo>
                    <a:pt x="35" y="24"/>
                    <a:pt x="40" y="18"/>
                    <a:pt x="40" y="12"/>
                  </a:cubicBezTo>
                  <a:cubicBezTo>
                    <a:pt x="40" y="5"/>
                    <a:pt x="35" y="0"/>
                    <a:pt x="28" y="0"/>
                  </a:cubicBezTo>
                  <a:close/>
                </a:path>
              </a:pathLst>
            </a:custGeom>
            <a:noFill/>
            <a:ln w="7366"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21525" name="组合 71"/>
          <p:cNvGrpSpPr/>
          <p:nvPr/>
        </p:nvGrpSpPr>
        <p:grpSpPr>
          <a:xfrm>
            <a:off x="10264140" y="4252595"/>
            <a:ext cx="422275" cy="417830"/>
            <a:chOff x="8888147" y="1114740"/>
            <a:chExt cx="422529" cy="417711"/>
          </a:xfrm>
        </p:grpSpPr>
        <p:sp>
          <p:nvSpPr>
            <p:cNvPr id="75" name="Line 269"/>
            <p:cNvSpPr>
              <a:spLocks noChangeShapeType="1"/>
            </p:cNvSpPr>
            <p:nvPr/>
          </p:nvSpPr>
          <p:spPr bwMode="auto">
            <a:xfrm>
              <a:off x="9089880" y="1422861"/>
              <a:ext cx="74658"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6" name="Freeform 270"/>
            <p:cNvSpPr/>
            <p:nvPr/>
          </p:nvSpPr>
          <p:spPr bwMode="auto">
            <a:xfrm>
              <a:off x="8907208" y="1114740"/>
              <a:ext cx="384406" cy="190590"/>
            </a:xfrm>
            <a:custGeom>
              <a:avLst/>
              <a:gdLst>
                <a:gd name="T0" fmla="*/ 168 w 168"/>
                <a:gd name="T1" fmla="*/ 84 h 84"/>
                <a:gd name="T2" fmla="*/ 168 w 168"/>
                <a:gd name="T3" fmla="*/ 8 h 84"/>
                <a:gd name="T4" fmla="*/ 160 w 168"/>
                <a:gd name="T5" fmla="*/ 0 h 84"/>
                <a:gd name="T6" fmla="*/ 8 w 168"/>
                <a:gd name="T7" fmla="*/ 0 h 84"/>
                <a:gd name="T8" fmla="*/ 0 w 168"/>
                <a:gd name="T9" fmla="*/ 8 h 84"/>
                <a:gd name="T10" fmla="*/ 0 w 168"/>
                <a:gd name="T11" fmla="*/ 56 h 84"/>
              </a:gdLst>
              <a:ahLst/>
              <a:cxnLst>
                <a:cxn ang="0">
                  <a:pos x="T0" y="T1"/>
                </a:cxn>
                <a:cxn ang="0">
                  <a:pos x="T2" y="T3"/>
                </a:cxn>
                <a:cxn ang="0">
                  <a:pos x="T4" y="T5"/>
                </a:cxn>
                <a:cxn ang="0">
                  <a:pos x="T6" y="T7"/>
                </a:cxn>
                <a:cxn ang="0">
                  <a:pos x="T8" y="T9"/>
                </a:cxn>
                <a:cxn ang="0">
                  <a:pos x="T10" y="T11"/>
                </a:cxn>
              </a:cxnLst>
              <a:rect l="0" t="0" r="r" b="b"/>
              <a:pathLst>
                <a:path w="168" h="84">
                  <a:moveTo>
                    <a:pt x="168" y="84"/>
                  </a:moveTo>
                  <a:cubicBezTo>
                    <a:pt x="168" y="8"/>
                    <a:pt x="168" y="8"/>
                    <a:pt x="168" y="8"/>
                  </a:cubicBezTo>
                  <a:cubicBezTo>
                    <a:pt x="168" y="3"/>
                    <a:pt x="165" y="0"/>
                    <a:pt x="160" y="0"/>
                  </a:cubicBezTo>
                  <a:cubicBezTo>
                    <a:pt x="8" y="0"/>
                    <a:pt x="8" y="0"/>
                    <a:pt x="8" y="0"/>
                  </a:cubicBezTo>
                  <a:cubicBezTo>
                    <a:pt x="4" y="0"/>
                    <a:pt x="0" y="3"/>
                    <a:pt x="0" y="8"/>
                  </a:cubicBezTo>
                  <a:cubicBezTo>
                    <a:pt x="0" y="56"/>
                    <a:pt x="0" y="56"/>
                    <a:pt x="0" y="56"/>
                  </a:cubicBezTo>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7" name="Line 271"/>
            <p:cNvSpPr>
              <a:spLocks noChangeShapeType="1"/>
            </p:cNvSpPr>
            <p:nvPr/>
          </p:nvSpPr>
          <p:spPr bwMode="auto">
            <a:xfrm>
              <a:off x="9089880" y="1368860"/>
              <a:ext cx="74658"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8" name="Freeform 272"/>
            <p:cNvSpPr/>
            <p:nvPr/>
          </p:nvSpPr>
          <p:spPr bwMode="auto">
            <a:xfrm>
              <a:off x="8888147" y="1241800"/>
              <a:ext cx="201733" cy="289062"/>
            </a:xfrm>
            <a:custGeom>
              <a:avLst/>
              <a:gdLst>
                <a:gd name="T0" fmla="*/ 88 w 88"/>
                <a:gd name="T1" fmla="*/ 120 h 128"/>
                <a:gd name="T2" fmla="*/ 80 w 88"/>
                <a:gd name="T3" fmla="*/ 128 h 128"/>
                <a:gd name="T4" fmla="*/ 8 w 88"/>
                <a:gd name="T5" fmla="*/ 128 h 128"/>
                <a:gd name="T6" fmla="*/ 0 w 88"/>
                <a:gd name="T7" fmla="*/ 120 h 128"/>
                <a:gd name="T8" fmla="*/ 0 w 88"/>
                <a:gd name="T9" fmla="*/ 8 h 128"/>
                <a:gd name="T10" fmla="*/ 8 w 88"/>
                <a:gd name="T11" fmla="*/ 0 h 128"/>
                <a:gd name="T12" fmla="*/ 80 w 88"/>
                <a:gd name="T13" fmla="*/ 0 h 128"/>
                <a:gd name="T14" fmla="*/ 88 w 88"/>
                <a:gd name="T15" fmla="*/ 8 h 128"/>
                <a:gd name="T16" fmla="*/ 88 w 88"/>
                <a:gd name="T17"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28">
                  <a:moveTo>
                    <a:pt x="88" y="120"/>
                  </a:moveTo>
                  <a:cubicBezTo>
                    <a:pt x="88" y="124"/>
                    <a:pt x="85" y="128"/>
                    <a:pt x="80" y="128"/>
                  </a:cubicBezTo>
                  <a:cubicBezTo>
                    <a:pt x="8" y="128"/>
                    <a:pt x="8" y="128"/>
                    <a:pt x="8" y="128"/>
                  </a:cubicBezTo>
                  <a:cubicBezTo>
                    <a:pt x="4" y="128"/>
                    <a:pt x="0" y="124"/>
                    <a:pt x="0" y="120"/>
                  </a:cubicBezTo>
                  <a:cubicBezTo>
                    <a:pt x="0" y="8"/>
                    <a:pt x="0" y="8"/>
                    <a:pt x="0" y="8"/>
                  </a:cubicBezTo>
                  <a:cubicBezTo>
                    <a:pt x="0" y="3"/>
                    <a:pt x="4" y="0"/>
                    <a:pt x="8" y="0"/>
                  </a:cubicBezTo>
                  <a:cubicBezTo>
                    <a:pt x="80" y="0"/>
                    <a:pt x="80" y="0"/>
                    <a:pt x="80" y="0"/>
                  </a:cubicBezTo>
                  <a:cubicBezTo>
                    <a:pt x="85" y="0"/>
                    <a:pt x="88" y="3"/>
                    <a:pt x="88" y="8"/>
                  </a:cubicBezTo>
                  <a:lnTo>
                    <a:pt x="88" y="120"/>
                  </a:lnTo>
                  <a:close/>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79" name="Line 273"/>
            <p:cNvSpPr>
              <a:spLocks noChangeShapeType="1"/>
            </p:cNvSpPr>
            <p:nvPr/>
          </p:nvSpPr>
          <p:spPr bwMode="auto">
            <a:xfrm>
              <a:off x="8989808" y="1494333"/>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80" name="Rectangle 274"/>
            <p:cNvSpPr>
              <a:spLocks noChangeArrowheads="1"/>
            </p:cNvSpPr>
            <p:nvPr/>
          </p:nvSpPr>
          <p:spPr bwMode="auto">
            <a:xfrm>
              <a:off x="8924681" y="1278331"/>
              <a:ext cx="128665" cy="181061"/>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81" name="Freeform 275"/>
            <p:cNvSpPr/>
            <p:nvPr/>
          </p:nvSpPr>
          <p:spPr bwMode="auto">
            <a:xfrm>
              <a:off x="9164538" y="1314860"/>
              <a:ext cx="146138" cy="217591"/>
            </a:xfrm>
            <a:custGeom>
              <a:avLst/>
              <a:gdLst>
                <a:gd name="T0" fmla="*/ 64 w 64"/>
                <a:gd name="T1" fmla="*/ 88 h 96"/>
                <a:gd name="T2" fmla="*/ 56 w 64"/>
                <a:gd name="T3" fmla="*/ 96 h 96"/>
                <a:gd name="T4" fmla="*/ 8 w 64"/>
                <a:gd name="T5" fmla="*/ 96 h 96"/>
                <a:gd name="T6" fmla="*/ 0 w 64"/>
                <a:gd name="T7" fmla="*/ 88 h 96"/>
                <a:gd name="T8" fmla="*/ 0 w 64"/>
                <a:gd name="T9" fmla="*/ 8 h 96"/>
                <a:gd name="T10" fmla="*/ 8 w 64"/>
                <a:gd name="T11" fmla="*/ 0 h 96"/>
                <a:gd name="T12" fmla="*/ 56 w 64"/>
                <a:gd name="T13" fmla="*/ 0 h 96"/>
                <a:gd name="T14" fmla="*/ 64 w 64"/>
                <a:gd name="T15" fmla="*/ 8 h 96"/>
                <a:gd name="T16" fmla="*/ 64 w 64"/>
                <a:gd name="T17" fmla="*/ 8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96">
                  <a:moveTo>
                    <a:pt x="64" y="88"/>
                  </a:moveTo>
                  <a:cubicBezTo>
                    <a:pt x="64" y="92"/>
                    <a:pt x="61" y="96"/>
                    <a:pt x="56" y="96"/>
                  </a:cubicBezTo>
                  <a:cubicBezTo>
                    <a:pt x="8" y="96"/>
                    <a:pt x="8" y="96"/>
                    <a:pt x="8" y="96"/>
                  </a:cubicBezTo>
                  <a:cubicBezTo>
                    <a:pt x="4" y="96"/>
                    <a:pt x="0" y="92"/>
                    <a:pt x="0" y="88"/>
                  </a:cubicBezTo>
                  <a:cubicBezTo>
                    <a:pt x="0" y="8"/>
                    <a:pt x="0" y="8"/>
                    <a:pt x="0" y="8"/>
                  </a:cubicBezTo>
                  <a:cubicBezTo>
                    <a:pt x="0" y="3"/>
                    <a:pt x="4" y="0"/>
                    <a:pt x="8" y="0"/>
                  </a:cubicBezTo>
                  <a:cubicBezTo>
                    <a:pt x="56" y="0"/>
                    <a:pt x="56" y="0"/>
                    <a:pt x="56" y="0"/>
                  </a:cubicBezTo>
                  <a:cubicBezTo>
                    <a:pt x="61" y="0"/>
                    <a:pt x="64" y="3"/>
                    <a:pt x="64" y="8"/>
                  </a:cubicBezTo>
                  <a:lnTo>
                    <a:pt x="64" y="88"/>
                  </a:lnTo>
                  <a:close/>
                </a:path>
              </a:pathLst>
            </a:cu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82" name="Line 276"/>
            <p:cNvSpPr>
              <a:spLocks noChangeShapeType="1"/>
            </p:cNvSpPr>
            <p:nvPr/>
          </p:nvSpPr>
          <p:spPr bwMode="auto">
            <a:xfrm>
              <a:off x="9234430" y="1494333"/>
              <a:ext cx="0" cy="0"/>
            </a:xfrm>
            <a:prstGeom prst="line">
              <a:avLst/>
            </a:prstGeom>
            <a:noFill/>
            <a:ln w="6350" cap="rnd">
              <a:solidFill>
                <a:schemeClr val="tx1"/>
              </a:solidFill>
              <a:prstDash val="solid"/>
              <a:round/>
            </a:ln>
            <a:extLst>
              <a:ext uri="{909E8E84-426E-40DD-AFC4-6F175D3DCCD1}">
                <a14:hiddenFill xmlns:a14="http://schemas.microsoft.com/office/drawing/2010/main">
                  <a:no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83" name="Rectangle 277"/>
            <p:cNvSpPr>
              <a:spLocks noChangeArrowheads="1"/>
            </p:cNvSpPr>
            <p:nvPr/>
          </p:nvSpPr>
          <p:spPr bwMode="auto">
            <a:xfrm>
              <a:off x="9201072" y="1351390"/>
              <a:ext cx="73069" cy="108001"/>
            </a:xfrm>
            <a:prstGeom prst="rect">
              <a:avLst/>
            </a:prstGeom>
            <a:noFill/>
            <a:ln w="63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schemeClr val="bg2">
                    <a:lumMod val="25000"/>
                  </a:scheme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sp>
        <p:nvSpPr>
          <p:cNvPr id="21537" name="TextBox 13"/>
          <p:cNvSpPr txBox="1"/>
          <p:nvPr/>
        </p:nvSpPr>
        <p:spPr>
          <a:xfrm>
            <a:off x="5415915" y="3232150"/>
            <a:ext cx="1376045" cy="214630"/>
          </a:xfrm>
          <a:prstGeom prst="rect">
            <a:avLst/>
          </a:prstGeom>
          <a:noFill/>
          <a:ln w="9525">
            <a:noFill/>
          </a:ln>
        </p:spPr>
        <p:txBody>
          <a:bodyPr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stStyle>
          <a:p>
            <a:pPr marL="0" lvl="0" indent="0" algn="ctr" defTabSz="1216025">
              <a:lnSpc>
                <a:spcPct val="100000"/>
              </a:lnSpc>
              <a:spcBef>
                <a:spcPct val="20000"/>
              </a:spcBef>
              <a:buNone/>
            </a:pPr>
            <a:r>
              <a:rPr lang="en-US" altLang="zh-CN" sz="1400" b="1" dirty="0">
                <a:solidFill>
                  <a:schemeClr val="bg2">
                    <a:lumMod val="10000"/>
                  </a:schemeClr>
                </a:solidFill>
                <a:ea typeface="微软雅黑" panose="020B0503020204020204" charset="-122"/>
                <a:sym typeface="Arial" panose="020B0604020202020204" pitchFamily="34" charset="0"/>
              </a:rPr>
              <a:t>ADD TITLE</a:t>
            </a:r>
          </a:p>
        </p:txBody>
      </p:sp>
      <p:grpSp>
        <p:nvGrpSpPr>
          <p:cNvPr id="13" name="组合 12"/>
          <p:cNvGrpSpPr/>
          <p:nvPr/>
        </p:nvGrpSpPr>
        <p:grpSpPr>
          <a:xfrm>
            <a:off x="741680" y="5026025"/>
            <a:ext cx="1722491" cy="1370549"/>
            <a:chOff x="1578" y="7359"/>
            <a:chExt cx="2939" cy="2339"/>
          </a:xfrm>
        </p:grpSpPr>
        <p:sp>
          <p:nvSpPr>
            <p:cNvPr id="21" name="矩形 20"/>
            <p:cNvSpPr/>
            <p:nvPr/>
          </p:nvSpPr>
          <p:spPr>
            <a:xfrm>
              <a:off x="1578" y="7721"/>
              <a:ext cx="2939"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25" name="矩形 24"/>
            <p:cNvSpPr/>
            <p:nvPr/>
          </p:nvSpPr>
          <p:spPr>
            <a:xfrm>
              <a:off x="223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33" name="组合 32"/>
          <p:cNvGrpSpPr/>
          <p:nvPr/>
        </p:nvGrpSpPr>
        <p:grpSpPr>
          <a:xfrm>
            <a:off x="2608580" y="5026025"/>
            <a:ext cx="1665641" cy="1370549"/>
            <a:chOff x="1578" y="7359"/>
            <a:chExt cx="2842" cy="2339"/>
          </a:xfrm>
        </p:grpSpPr>
        <p:sp>
          <p:nvSpPr>
            <p:cNvPr id="41" name="矩形 40"/>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57" name="矩形 5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68" name="组合 67"/>
          <p:cNvGrpSpPr/>
          <p:nvPr/>
        </p:nvGrpSpPr>
        <p:grpSpPr>
          <a:xfrm>
            <a:off x="4377690" y="5026660"/>
            <a:ext cx="1665641" cy="1370549"/>
            <a:chOff x="1578" y="7359"/>
            <a:chExt cx="2842" cy="2339"/>
          </a:xfrm>
        </p:grpSpPr>
        <p:sp>
          <p:nvSpPr>
            <p:cNvPr id="74" name="矩形 73"/>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84" name="矩形 83"/>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85" name="组合 84"/>
          <p:cNvGrpSpPr/>
          <p:nvPr/>
        </p:nvGrpSpPr>
        <p:grpSpPr>
          <a:xfrm>
            <a:off x="6148705" y="5026025"/>
            <a:ext cx="1665641" cy="1370549"/>
            <a:chOff x="1578" y="7359"/>
            <a:chExt cx="2842" cy="2339"/>
          </a:xfrm>
        </p:grpSpPr>
        <p:sp>
          <p:nvSpPr>
            <p:cNvPr id="86" name="矩形 85"/>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87" name="矩形 8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88" name="组合 87"/>
          <p:cNvGrpSpPr/>
          <p:nvPr/>
        </p:nvGrpSpPr>
        <p:grpSpPr>
          <a:xfrm>
            <a:off x="7886700" y="5025390"/>
            <a:ext cx="1665641" cy="1370549"/>
            <a:chOff x="1578" y="7359"/>
            <a:chExt cx="2842" cy="2339"/>
          </a:xfrm>
        </p:grpSpPr>
        <p:sp>
          <p:nvSpPr>
            <p:cNvPr id="89" name="矩形 88"/>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90" name="矩形 89"/>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91" name="组合 90"/>
          <p:cNvGrpSpPr/>
          <p:nvPr/>
        </p:nvGrpSpPr>
        <p:grpSpPr>
          <a:xfrm>
            <a:off x="9642475" y="5026660"/>
            <a:ext cx="1665641" cy="1370549"/>
            <a:chOff x="1578" y="7359"/>
            <a:chExt cx="2842" cy="2339"/>
          </a:xfrm>
        </p:grpSpPr>
        <p:sp>
          <p:nvSpPr>
            <p:cNvPr id="92" name="矩形 91"/>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93" name="矩形 92"/>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spTree>
    <p:extLst>
      <p:ext uri="{BB962C8B-B14F-4D97-AF65-F5344CB8AC3E}">
        <p14:creationId xmlns:p14="http://schemas.microsoft.com/office/powerpoint/2010/main" val="757212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1270" y="3243580"/>
            <a:ext cx="7984490" cy="3629025"/>
          </a:xfrm>
          <a:prstGeom prst="triangle">
            <a:avLst>
              <a:gd name="adj"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11" name="组合 10"/>
          <p:cNvGrpSpPr/>
          <p:nvPr/>
        </p:nvGrpSpPr>
        <p:grpSpPr>
          <a:xfrm>
            <a:off x="1026160" y="1798320"/>
            <a:ext cx="3185160" cy="4610100"/>
            <a:chOff x="1616" y="2832"/>
            <a:chExt cx="5016" cy="7260"/>
          </a:xfrm>
        </p:grpSpPr>
        <p:pic>
          <p:nvPicPr>
            <p:cNvPr id="5" name="图片 4" descr="e229787821575d947a84d67b8ffb40ee"/>
            <p:cNvPicPr>
              <a:picLocks noChangeAspect="1"/>
            </p:cNvPicPr>
            <p:nvPr/>
          </p:nvPicPr>
          <p:blipFill>
            <a:blip r:embed="rId4"/>
            <a:stretch>
              <a:fillRect/>
            </a:stretch>
          </p:blipFill>
          <p:spPr>
            <a:xfrm>
              <a:off x="1616" y="2832"/>
              <a:ext cx="5017" cy="7261"/>
            </a:xfrm>
            <a:prstGeom prst="rect">
              <a:avLst/>
            </a:prstGeom>
          </p:spPr>
        </p:pic>
        <p:pic>
          <p:nvPicPr>
            <p:cNvPr id="9" name="图片 8" descr="360截图20170406201517323"/>
            <p:cNvPicPr>
              <a:picLocks noChangeAspect="1"/>
            </p:cNvPicPr>
            <p:nvPr/>
          </p:nvPicPr>
          <p:blipFill>
            <a:blip r:embed="rId5">
              <a:grayscl/>
            </a:blip>
            <a:stretch>
              <a:fillRect/>
            </a:stretch>
          </p:blipFill>
          <p:spPr>
            <a:xfrm>
              <a:off x="2008" y="3523"/>
              <a:ext cx="4289" cy="5866"/>
            </a:xfrm>
            <a:prstGeom prst="rect">
              <a:avLst/>
            </a:prstGeom>
          </p:spPr>
        </p:pic>
      </p:grpSp>
      <p:grpSp>
        <p:nvGrpSpPr>
          <p:cNvPr id="21" name="组合 20"/>
          <p:cNvGrpSpPr/>
          <p:nvPr/>
        </p:nvGrpSpPr>
        <p:grpSpPr>
          <a:xfrm>
            <a:off x="4709795" y="2386965"/>
            <a:ext cx="7051675" cy="3448685"/>
            <a:chOff x="7417" y="3183"/>
            <a:chExt cx="11105" cy="5431"/>
          </a:xfrm>
        </p:grpSpPr>
        <p:sp>
          <p:nvSpPr>
            <p:cNvPr id="12" name="淘宝店chenying0907出品 43"/>
            <p:cNvSpPr/>
            <p:nvPr/>
          </p:nvSpPr>
          <p:spPr>
            <a:xfrm>
              <a:off x="8474" y="3183"/>
              <a:ext cx="7456" cy="1296"/>
            </a:xfrm>
            <a:prstGeom prst="rect">
              <a:avLst/>
            </a:prstGeom>
            <a:ln w="3175">
              <a:solidFill>
                <a:schemeClr val="tx1"/>
              </a:solidFill>
            </a:ln>
          </p:spPr>
          <p:txBody>
            <a:bodyPr wrap="square">
              <a:spAutoFit/>
            </a:bodyPr>
            <a:lstStyle/>
            <a:p>
              <a:pPr algn="just">
                <a:lnSpc>
                  <a:spcPct val="120000"/>
                </a:lnSpc>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sp>
          <p:nvSpPr>
            <p:cNvPr id="13" name="淘宝店chenying0907出品 43"/>
            <p:cNvSpPr/>
            <p:nvPr/>
          </p:nvSpPr>
          <p:spPr>
            <a:xfrm>
              <a:off x="9626" y="5295"/>
              <a:ext cx="7456" cy="1296"/>
            </a:xfrm>
            <a:prstGeom prst="rect">
              <a:avLst/>
            </a:prstGeom>
            <a:ln w="3175">
              <a:solidFill>
                <a:schemeClr val="tx1"/>
              </a:solidFill>
            </a:ln>
          </p:spPr>
          <p:txBody>
            <a:bodyPr wrap="square">
              <a:spAutoFit/>
            </a:bodyPr>
            <a:lstStyle/>
            <a:p>
              <a:pPr algn="just">
                <a:lnSpc>
                  <a:spcPct val="120000"/>
                </a:lnSpc>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sp>
          <p:nvSpPr>
            <p:cNvPr id="14" name="淘宝店chenying0907出品 43"/>
            <p:cNvSpPr/>
            <p:nvPr/>
          </p:nvSpPr>
          <p:spPr>
            <a:xfrm>
              <a:off x="11066" y="7318"/>
              <a:ext cx="7456" cy="1296"/>
            </a:xfrm>
            <a:prstGeom prst="rect">
              <a:avLst/>
            </a:prstGeom>
            <a:ln w="3175">
              <a:solidFill>
                <a:schemeClr val="tx1"/>
              </a:solidFill>
            </a:ln>
          </p:spPr>
          <p:txBody>
            <a:bodyPr wrap="square">
              <a:spAutoFit/>
            </a:bodyPr>
            <a:lstStyle/>
            <a:p>
              <a:pPr algn="just">
                <a:lnSpc>
                  <a:spcPct val="120000"/>
                </a:lnSpc>
                <a:spcAft>
                  <a:spcPts val="600"/>
                </a:spcAft>
              </a:pPr>
              <a:r>
                <a:rPr lang="en-US" altLang="zh-CN" sz="1000" dirty="0">
                  <a:solidFill>
                    <a:schemeClr val="bg2">
                      <a:lumMod val="25000"/>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 here. Put your text about this part related goes here. </a:t>
              </a:r>
              <a:r>
                <a:rPr lang="en-US" altLang="zh-CN" sz="1000" dirty="0">
                  <a:solidFill>
                    <a:schemeClr val="bg2">
                      <a:lumMod val="25000"/>
                      <a:alpha val="92000"/>
                    </a:schemeClr>
                  </a:solidFill>
                  <a:ea typeface="微软雅黑" panose="020B0503020204020204" charset="-122"/>
                  <a:cs typeface="Arial" panose="020B0604020202020204" pitchFamily="34" charset="0"/>
                  <a:sym typeface="+mn-ea"/>
                </a:rPr>
                <a:t>Put your text about this part related goes here. Put your text about this part related goes here. </a:t>
              </a:r>
              <a:endParaRPr lang="en-US" altLang="zh-CN" sz="1000" dirty="0">
                <a:solidFill>
                  <a:schemeClr val="bg2">
                    <a:lumMod val="25000"/>
                    <a:alpha val="92000"/>
                  </a:schemeClr>
                </a:solidFill>
                <a:latin typeface="+mn-lt"/>
                <a:ea typeface="微软雅黑" panose="020B0503020204020204" charset="-122"/>
                <a:cs typeface="Arial" panose="020B0604020202020204" pitchFamily="34" charset="0"/>
                <a:sym typeface="+mn-ea"/>
              </a:endParaRPr>
            </a:p>
          </p:txBody>
        </p:sp>
        <p:sp>
          <p:nvSpPr>
            <p:cNvPr id="17" name="椭圆 16"/>
            <p:cNvSpPr/>
            <p:nvPr/>
          </p:nvSpPr>
          <p:spPr>
            <a:xfrm>
              <a:off x="7417" y="3457"/>
              <a:ext cx="745" cy="74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a:solidFill>
                    <a:prstClr val="white"/>
                  </a:solidFill>
                  <a:latin typeface="方正细圆简体" panose="02010601030101010101" charset="-122"/>
                  <a:ea typeface="方正细圆简体" panose="02010601030101010101" charset="-122"/>
                </a:rPr>
                <a:t>1</a:t>
              </a:r>
            </a:p>
          </p:txBody>
        </p:sp>
        <p:sp>
          <p:nvSpPr>
            <p:cNvPr id="19" name="椭圆 18"/>
            <p:cNvSpPr/>
            <p:nvPr/>
          </p:nvSpPr>
          <p:spPr>
            <a:xfrm>
              <a:off x="8641" y="5569"/>
              <a:ext cx="745" cy="74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a:solidFill>
                    <a:prstClr val="white"/>
                  </a:solidFill>
                  <a:latin typeface="方正细圆简体" panose="02010601030101010101" charset="-122"/>
                  <a:ea typeface="方正细圆简体" panose="02010601030101010101" charset="-122"/>
                </a:rPr>
                <a:t>2</a:t>
              </a:r>
            </a:p>
          </p:txBody>
        </p:sp>
        <p:sp>
          <p:nvSpPr>
            <p:cNvPr id="20" name="椭圆 19"/>
            <p:cNvSpPr/>
            <p:nvPr/>
          </p:nvSpPr>
          <p:spPr>
            <a:xfrm>
              <a:off x="10081" y="7592"/>
              <a:ext cx="745" cy="74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a:solidFill>
                    <a:prstClr val="white"/>
                  </a:solidFill>
                  <a:latin typeface="方正细圆简体" panose="02010601030101010101" charset="-122"/>
                  <a:ea typeface="方正细圆简体" panose="02010601030101010101" charset="-122"/>
                </a:rPr>
                <a:t>3</a:t>
              </a:r>
            </a:p>
          </p:txBody>
        </p:sp>
      </p:grpSp>
    </p:spTree>
    <p:extLst>
      <p:ext uri="{BB962C8B-B14F-4D97-AF65-F5344CB8AC3E}">
        <p14:creationId xmlns:p14="http://schemas.microsoft.com/office/powerpoint/2010/main" val="1584249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pic>
        <p:nvPicPr>
          <p:cNvPr id="49" name="图片 48"/>
          <p:cNvPicPr>
            <a:picLocks noChangeAspect="1"/>
          </p:cNvPicPr>
          <p:nvPr/>
        </p:nvPicPr>
        <p:blipFill rotWithShape="1">
          <a:blip r:embed="rId4" cstate="print">
            <a:grayscl/>
            <a:extLst>
              <a:ext uri="{28A0092B-C50C-407E-A947-70E740481C1C}">
                <a14:useLocalDpi xmlns:a14="http://schemas.microsoft.com/office/drawing/2010/main" val="0"/>
              </a:ext>
            </a:extLst>
          </a:blip>
          <a:srcRect l="4011"/>
          <a:stretch>
            <a:fillRect/>
          </a:stretch>
        </p:blipFill>
        <p:spPr>
          <a:xfrm>
            <a:off x="2597454" y="1670659"/>
            <a:ext cx="6998043" cy="3279703"/>
          </a:xfrm>
          <a:prstGeom prst="rect">
            <a:avLst/>
          </a:prstGeom>
        </p:spPr>
      </p:pic>
      <p:grpSp>
        <p:nvGrpSpPr>
          <p:cNvPr id="50" name="组合 49"/>
          <p:cNvGrpSpPr/>
          <p:nvPr/>
        </p:nvGrpSpPr>
        <p:grpSpPr>
          <a:xfrm>
            <a:off x="1073946" y="2243741"/>
            <a:ext cx="2183606" cy="414368"/>
            <a:chOff x="959644" y="3396132"/>
            <a:chExt cx="2183606" cy="414368"/>
          </a:xfrm>
          <a:solidFill>
            <a:schemeClr val="tx1"/>
          </a:solidFill>
        </p:grpSpPr>
        <p:sp>
          <p:nvSpPr>
            <p:cNvPr id="51" name="矩形 50"/>
            <p:cNvSpPr/>
            <p:nvPr/>
          </p:nvSpPr>
          <p:spPr>
            <a:xfrm>
              <a:off x="973932" y="3396132"/>
              <a:ext cx="2169318" cy="3714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959644" y="3410390"/>
              <a:ext cx="2169319" cy="400110"/>
            </a:xfrm>
            <a:prstGeom prst="rect">
              <a:avLst/>
            </a:prstGeom>
            <a:grpFill/>
          </p:spPr>
          <p:txBody>
            <a:bodyPr wrap="square" rtlCol="0">
              <a:spAutoFit/>
            </a:bodyPr>
            <a:lstStyle/>
            <a:p>
              <a:pPr algn="ctr"/>
              <a:r>
                <a:rPr lang="en-US" altLang="zh-CN" sz="2000" dirty="0">
                  <a:solidFill>
                    <a:schemeClr val="bg1"/>
                  </a:solidFill>
                  <a:latin typeface="造字工房悦黑体验版纤细体" pitchFamily="50" charset="-122"/>
                  <a:ea typeface="造字工房悦黑体验版纤细体" pitchFamily="50" charset="-122"/>
                </a:rPr>
                <a:t>ADD TEXT HERE</a:t>
              </a:r>
              <a:endParaRPr lang="zh-CN" altLang="en-US" sz="2000" dirty="0">
                <a:solidFill>
                  <a:schemeClr val="bg1"/>
                </a:solidFill>
                <a:latin typeface="造字工房悦黑体验版纤细体" pitchFamily="50" charset="-122"/>
                <a:ea typeface="造字工房悦黑体验版纤细体" pitchFamily="50" charset="-122"/>
              </a:endParaRPr>
            </a:p>
          </p:txBody>
        </p:sp>
      </p:grpSp>
      <p:grpSp>
        <p:nvGrpSpPr>
          <p:cNvPr id="53" name="组合 52"/>
          <p:cNvGrpSpPr/>
          <p:nvPr/>
        </p:nvGrpSpPr>
        <p:grpSpPr>
          <a:xfrm>
            <a:off x="8825064" y="2243711"/>
            <a:ext cx="2183607" cy="400110"/>
            <a:chOff x="9034460" y="3410361"/>
            <a:chExt cx="2183607" cy="400110"/>
          </a:xfrm>
          <a:solidFill>
            <a:schemeClr val="tx1"/>
          </a:solidFill>
        </p:grpSpPr>
        <p:sp>
          <p:nvSpPr>
            <p:cNvPr id="54" name="矩形 53"/>
            <p:cNvSpPr/>
            <p:nvPr/>
          </p:nvSpPr>
          <p:spPr>
            <a:xfrm>
              <a:off x="9048749" y="3410420"/>
              <a:ext cx="2169318" cy="3714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9034460" y="3410361"/>
              <a:ext cx="2169319" cy="400110"/>
            </a:xfrm>
            <a:prstGeom prst="rect">
              <a:avLst/>
            </a:prstGeom>
            <a:grpFill/>
          </p:spPr>
          <p:txBody>
            <a:bodyPr wrap="square" rtlCol="0">
              <a:spAutoFit/>
            </a:bodyPr>
            <a:lstStyle/>
            <a:p>
              <a:pPr algn="ctr"/>
              <a:r>
                <a:rPr lang="en-US" altLang="zh-CN" sz="2000" dirty="0">
                  <a:solidFill>
                    <a:schemeClr val="bg1"/>
                  </a:solidFill>
                  <a:latin typeface="造字工房悦黑体验版纤细体" pitchFamily="50" charset="-122"/>
                  <a:ea typeface="造字工房悦黑体验版纤细体" pitchFamily="50" charset="-122"/>
                </a:rPr>
                <a:t>ADD TEXT HERE</a:t>
              </a:r>
              <a:endParaRPr lang="zh-CN" altLang="en-US" sz="2000" dirty="0">
                <a:solidFill>
                  <a:schemeClr val="bg1"/>
                </a:solidFill>
                <a:latin typeface="造字工房悦黑体验版纤细体" pitchFamily="50" charset="-122"/>
                <a:ea typeface="造字工房悦黑体验版纤细体" pitchFamily="50" charset="-122"/>
              </a:endParaRPr>
            </a:p>
          </p:txBody>
        </p:sp>
      </p:grpSp>
      <p:sp>
        <p:nvSpPr>
          <p:cNvPr id="56" name="矩形 55"/>
          <p:cNvSpPr/>
          <p:nvPr/>
        </p:nvSpPr>
        <p:spPr>
          <a:xfrm>
            <a:off x="566633" y="2758125"/>
            <a:ext cx="3374134" cy="1015663"/>
          </a:xfrm>
          <a:prstGeom prst="rect">
            <a:avLst/>
          </a:prstGeom>
        </p:spPr>
        <p:txBody>
          <a:bodyPr wrap="square">
            <a:spAutoFit/>
          </a:bodyPr>
          <a:lstStyle/>
          <a:p>
            <a:pPr>
              <a:lnSpc>
                <a:spcPct val="150000"/>
              </a:lnSpc>
            </a:pPr>
            <a:r>
              <a:rPr lang="en-US" altLang="zh-CN" sz="1000" dirty="0">
                <a:solidFill>
                  <a:schemeClr val="bg2">
                    <a:lumMod val="25000"/>
                    <a:alpha val="72000"/>
                  </a:schemeClr>
                </a:solidFill>
                <a:latin typeface="微软雅黑" panose="020B0503020204020204" charset="-122"/>
                <a:ea typeface="微软雅黑" panose="020B0503020204020204" charset="-122"/>
              </a:rPr>
              <a:t>Our designers in </a:t>
            </a:r>
            <a:r>
              <a:rPr lang="en-US" altLang="zh-CN" sz="1000" dirty="0" err="1">
                <a:solidFill>
                  <a:schemeClr val="bg2">
                    <a:lumMod val="25000"/>
                    <a:alpha val="72000"/>
                  </a:schemeClr>
                </a:solidFill>
                <a:latin typeface="微软雅黑" panose="020B0503020204020204" charset="-122"/>
                <a:ea typeface="微软雅黑" panose="020B0503020204020204" charset="-122"/>
              </a:rPr>
              <a:t>ChangSha</a:t>
            </a:r>
            <a:r>
              <a:rPr lang="en-US" altLang="zh-CN" sz="1000" dirty="0">
                <a:solidFill>
                  <a:schemeClr val="bg2">
                    <a:lumMod val="25000"/>
                    <a:alpha val="72000"/>
                  </a:schemeClr>
                </a:solidFill>
                <a:latin typeface="微软雅黑" panose="020B0503020204020204" charset="-122"/>
                <a:ea typeface="微软雅黑" panose="020B0503020204020204" charset="-122"/>
              </a:rPr>
              <a:t> to work on this amazing projects. A </a:t>
            </a:r>
            <a:r>
              <a:rPr lang="en-US" altLang="zh-CN" sz="1000" dirty="0" err="1">
                <a:solidFill>
                  <a:schemeClr val="bg2">
                    <a:lumMod val="25000"/>
                    <a:alpha val="72000"/>
                  </a:schemeClr>
                </a:solidFill>
                <a:latin typeface="微软雅黑" panose="020B0503020204020204" charset="-122"/>
                <a:ea typeface="微软雅黑" panose="020B0503020204020204" charset="-122"/>
              </a:rPr>
              <a:t>powerpoint</a:t>
            </a:r>
            <a:r>
              <a:rPr lang="en-US" altLang="zh-CN" sz="1000" dirty="0">
                <a:solidFill>
                  <a:schemeClr val="bg2">
                    <a:lumMod val="25000"/>
                    <a:alpha val="72000"/>
                  </a:schemeClr>
                </a:solidFill>
                <a:latin typeface="微软雅黑" panose="020B0503020204020204" charset="-122"/>
                <a:ea typeface="微软雅黑" panose="020B0503020204020204" charset="-122"/>
              </a:rPr>
              <a:t> template from a website we’re doing. </a:t>
            </a:r>
            <a:r>
              <a:rPr lang="en-US" altLang="zh-CN" sz="1000" dirty="0" err="1">
                <a:solidFill>
                  <a:schemeClr val="bg2">
                    <a:lumMod val="25000"/>
                    <a:alpha val="72000"/>
                  </a:schemeClr>
                </a:solidFill>
                <a:latin typeface="微软雅黑" panose="020B0503020204020204" charset="-122"/>
                <a:ea typeface="微软雅黑" panose="020B0503020204020204" charset="-122"/>
              </a:rPr>
              <a:t>doing.Full</a:t>
            </a:r>
            <a:r>
              <a:rPr lang="en-US" altLang="zh-CN" sz="1000" dirty="0">
                <a:solidFill>
                  <a:schemeClr val="bg2">
                    <a:lumMod val="25000"/>
                    <a:alpha val="72000"/>
                  </a:schemeClr>
                </a:solidFill>
                <a:latin typeface="微软雅黑" panose="020B0503020204020204" charset="-122"/>
                <a:ea typeface="微软雅黑" panose="020B0503020204020204" charset="-122"/>
              </a:rPr>
              <a:t> view in the attachment. </a:t>
            </a:r>
          </a:p>
          <a:p>
            <a:pPr>
              <a:lnSpc>
                <a:spcPct val="150000"/>
              </a:lnSpc>
            </a:pPr>
            <a:r>
              <a:rPr lang="en-US" altLang="zh-CN" sz="1000" dirty="0">
                <a:solidFill>
                  <a:schemeClr val="bg2">
                    <a:lumMod val="25000"/>
                    <a:alpha val="72000"/>
                  </a:schemeClr>
                </a:solidFill>
                <a:latin typeface="微软雅黑" panose="020B0503020204020204" charset="-122"/>
                <a:ea typeface="微软雅黑" panose="020B0503020204020204" charset="-122"/>
              </a:rPr>
              <a:t> </a:t>
            </a:r>
          </a:p>
        </p:txBody>
      </p:sp>
      <p:sp>
        <p:nvSpPr>
          <p:cNvPr id="57" name="矩形 56"/>
          <p:cNvSpPr/>
          <p:nvPr/>
        </p:nvSpPr>
        <p:spPr>
          <a:xfrm>
            <a:off x="8236946" y="2715232"/>
            <a:ext cx="3374134" cy="1015663"/>
          </a:xfrm>
          <a:prstGeom prst="rect">
            <a:avLst/>
          </a:prstGeom>
        </p:spPr>
        <p:txBody>
          <a:bodyPr wrap="square">
            <a:spAutoFit/>
          </a:bodyPr>
          <a:lstStyle/>
          <a:p>
            <a:pPr>
              <a:lnSpc>
                <a:spcPct val="150000"/>
              </a:lnSpc>
            </a:pPr>
            <a:r>
              <a:rPr lang="en-US" altLang="zh-CN" sz="1000" dirty="0">
                <a:solidFill>
                  <a:schemeClr val="bg2">
                    <a:lumMod val="25000"/>
                    <a:alpha val="72000"/>
                  </a:schemeClr>
                </a:solidFill>
                <a:latin typeface="微软雅黑" panose="020B0503020204020204" charset="-122"/>
                <a:ea typeface="微软雅黑" panose="020B0503020204020204" charset="-122"/>
              </a:rPr>
              <a:t>Our designers in </a:t>
            </a:r>
            <a:r>
              <a:rPr lang="en-US" altLang="zh-CN" sz="1000" dirty="0" err="1">
                <a:solidFill>
                  <a:schemeClr val="bg2">
                    <a:lumMod val="25000"/>
                    <a:alpha val="72000"/>
                  </a:schemeClr>
                </a:solidFill>
                <a:latin typeface="微软雅黑" panose="020B0503020204020204" charset="-122"/>
                <a:ea typeface="微软雅黑" panose="020B0503020204020204" charset="-122"/>
              </a:rPr>
              <a:t>ChangSha</a:t>
            </a:r>
            <a:r>
              <a:rPr lang="en-US" altLang="zh-CN" sz="1000" dirty="0">
                <a:solidFill>
                  <a:schemeClr val="bg2">
                    <a:lumMod val="25000"/>
                    <a:alpha val="72000"/>
                  </a:schemeClr>
                </a:solidFill>
                <a:latin typeface="微软雅黑" panose="020B0503020204020204" charset="-122"/>
                <a:ea typeface="微软雅黑" panose="020B0503020204020204" charset="-122"/>
              </a:rPr>
              <a:t> to work on this amazing projects. A </a:t>
            </a:r>
            <a:r>
              <a:rPr lang="en-US" altLang="zh-CN" sz="1000" dirty="0" err="1">
                <a:solidFill>
                  <a:schemeClr val="bg2">
                    <a:lumMod val="25000"/>
                    <a:alpha val="72000"/>
                  </a:schemeClr>
                </a:solidFill>
                <a:latin typeface="微软雅黑" panose="020B0503020204020204" charset="-122"/>
                <a:ea typeface="微软雅黑" panose="020B0503020204020204" charset="-122"/>
              </a:rPr>
              <a:t>powerpoint</a:t>
            </a:r>
            <a:r>
              <a:rPr lang="en-US" altLang="zh-CN" sz="1000" dirty="0">
                <a:solidFill>
                  <a:schemeClr val="bg2">
                    <a:lumMod val="25000"/>
                    <a:alpha val="72000"/>
                  </a:schemeClr>
                </a:solidFill>
                <a:latin typeface="微软雅黑" panose="020B0503020204020204" charset="-122"/>
                <a:ea typeface="微软雅黑" panose="020B0503020204020204" charset="-122"/>
              </a:rPr>
              <a:t> template from a website we’re doing. </a:t>
            </a:r>
            <a:r>
              <a:rPr lang="en-US" altLang="zh-CN" sz="1000" dirty="0" err="1">
                <a:solidFill>
                  <a:schemeClr val="bg2">
                    <a:lumMod val="25000"/>
                    <a:alpha val="72000"/>
                  </a:schemeClr>
                </a:solidFill>
                <a:latin typeface="微软雅黑" panose="020B0503020204020204" charset="-122"/>
                <a:ea typeface="微软雅黑" panose="020B0503020204020204" charset="-122"/>
              </a:rPr>
              <a:t>doing.Full</a:t>
            </a:r>
            <a:r>
              <a:rPr lang="en-US" altLang="zh-CN" sz="1000" dirty="0">
                <a:solidFill>
                  <a:schemeClr val="bg2">
                    <a:lumMod val="25000"/>
                    <a:alpha val="72000"/>
                  </a:schemeClr>
                </a:solidFill>
                <a:latin typeface="微软雅黑" panose="020B0503020204020204" charset="-122"/>
                <a:ea typeface="微软雅黑" panose="020B0503020204020204" charset="-122"/>
              </a:rPr>
              <a:t> view in the attachment. </a:t>
            </a:r>
          </a:p>
          <a:p>
            <a:pPr>
              <a:lnSpc>
                <a:spcPct val="150000"/>
              </a:lnSpc>
            </a:pPr>
            <a:r>
              <a:rPr lang="en-US" altLang="zh-CN" sz="1000" dirty="0">
                <a:solidFill>
                  <a:schemeClr val="bg2">
                    <a:lumMod val="25000"/>
                    <a:alpha val="72000"/>
                  </a:schemeClr>
                </a:solidFill>
                <a:latin typeface="微软雅黑" panose="020B0503020204020204" charset="-122"/>
                <a:ea typeface="微软雅黑" panose="020B0503020204020204" charset="-122"/>
              </a:rPr>
              <a:t> </a:t>
            </a:r>
          </a:p>
        </p:txBody>
      </p:sp>
      <p:sp>
        <p:nvSpPr>
          <p:cNvPr id="58" name="矩形 57"/>
          <p:cNvSpPr/>
          <p:nvPr/>
        </p:nvSpPr>
        <p:spPr>
          <a:xfrm>
            <a:off x="1990179" y="5252998"/>
            <a:ext cx="7980455" cy="784830"/>
          </a:xfrm>
          <a:prstGeom prst="rect">
            <a:avLst/>
          </a:prstGeom>
        </p:spPr>
        <p:txBody>
          <a:bodyPr wrap="square">
            <a:spAutoFit/>
          </a:bodyPr>
          <a:lstStyle/>
          <a:p>
            <a:pPr algn="ctr">
              <a:lnSpc>
                <a:spcPct val="150000"/>
              </a:lnSpc>
            </a:pPr>
            <a:r>
              <a:rPr lang="en-US" altLang="zh-CN" sz="1000" dirty="0">
                <a:solidFill>
                  <a:schemeClr val="bg2">
                    <a:lumMod val="25000"/>
                    <a:alpha val="72000"/>
                  </a:schemeClr>
                </a:solidFill>
                <a:latin typeface="微软雅黑" panose="020B0503020204020204" charset="-122"/>
                <a:ea typeface="微软雅黑" panose="020B0503020204020204" charset="-122"/>
              </a:rPr>
              <a:t>A </a:t>
            </a:r>
            <a:r>
              <a:rPr lang="en-US" altLang="zh-CN" sz="1000" dirty="0" err="1">
                <a:solidFill>
                  <a:schemeClr val="bg2">
                    <a:lumMod val="25000"/>
                    <a:alpha val="72000"/>
                  </a:schemeClr>
                </a:solidFill>
                <a:latin typeface="微软雅黑" panose="020B0503020204020204" charset="-122"/>
                <a:ea typeface="微软雅黑" panose="020B0503020204020204" charset="-122"/>
              </a:rPr>
              <a:t>powerpoint</a:t>
            </a:r>
            <a:r>
              <a:rPr lang="en-US" altLang="zh-CN" sz="1000" dirty="0">
                <a:solidFill>
                  <a:schemeClr val="bg2">
                    <a:lumMod val="25000"/>
                    <a:alpha val="72000"/>
                  </a:schemeClr>
                </a:solidFill>
                <a:latin typeface="微软雅黑" panose="020B0503020204020204" charset="-122"/>
                <a:ea typeface="微软雅黑" panose="020B0503020204020204" charset="-122"/>
              </a:rPr>
              <a:t> template from a website we’re </a:t>
            </a:r>
            <a:r>
              <a:rPr lang="en-US" altLang="zh-CN" sz="1000" dirty="0" err="1">
                <a:solidFill>
                  <a:schemeClr val="bg2">
                    <a:lumMod val="25000"/>
                    <a:alpha val="72000"/>
                  </a:schemeClr>
                </a:solidFill>
                <a:latin typeface="微软雅黑" panose="020B0503020204020204" charset="-122"/>
                <a:ea typeface="微软雅黑" panose="020B0503020204020204" charset="-122"/>
              </a:rPr>
              <a:t>doing.Full</a:t>
            </a:r>
            <a:r>
              <a:rPr lang="en-US" altLang="zh-CN" sz="1000" dirty="0">
                <a:solidFill>
                  <a:schemeClr val="bg2">
                    <a:lumMod val="25000"/>
                    <a:alpha val="72000"/>
                  </a:schemeClr>
                </a:solidFill>
                <a:latin typeface="微软雅黑" panose="020B0503020204020204" charset="-122"/>
                <a:ea typeface="微软雅黑" panose="020B0503020204020204" charset="-122"/>
              </a:rPr>
              <a:t> view in the attachment. Our designers in </a:t>
            </a:r>
            <a:r>
              <a:rPr lang="en-US" altLang="zh-CN" sz="1000" dirty="0" err="1">
                <a:solidFill>
                  <a:schemeClr val="bg2">
                    <a:lumMod val="25000"/>
                    <a:alpha val="72000"/>
                  </a:schemeClr>
                </a:solidFill>
                <a:latin typeface="微软雅黑" panose="020B0503020204020204" charset="-122"/>
                <a:ea typeface="微软雅黑" panose="020B0503020204020204" charset="-122"/>
              </a:rPr>
              <a:t>ChangSha</a:t>
            </a:r>
            <a:r>
              <a:rPr lang="en-US" altLang="zh-CN" sz="1000" dirty="0">
                <a:solidFill>
                  <a:schemeClr val="bg2">
                    <a:lumMod val="25000"/>
                    <a:alpha val="72000"/>
                  </a:schemeClr>
                </a:solidFill>
                <a:latin typeface="微软雅黑" panose="020B0503020204020204" charset="-122"/>
                <a:ea typeface="微软雅黑" panose="020B0503020204020204" charset="-122"/>
              </a:rPr>
              <a:t> to work on this amazing projects. A </a:t>
            </a:r>
            <a:r>
              <a:rPr lang="en-US" altLang="zh-CN" sz="1000" dirty="0" err="1">
                <a:solidFill>
                  <a:schemeClr val="bg2">
                    <a:lumMod val="25000"/>
                    <a:alpha val="72000"/>
                  </a:schemeClr>
                </a:solidFill>
                <a:latin typeface="微软雅黑" panose="020B0503020204020204" charset="-122"/>
                <a:ea typeface="微软雅黑" panose="020B0503020204020204" charset="-122"/>
              </a:rPr>
              <a:t>powerpoint</a:t>
            </a:r>
            <a:r>
              <a:rPr lang="en-US" altLang="zh-CN" sz="1000" dirty="0">
                <a:solidFill>
                  <a:schemeClr val="bg2">
                    <a:lumMod val="25000"/>
                    <a:alpha val="72000"/>
                  </a:schemeClr>
                </a:solidFill>
                <a:latin typeface="微软雅黑" panose="020B0503020204020204" charset="-122"/>
                <a:ea typeface="微软雅黑" panose="020B0503020204020204" charset="-122"/>
              </a:rPr>
              <a:t> template from a website we’re doing. A </a:t>
            </a:r>
            <a:r>
              <a:rPr lang="en-US" altLang="zh-CN" sz="1000" dirty="0" err="1">
                <a:solidFill>
                  <a:schemeClr val="bg2">
                    <a:lumMod val="25000"/>
                    <a:alpha val="72000"/>
                  </a:schemeClr>
                </a:solidFill>
                <a:latin typeface="微软雅黑" panose="020B0503020204020204" charset="-122"/>
                <a:ea typeface="微软雅黑" panose="020B0503020204020204" charset="-122"/>
              </a:rPr>
              <a:t>powerpoint</a:t>
            </a:r>
            <a:r>
              <a:rPr lang="en-US" altLang="zh-CN" sz="1000" dirty="0">
                <a:solidFill>
                  <a:schemeClr val="bg2">
                    <a:lumMod val="25000"/>
                    <a:alpha val="72000"/>
                  </a:schemeClr>
                </a:solidFill>
                <a:latin typeface="微软雅黑" panose="020B0503020204020204" charset="-122"/>
                <a:ea typeface="微软雅黑" panose="020B0503020204020204" charset="-122"/>
              </a:rPr>
              <a:t> template from a website we’re </a:t>
            </a:r>
            <a:r>
              <a:rPr lang="en-US" altLang="zh-CN" sz="1000" dirty="0" err="1">
                <a:solidFill>
                  <a:schemeClr val="bg2">
                    <a:lumMod val="25000"/>
                    <a:alpha val="72000"/>
                  </a:schemeClr>
                </a:solidFill>
                <a:latin typeface="微软雅黑" panose="020B0503020204020204" charset="-122"/>
                <a:ea typeface="微软雅黑" panose="020B0503020204020204" charset="-122"/>
              </a:rPr>
              <a:t>doing.Full</a:t>
            </a:r>
            <a:r>
              <a:rPr lang="en-US" altLang="zh-CN" sz="1000" dirty="0">
                <a:solidFill>
                  <a:schemeClr val="bg2">
                    <a:lumMod val="25000"/>
                    <a:alpha val="72000"/>
                  </a:schemeClr>
                </a:solidFill>
                <a:latin typeface="微软雅黑" panose="020B0503020204020204" charset="-122"/>
                <a:ea typeface="微软雅黑" panose="020B0503020204020204" charset="-122"/>
              </a:rPr>
              <a:t> view in the attachment. Our designers in </a:t>
            </a:r>
            <a:r>
              <a:rPr lang="en-US" altLang="zh-CN" sz="1000" dirty="0" err="1">
                <a:solidFill>
                  <a:schemeClr val="bg2">
                    <a:lumMod val="25000"/>
                    <a:alpha val="72000"/>
                  </a:schemeClr>
                </a:solidFill>
                <a:latin typeface="微软雅黑" panose="020B0503020204020204" charset="-122"/>
                <a:ea typeface="微软雅黑" panose="020B0503020204020204" charset="-122"/>
              </a:rPr>
              <a:t>ChangSha</a:t>
            </a:r>
            <a:r>
              <a:rPr lang="en-US" altLang="zh-CN" sz="1000" dirty="0">
                <a:solidFill>
                  <a:schemeClr val="bg2">
                    <a:lumMod val="25000"/>
                    <a:alpha val="72000"/>
                  </a:schemeClr>
                </a:solidFill>
                <a:latin typeface="微软雅黑" panose="020B0503020204020204" charset="-122"/>
                <a:ea typeface="微软雅黑" panose="020B0503020204020204" charset="-122"/>
              </a:rPr>
              <a:t> to work on this amazing projects. </a:t>
            </a:r>
          </a:p>
        </p:txBody>
      </p:sp>
      <p:sp>
        <p:nvSpPr>
          <p:cNvPr id="59" name="矩形 58"/>
          <p:cNvSpPr/>
          <p:nvPr/>
        </p:nvSpPr>
        <p:spPr>
          <a:xfrm>
            <a:off x="3993154" y="4727161"/>
            <a:ext cx="3974507" cy="3714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4271961" y="4727764"/>
            <a:ext cx="3200399" cy="400110"/>
          </a:xfrm>
          <a:prstGeom prst="rect">
            <a:avLst/>
          </a:prstGeom>
          <a:noFill/>
        </p:spPr>
        <p:txBody>
          <a:bodyPr wrap="square" rtlCol="0">
            <a:spAutoFit/>
          </a:bodyPr>
          <a:lstStyle/>
          <a:p>
            <a:pPr algn="ctr"/>
            <a:r>
              <a:rPr lang="en-US" altLang="zh-CN" sz="2000" dirty="0">
                <a:solidFill>
                  <a:schemeClr val="bg1"/>
                </a:solidFill>
                <a:latin typeface="造字工房悦黑体验版纤细体" pitchFamily="50" charset="-122"/>
                <a:ea typeface="造字工房悦黑体验版纤细体" pitchFamily="50" charset="-122"/>
              </a:rPr>
              <a:t>&gt;&gt;&gt; ADD TEXT HERE &lt;&lt;&lt;</a:t>
            </a:r>
            <a:endParaRPr lang="zh-CN" altLang="en-US" sz="2000" dirty="0">
              <a:solidFill>
                <a:schemeClr val="bg1"/>
              </a:solidFill>
              <a:latin typeface="造字工房悦黑体验版纤细体" pitchFamily="50" charset="-122"/>
              <a:ea typeface="造字工房悦黑体验版纤细体" pitchFamily="50" charset="-122"/>
            </a:endParaRPr>
          </a:p>
        </p:txBody>
      </p:sp>
    </p:spTree>
    <p:extLst>
      <p:ext uri="{BB962C8B-B14F-4D97-AF65-F5344CB8AC3E}">
        <p14:creationId xmlns:p14="http://schemas.microsoft.com/office/powerpoint/2010/main" val="2409341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21" name="组合 20"/>
          <p:cNvGrpSpPr/>
          <p:nvPr/>
        </p:nvGrpSpPr>
        <p:grpSpPr>
          <a:xfrm>
            <a:off x="1184910" y="1986280"/>
            <a:ext cx="4161790" cy="1529080"/>
            <a:chOff x="1866" y="2984"/>
            <a:chExt cx="6554" cy="2408"/>
          </a:xfrm>
        </p:grpSpPr>
        <p:sp>
          <p:nvSpPr>
            <p:cNvPr id="25" name="Freeform 63"/>
            <p:cNvSpPr>
              <a:spLocks noChangeAspect="1"/>
            </p:cNvSpPr>
            <p:nvPr/>
          </p:nvSpPr>
          <p:spPr bwMode="auto">
            <a:xfrm>
              <a:off x="2270" y="3541"/>
              <a:ext cx="1227" cy="1191"/>
            </a:xfrm>
            <a:custGeom>
              <a:avLst/>
              <a:gdLst>
                <a:gd name="T0" fmla="*/ 244 w 312"/>
                <a:gd name="T1" fmla="*/ 0 h 303"/>
                <a:gd name="T2" fmla="*/ 209 w 312"/>
                <a:gd name="T3" fmla="*/ 12 h 303"/>
                <a:gd name="T4" fmla="*/ 181 w 312"/>
                <a:gd name="T5" fmla="*/ 49 h 303"/>
                <a:gd name="T6" fmla="*/ 198 w 312"/>
                <a:gd name="T7" fmla="*/ 112 h 303"/>
                <a:gd name="T8" fmla="*/ 195 w 312"/>
                <a:gd name="T9" fmla="*/ 112 h 303"/>
                <a:gd name="T10" fmla="*/ 177 w 312"/>
                <a:gd name="T11" fmla="*/ 92 h 303"/>
                <a:gd name="T12" fmla="*/ 92 w 312"/>
                <a:gd name="T13" fmla="*/ 177 h 303"/>
                <a:gd name="T14" fmla="*/ 71 w 312"/>
                <a:gd name="T15" fmla="*/ 174 h 303"/>
                <a:gd name="T16" fmla="*/ 29 w 312"/>
                <a:gd name="T17" fmla="*/ 192 h 303"/>
                <a:gd name="T18" fmla="*/ 7 w 312"/>
                <a:gd name="T19" fmla="*/ 255 h 303"/>
                <a:gd name="T20" fmla="*/ 14 w 312"/>
                <a:gd name="T21" fmla="*/ 266 h 303"/>
                <a:gd name="T22" fmla="*/ 14 w 312"/>
                <a:gd name="T23" fmla="*/ 266 h 303"/>
                <a:gd name="T24" fmla="*/ 53 w 312"/>
                <a:gd name="T25" fmla="*/ 228 h 303"/>
                <a:gd name="T26" fmla="*/ 80 w 312"/>
                <a:gd name="T27" fmla="*/ 255 h 303"/>
                <a:gd name="T28" fmla="*/ 40 w 312"/>
                <a:gd name="T29" fmla="*/ 296 h 303"/>
                <a:gd name="T30" fmla="*/ 70 w 312"/>
                <a:gd name="T31" fmla="*/ 303 h 303"/>
                <a:gd name="T32" fmla="*/ 100 w 312"/>
                <a:gd name="T33" fmla="*/ 295 h 303"/>
                <a:gd name="T34" fmla="*/ 134 w 312"/>
                <a:gd name="T35" fmla="*/ 244 h 303"/>
                <a:gd name="T36" fmla="*/ 116 w 312"/>
                <a:gd name="T37" fmla="*/ 191 h 303"/>
                <a:gd name="T38" fmla="*/ 118 w 312"/>
                <a:gd name="T39" fmla="*/ 190 h 303"/>
                <a:gd name="T40" fmla="*/ 138 w 312"/>
                <a:gd name="T41" fmla="*/ 209 h 303"/>
                <a:gd name="T42" fmla="*/ 222 w 312"/>
                <a:gd name="T43" fmla="*/ 126 h 303"/>
                <a:gd name="T44" fmla="*/ 245 w 312"/>
                <a:gd name="T45" fmla="*/ 129 h 303"/>
                <a:gd name="T46" fmla="*/ 256 w 312"/>
                <a:gd name="T47" fmla="*/ 127 h 303"/>
                <a:gd name="T48" fmla="*/ 298 w 312"/>
                <a:gd name="T49" fmla="*/ 97 h 303"/>
                <a:gd name="T50" fmla="*/ 302 w 312"/>
                <a:gd name="T51" fmla="*/ 34 h 303"/>
                <a:gd name="T52" fmla="*/ 260 w 312"/>
                <a:gd name="T53" fmla="*/ 75 h 303"/>
                <a:gd name="T54" fmla="*/ 234 w 312"/>
                <a:gd name="T55" fmla="*/ 48 h 303"/>
                <a:gd name="T56" fmla="*/ 274 w 312"/>
                <a:gd name="T57" fmla="*/ 7 h 303"/>
                <a:gd name="T58" fmla="*/ 244 w 312"/>
                <a:gd name="T59"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2" h="303">
                  <a:moveTo>
                    <a:pt x="244" y="0"/>
                  </a:moveTo>
                  <a:cubicBezTo>
                    <a:pt x="231" y="0"/>
                    <a:pt x="219" y="4"/>
                    <a:pt x="209" y="12"/>
                  </a:cubicBezTo>
                  <a:cubicBezTo>
                    <a:pt x="197" y="22"/>
                    <a:pt x="185" y="34"/>
                    <a:pt x="181" y="49"/>
                  </a:cubicBezTo>
                  <a:cubicBezTo>
                    <a:pt x="175" y="72"/>
                    <a:pt x="184" y="94"/>
                    <a:pt x="198" y="112"/>
                  </a:cubicBezTo>
                  <a:cubicBezTo>
                    <a:pt x="197" y="112"/>
                    <a:pt x="196" y="112"/>
                    <a:pt x="195" y="112"/>
                  </a:cubicBezTo>
                  <a:cubicBezTo>
                    <a:pt x="185" y="112"/>
                    <a:pt x="181" y="101"/>
                    <a:pt x="177" y="92"/>
                  </a:cubicBezTo>
                  <a:cubicBezTo>
                    <a:pt x="148" y="120"/>
                    <a:pt x="121" y="150"/>
                    <a:pt x="92" y="177"/>
                  </a:cubicBezTo>
                  <a:cubicBezTo>
                    <a:pt x="85" y="175"/>
                    <a:pt x="78" y="174"/>
                    <a:pt x="71" y="174"/>
                  </a:cubicBezTo>
                  <a:cubicBezTo>
                    <a:pt x="55" y="174"/>
                    <a:pt x="39" y="180"/>
                    <a:pt x="29" y="192"/>
                  </a:cubicBezTo>
                  <a:cubicBezTo>
                    <a:pt x="11" y="207"/>
                    <a:pt x="0" y="232"/>
                    <a:pt x="7" y="255"/>
                  </a:cubicBezTo>
                  <a:cubicBezTo>
                    <a:pt x="9" y="258"/>
                    <a:pt x="9" y="266"/>
                    <a:pt x="14" y="266"/>
                  </a:cubicBezTo>
                  <a:cubicBezTo>
                    <a:pt x="14" y="266"/>
                    <a:pt x="14" y="266"/>
                    <a:pt x="14" y="266"/>
                  </a:cubicBezTo>
                  <a:cubicBezTo>
                    <a:pt x="28" y="254"/>
                    <a:pt x="40" y="240"/>
                    <a:pt x="53" y="228"/>
                  </a:cubicBezTo>
                  <a:cubicBezTo>
                    <a:pt x="62" y="236"/>
                    <a:pt x="71" y="246"/>
                    <a:pt x="80" y="255"/>
                  </a:cubicBezTo>
                  <a:cubicBezTo>
                    <a:pt x="67" y="269"/>
                    <a:pt x="53" y="282"/>
                    <a:pt x="40" y="296"/>
                  </a:cubicBezTo>
                  <a:cubicBezTo>
                    <a:pt x="49" y="300"/>
                    <a:pt x="60" y="303"/>
                    <a:pt x="70" y="303"/>
                  </a:cubicBezTo>
                  <a:cubicBezTo>
                    <a:pt x="81" y="303"/>
                    <a:pt x="91" y="300"/>
                    <a:pt x="100" y="295"/>
                  </a:cubicBezTo>
                  <a:cubicBezTo>
                    <a:pt x="117" y="282"/>
                    <a:pt x="133" y="265"/>
                    <a:pt x="134" y="244"/>
                  </a:cubicBezTo>
                  <a:cubicBezTo>
                    <a:pt x="137" y="224"/>
                    <a:pt x="127" y="206"/>
                    <a:pt x="116" y="191"/>
                  </a:cubicBezTo>
                  <a:cubicBezTo>
                    <a:pt x="117" y="190"/>
                    <a:pt x="117" y="190"/>
                    <a:pt x="118" y="190"/>
                  </a:cubicBezTo>
                  <a:cubicBezTo>
                    <a:pt x="128" y="190"/>
                    <a:pt x="133" y="202"/>
                    <a:pt x="138" y="209"/>
                  </a:cubicBezTo>
                  <a:cubicBezTo>
                    <a:pt x="166" y="182"/>
                    <a:pt x="194" y="153"/>
                    <a:pt x="222" y="126"/>
                  </a:cubicBezTo>
                  <a:cubicBezTo>
                    <a:pt x="230" y="127"/>
                    <a:pt x="237" y="129"/>
                    <a:pt x="245" y="129"/>
                  </a:cubicBezTo>
                  <a:cubicBezTo>
                    <a:pt x="249" y="129"/>
                    <a:pt x="252" y="128"/>
                    <a:pt x="256" y="127"/>
                  </a:cubicBezTo>
                  <a:cubicBezTo>
                    <a:pt x="274" y="125"/>
                    <a:pt x="286" y="110"/>
                    <a:pt x="298" y="97"/>
                  </a:cubicBezTo>
                  <a:cubicBezTo>
                    <a:pt x="312" y="79"/>
                    <a:pt x="311" y="54"/>
                    <a:pt x="302" y="34"/>
                  </a:cubicBezTo>
                  <a:cubicBezTo>
                    <a:pt x="287" y="47"/>
                    <a:pt x="274" y="62"/>
                    <a:pt x="260" y="75"/>
                  </a:cubicBezTo>
                  <a:cubicBezTo>
                    <a:pt x="251" y="66"/>
                    <a:pt x="242" y="57"/>
                    <a:pt x="234" y="48"/>
                  </a:cubicBezTo>
                  <a:cubicBezTo>
                    <a:pt x="247" y="34"/>
                    <a:pt x="261" y="20"/>
                    <a:pt x="274" y="7"/>
                  </a:cubicBezTo>
                  <a:cubicBezTo>
                    <a:pt x="265" y="2"/>
                    <a:pt x="255" y="0"/>
                    <a:pt x="244" y="0"/>
                  </a:cubicBezTo>
                </a:path>
              </a:pathLst>
            </a:custGeom>
            <a:solidFill>
              <a:schemeClr val="tx1"/>
            </a:solidFill>
            <a:ln>
              <a:noFill/>
            </a:ln>
          </p:spPr>
          <p:txBody>
            <a:bodyPr vert="horz" wrap="square" lIns="91436" tIns="45718" rIns="91436" bIns="45718" numCol="1" anchor="t" anchorCtr="0" compatLnSpc="1"/>
            <a:lstStyle/>
            <a:p>
              <a:endParaRPr lang="zh-CN" altLang="en-US" sz="1500"/>
            </a:p>
          </p:txBody>
        </p:sp>
        <p:grpSp>
          <p:nvGrpSpPr>
            <p:cNvPr id="14" name="组合 13"/>
            <p:cNvGrpSpPr/>
            <p:nvPr/>
          </p:nvGrpSpPr>
          <p:grpSpPr>
            <a:xfrm>
              <a:off x="1866" y="2984"/>
              <a:ext cx="6555" cy="2409"/>
              <a:chOff x="1986" y="2648"/>
              <a:chExt cx="6555" cy="2409"/>
            </a:xfrm>
          </p:grpSpPr>
          <p:sp>
            <p:nvSpPr>
              <p:cNvPr id="15" name="任意多边形 14"/>
              <p:cNvSpPr/>
              <p:nvPr/>
            </p:nvSpPr>
            <p:spPr>
              <a:xfrm rot="5400000">
                <a:off x="2132" y="2593"/>
                <a:ext cx="2121" cy="2414"/>
              </a:xfrm>
              <a:custGeom>
                <a:avLst/>
                <a:gdLst>
                  <a:gd name="connsiteX0" fmla="*/ 770660 w 826161"/>
                  <a:gd name="connsiteY0" fmla="*/ 940604 h 940604"/>
                  <a:gd name="connsiteX1" fmla="*/ 55501 w 826161"/>
                  <a:gd name="connsiteY1" fmla="*/ 940604 h 940604"/>
                  <a:gd name="connsiteX2" fmla="*/ 0 w 826161"/>
                  <a:gd name="connsiteY2" fmla="*/ 885103 h 940604"/>
                  <a:gd name="connsiteX3" fmla="*/ 0 w 826161"/>
                  <a:gd name="connsiteY3" fmla="*/ 169944 h 940604"/>
                  <a:gd name="connsiteX4" fmla="*/ 55501 w 826161"/>
                  <a:gd name="connsiteY4" fmla="*/ 114443 h 940604"/>
                  <a:gd name="connsiteX5" fmla="*/ 346704 w 826161"/>
                  <a:gd name="connsiteY5" fmla="*/ 114443 h 940604"/>
                  <a:gd name="connsiteX6" fmla="*/ 413081 w 826161"/>
                  <a:gd name="connsiteY6" fmla="*/ 0 h 940604"/>
                  <a:gd name="connsiteX7" fmla="*/ 479458 w 826161"/>
                  <a:gd name="connsiteY7" fmla="*/ 114443 h 940604"/>
                  <a:gd name="connsiteX8" fmla="*/ 770660 w 826161"/>
                  <a:gd name="connsiteY8" fmla="*/ 114443 h 940604"/>
                  <a:gd name="connsiteX9" fmla="*/ 826161 w 826161"/>
                  <a:gd name="connsiteY9" fmla="*/ 169944 h 940604"/>
                  <a:gd name="connsiteX10" fmla="*/ 826161 w 826161"/>
                  <a:gd name="connsiteY10" fmla="*/ 885103 h 940604"/>
                  <a:gd name="connsiteX11" fmla="*/ 770660 w 826161"/>
                  <a:gd name="connsiteY11" fmla="*/ 940604 h 94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4" tIns="60957" rIns="121914" bIns="60957" rtlCol="0" anchor="ctr"/>
              <a:lstStyle/>
              <a:p>
                <a:pPr algn="ctr"/>
                <a:endParaRPr lang="zh-CN" altLang="en-US"/>
              </a:p>
            </p:txBody>
          </p:sp>
          <p:grpSp>
            <p:nvGrpSpPr>
              <p:cNvPr id="17" name="组合 16"/>
              <p:cNvGrpSpPr/>
              <p:nvPr/>
            </p:nvGrpSpPr>
            <p:grpSpPr>
              <a:xfrm>
                <a:off x="4581" y="2648"/>
                <a:ext cx="3960" cy="2409"/>
                <a:chOff x="2181981" y="1260751"/>
                <a:chExt cx="1282050" cy="1146773"/>
              </a:xfrm>
            </p:grpSpPr>
            <p:sp>
              <p:nvSpPr>
                <p:cNvPr id="18" name="文本框 61"/>
                <p:cNvSpPr txBox="1"/>
                <p:nvPr/>
              </p:nvSpPr>
              <p:spPr>
                <a:xfrm>
                  <a:off x="2181981" y="1260751"/>
                  <a:ext cx="1282050" cy="742662"/>
                </a:xfrm>
                <a:prstGeom prst="rect">
                  <a:avLst/>
                </a:prstGeom>
                <a:noFill/>
                <a:ln>
                  <a:noFill/>
                </a:ln>
              </p:spPr>
              <p:txBody>
                <a:bodyPr wrap="square" rtlCol="0">
                  <a:spAutoFit/>
                </a:bodyPr>
                <a:lstStyle/>
                <a:p>
                  <a:r>
                    <a:rPr lang="en-US" altLang="zh-CN" sz="5900" dirty="0">
                      <a:solidFill>
                        <a:schemeClr val="bg2">
                          <a:lumMod val="10000"/>
                        </a:schemeClr>
                      </a:solidFill>
                      <a:latin typeface="方正细圆简体" panose="02010601030101010101" charset="-122"/>
                      <a:ea typeface="方正细圆简体" panose="02010601030101010101" charset="-122"/>
                    </a:rPr>
                    <a:t>58%</a:t>
                  </a:r>
                </a:p>
              </p:txBody>
            </p:sp>
            <p:cxnSp>
              <p:nvCxnSpPr>
                <p:cNvPr id="19" name="直接连接符 18"/>
                <p:cNvCxnSpPr/>
                <p:nvPr/>
              </p:nvCxnSpPr>
              <p:spPr>
                <a:xfrm>
                  <a:off x="2261518" y="1962696"/>
                  <a:ext cx="951111"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0" name="文本框 63"/>
                <p:cNvSpPr txBox="1"/>
                <p:nvPr/>
              </p:nvSpPr>
              <p:spPr>
                <a:xfrm>
                  <a:off x="2181981" y="1973352"/>
                  <a:ext cx="1282050" cy="434172"/>
                </a:xfrm>
                <a:prstGeom prst="rect">
                  <a:avLst/>
                </a:prstGeom>
                <a:noFill/>
                <a:ln>
                  <a:noFill/>
                </a:ln>
              </p:spPr>
              <p:txBody>
                <a:bodyPr wrap="square" rtlCol="0">
                  <a:spAutoFit/>
                </a:bodyPr>
                <a:lstStyle/>
                <a:p>
                  <a:r>
                    <a:rPr lang="en-US" altLang="zh-CN" sz="3200">
                      <a:solidFill>
                        <a:schemeClr val="tx1">
                          <a:lumMod val="65000"/>
                          <a:lumOff val="35000"/>
                        </a:schemeClr>
                      </a:solidFill>
                      <a:latin typeface="方正细圆简体" panose="02010601030101010101" charset="-122"/>
                      <a:ea typeface="方正细圆简体" panose="02010601030101010101" charset="-122"/>
                    </a:rPr>
                    <a:t>From 2018 </a:t>
                  </a:r>
                  <a:endParaRPr lang="en-US" altLang="zh-CN" sz="3200" dirty="0">
                    <a:solidFill>
                      <a:schemeClr val="tx1">
                        <a:lumMod val="65000"/>
                        <a:lumOff val="35000"/>
                      </a:schemeClr>
                    </a:solidFill>
                    <a:latin typeface="方正细圆简体" panose="02010601030101010101" charset="-122"/>
                    <a:ea typeface="方正细圆简体" panose="02010601030101010101" charset="-122"/>
                  </a:endParaRPr>
                </a:p>
              </p:txBody>
            </p:sp>
          </p:grpSp>
        </p:grpSp>
      </p:grpSp>
      <p:grpSp>
        <p:nvGrpSpPr>
          <p:cNvPr id="22" name="组合 21"/>
          <p:cNvGrpSpPr/>
          <p:nvPr/>
        </p:nvGrpSpPr>
        <p:grpSpPr>
          <a:xfrm>
            <a:off x="6550660" y="2044700"/>
            <a:ext cx="4417695" cy="1742294"/>
            <a:chOff x="10316" y="2740"/>
            <a:chExt cx="6957" cy="2744"/>
          </a:xfrm>
        </p:grpSpPr>
        <p:grpSp>
          <p:nvGrpSpPr>
            <p:cNvPr id="23" name="组合 22"/>
            <p:cNvGrpSpPr>
              <a:grpSpLocks noChangeAspect="1"/>
            </p:cNvGrpSpPr>
            <p:nvPr/>
          </p:nvGrpSpPr>
          <p:grpSpPr>
            <a:xfrm>
              <a:off x="10739" y="3207"/>
              <a:ext cx="1341" cy="1186"/>
              <a:chOff x="3676115" y="1160462"/>
              <a:chExt cx="5659574" cy="5004107"/>
            </a:xfrm>
            <a:solidFill>
              <a:srgbClr val="E23761"/>
            </a:solidFill>
          </p:grpSpPr>
          <p:sp>
            <p:nvSpPr>
              <p:cNvPr id="24" name="任意多边形 23"/>
              <p:cNvSpPr/>
              <p:nvPr/>
            </p:nvSpPr>
            <p:spPr>
              <a:xfrm>
                <a:off x="3676115" y="2915504"/>
                <a:ext cx="4433135" cy="3249065"/>
              </a:xfrm>
              <a:custGeom>
                <a:avLst/>
                <a:gdLst>
                  <a:gd name="connsiteX0" fmla="*/ 1383752 w 4433135"/>
                  <a:gd name="connsiteY0" fmla="*/ 867104 h 3249065"/>
                  <a:gd name="connsiteX1" fmla="*/ 1258108 w 4433135"/>
                  <a:gd name="connsiteY1" fmla="*/ 868142 h 3249065"/>
                  <a:gd name="connsiteX2" fmla="*/ 1210263 w 4433135"/>
                  <a:gd name="connsiteY2" fmla="*/ 944893 h 3249065"/>
                  <a:gd name="connsiteX3" fmla="*/ 1459057 w 4433135"/>
                  <a:gd name="connsiteY3" fmla="*/ 2196531 h 3249065"/>
                  <a:gd name="connsiteX4" fmla="*/ 1733368 w 4433135"/>
                  <a:gd name="connsiteY4" fmla="*/ 2583239 h 3249065"/>
                  <a:gd name="connsiteX5" fmla="*/ 2049146 w 4433135"/>
                  <a:gd name="connsiteY5" fmla="*/ 2583239 h 3249065"/>
                  <a:gd name="connsiteX6" fmla="*/ 2103371 w 4433135"/>
                  <a:gd name="connsiteY6" fmla="*/ 2456304 h 3249065"/>
                  <a:gd name="connsiteX7" fmla="*/ 1832248 w 4433135"/>
                  <a:gd name="connsiteY7" fmla="*/ 1054116 h 3249065"/>
                  <a:gd name="connsiteX8" fmla="*/ 1720610 w 4433135"/>
                  <a:gd name="connsiteY8" fmla="*/ 868142 h 3249065"/>
                  <a:gd name="connsiteX9" fmla="*/ 1511289 w 4433135"/>
                  <a:gd name="connsiteY9" fmla="*/ 867589 h 3249065"/>
                  <a:gd name="connsiteX10" fmla="*/ 1383752 w 4433135"/>
                  <a:gd name="connsiteY10" fmla="*/ 867104 h 3249065"/>
                  <a:gd name="connsiteX11" fmla="*/ 146071 w 4433135"/>
                  <a:gd name="connsiteY11" fmla="*/ 0 h 3249065"/>
                  <a:gd name="connsiteX12" fmla="*/ 882914 w 4433135"/>
                  <a:gd name="connsiteY12" fmla="*/ 0 h 3249065"/>
                  <a:gd name="connsiteX13" fmla="*/ 880954 w 4433135"/>
                  <a:gd name="connsiteY13" fmla="*/ 74488 h 3249065"/>
                  <a:gd name="connsiteX14" fmla="*/ 1122741 w 4433135"/>
                  <a:gd name="connsiteY14" fmla="*/ 461420 h 3249065"/>
                  <a:gd name="connsiteX15" fmla="*/ 1786399 w 4433135"/>
                  <a:gd name="connsiteY15" fmla="*/ 283593 h 3249065"/>
                  <a:gd name="connsiteX16" fmla="*/ 1950131 w 4433135"/>
                  <a:gd name="connsiteY16" fmla="*/ 0 h 3249065"/>
                  <a:gd name="connsiteX17" fmla="*/ 2992123 w 4433135"/>
                  <a:gd name="connsiteY17" fmla="*/ 0 h 3249065"/>
                  <a:gd name="connsiteX18" fmla="*/ 2975391 w 4433135"/>
                  <a:gd name="connsiteY18" fmla="*/ 34734 h 3249065"/>
                  <a:gd name="connsiteX19" fmla="*/ 2853142 w 4433135"/>
                  <a:gd name="connsiteY19" fmla="*/ 640253 h 3249065"/>
                  <a:gd name="connsiteX20" fmla="*/ 2861174 w 4433135"/>
                  <a:gd name="connsiteY20" fmla="*/ 799307 h 3249065"/>
                  <a:gd name="connsiteX21" fmla="*/ 2870542 w 4433135"/>
                  <a:gd name="connsiteY21" fmla="*/ 860687 h 3249065"/>
                  <a:gd name="connsiteX22" fmla="*/ 2849298 w 4433135"/>
                  <a:gd name="connsiteY22" fmla="*/ 859746 h 3249065"/>
                  <a:gd name="connsiteX23" fmla="*/ 2617108 w 4433135"/>
                  <a:gd name="connsiteY23" fmla="*/ 855875 h 3249065"/>
                  <a:gd name="connsiteX24" fmla="*/ 2511161 w 4433135"/>
                  <a:gd name="connsiteY24" fmla="*/ 856055 h 3249065"/>
                  <a:gd name="connsiteX25" fmla="*/ 2397787 w 4433135"/>
                  <a:gd name="connsiteY25" fmla="*/ 858300 h 3249065"/>
                  <a:gd name="connsiteX26" fmla="*/ 2267900 w 4433135"/>
                  <a:gd name="connsiteY26" fmla="*/ 1007867 h 3249065"/>
                  <a:gd name="connsiteX27" fmla="*/ 2452890 w 4433135"/>
                  <a:gd name="connsiteY27" fmla="*/ 2491724 h 3249065"/>
                  <a:gd name="connsiteX28" fmla="*/ 2523737 w 4433135"/>
                  <a:gd name="connsiteY28" fmla="*/ 2594059 h 3249065"/>
                  <a:gd name="connsiteX29" fmla="*/ 2783511 w 4433135"/>
                  <a:gd name="connsiteY29" fmla="*/ 2590123 h 3249065"/>
                  <a:gd name="connsiteX30" fmla="*/ 2846486 w 4433135"/>
                  <a:gd name="connsiteY30" fmla="*/ 2479916 h 3249065"/>
                  <a:gd name="connsiteX31" fmla="*/ 2980514 w 4433135"/>
                  <a:gd name="connsiteY31" fmla="*/ 1369603 h 3249065"/>
                  <a:gd name="connsiteX32" fmla="*/ 2991426 w 4433135"/>
                  <a:gd name="connsiteY32" fmla="*/ 1279059 h 3249065"/>
                  <a:gd name="connsiteX33" fmla="*/ 3040898 w 4433135"/>
                  <a:gd name="connsiteY33" fmla="*/ 1381756 h 3249065"/>
                  <a:gd name="connsiteX34" fmla="*/ 3308774 w 4433135"/>
                  <a:gd name="connsiteY34" fmla="*/ 1740245 h 3249065"/>
                  <a:gd name="connsiteX35" fmla="*/ 3336412 w 4433135"/>
                  <a:gd name="connsiteY35" fmla="*/ 1765365 h 3249065"/>
                  <a:gd name="connsiteX36" fmla="*/ 3296438 w 4433135"/>
                  <a:gd name="connsiteY36" fmla="*/ 1973342 h 3249065"/>
                  <a:gd name="connsiteX37" fmla="*/ 3203877 w 4433135"/>
                  <a:gd name="connsiteY37" fmla="*/ 2456304 h 3249065"/>
                  <a:gd name="connsiteX38" fmla="*/ 3258102 w 4433135"/>
                  <a:gd name="connsiteY38" fmla="*/ 2583239 h 3249065"/>
                  <a:gd name="connsiteX39" fmla="*/ 3573880 w 4433135"/>
                  <a:gd name="connsiteY39" fmla="*/ 2583239 h 3249065"/>
                  <a:gd name="connsiteX40" fmla="*/ 3848192 w 4433135"/>
                  <a:gd name="connsiteY40" fmla="*/ 2196531 h 3249065"/>
                  <a:gd name="connsiteX41" fmla="*/ 3860345 w 4433135"/>
                  <a:gd name="connsiteY41" fmla="*/ 2138945 h 3249065"/>
                  <a:gd name="connsiteX42" fmla="*/ 3868876 w 4433135"/>
                  <a:gd name="connsiteY42" fmla="*/ 2097649 h 3249065"/>
                  <a:gd name="connsiteX43" fmla="*/ 3946171 w 4433135"/>
                  <a:gd name="connsiteY43" fmla="*/ 2125939 h 3249065"/>
                  <a:gd name="connsiteX44" fmla="*/ 4408766 w 4433135"/>
                  <a:gd name="connsiteY44" fmla="*/ 2195877 h 3249065"/>
                  <a:gd name="connsiteX45" fmla="*/ 4433135 w 4433135"/>
                  <a:gd name="connsiteY45" fmla="*/ 2194647 h 3249065"/>
                  <a:gd name="connsiteX46" fmla="*/ 4229977 w 4433135"/>
                  <a:gd name="connsiteY46" fmla="*/ 2999465 h 3249065"/>
                  <a:gd name="connsiteX47" fmla="*/ 3976107 w 4433135"/>
                  <a:gd name="connsiteY47" fmla="*/ 3247430 h 3249065"/>
                  <a:gd name="connsiteX48" fmla="*/ 1337046 w 4433135"/>
                  <a:gd name="connsiteY48" fmla="*/ 3247430 h 3249065"/>
                  <a:gd name="connsiteX49" fmla="*/ 1035944 w 4433135"/>
                  <a:gd name="connsiteY49" fmla="*/ 3023080 h 3249065"/>
                  <a:gd name="connsiteX50" fmla="*/ 507540 w 4433135"/>
                  <a:gd name="connsiteY50" fmla="*/ 904676 h 3249065"/>
                  <a:gd name="connsiteX51" fmla="*/ 501007 w 4433135"/>
                  <a:gd name="connsiteY51" fmla="*/ 876408 h 3249065"/>
                  <a:gd name="connsiteX52" fmla="*/ 146071 w 4433135"/>
                  <a:gd name="connsiteY52" fmla="*/ 876408 h 3249065"/>
                  <a:gd name="connsiteX53" fmla="*/ 0 w 4433135"/>
                  <a:gd name="connsiteY53" fmla="*/ 730337 h 3249065"/>
                  <a:gd name="connsiteX54" fmla="*/ 0 w 4433135"/>
                  <a:gd name="connsiteY54" fmla="*/ 146071 h 3249065"/>
                  <a:gd name="connsiteX55" fmla="*/ 146071 w 4433135"/>
                  <a:gd name="connsiteY55" fmla="*/ 0 h 324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33135" h="3249065">
                    <a:moveTo>
                      <a:pt x="1383752" y="867104"/>
                    </a:moveTo>
                    <a:cubicBezTo>
                      <a:pt x="1340842" y="867128"/>
                      <a:pt x="1298245" y="867404"/>
                      <a:pt x="1258108" y="868142"/>
                    </a:cubicBezTo>
                    <a:cubicBezTo>
                      <a:pt x="1226200" y="868728"/>
                      <a:pt x="1200798" y="897345"/>
                      <a:pt x="1210263" y="944893"/>
                    </a:cubicBezTo>
                    <a:cubicBezTo>
                      <a:pt x="1255501" y="1172141"/>
                      <a:pt x="1399244" y="1917234"/>
                      <a:pt x="1459057" y="2196531"/>
                    </a:cubicBezTo>
                    <a:cubicBezTo>
                      <a:pt x="1517533" y="2469589"/>
                      <a:pt x="1583985" y="2577827"/>
                      <a:pt x="1733368" y="2583239"/>
                    </a:cubicBezTo>
                    <a:cubicBezTo>
                      <a:pt x="1882751" y="2588652"/>
                      <a:pt x="1965151" y="2586683"/>
                      <a:pt x="2049146" y="2583239"/>
                    </a:cubicBezTo>
                    <a:cubicBezTo>
                      <a:pt x="2114849" y="2580546"/>
                      <a:pt x="2126761" y="2578319"/>
                      <a:pt x="2103371" y="2456304"/>
                    </a:cubicBezTo>
                    <a:cubicBezTo>
                      <a:pt x="2054855" y="2203216"/>
                      <a:pt x="1887410" y="1326877"/>
                      <a:pt x="1832248" y="1054116"/>
                    </a:cubicBezTo>
                    <a:cubicBezTo>
                      <a:pt x="1820648" y="996757"/>
                      <a:pt x="1822680" y="866667"/>
                      <a:pt x="1720610" y="868142"/>
                    </a:cubicBezTo>
                    <a:cubicBezTo>
                      <a:pt x="1669576" y="868880"/>
                      <a:pt x="1594087" y="868142"/>
                      <a:pt x="1511289" y="867589"/>
                    </a:cubicBezTo>
                    <a:cubicBezTo>
                      <a:pt x="1469890" y="867313"/>
                      <a:pt x="1426663" y="867082"/>
                      <a:pt x="1383752" y="867104"/>
                    </a:cubicBezTo>
                    <a:close/>
                    <a:moveTo>
                      <a:pt x="146071" y="0"/>
                    </a:moveTo>
                    <a:lnTo>
                      <a:pt x="882914" y="0"/>
                    </a:lnTo>
                    <a:lnTo>
                      <a:pt x="880954" y="74488"/>
                    </a:lnTo>
                    <a:cubicBezTo>
                      <a:pt x="891949" y="230061"/>
                      <a:pt x="977510" y="377571"/>
                      <a:pt x="1122741" y="461420"/>
                    </a:cubicBezTo>
                    <a:cubicBezTo>
                      <a:pt x="1355110" y="595579"/>
                      <a:pt x="1652240" y="515962"/>
                      <a:pt x="1786399" y="283593"/>
                    </a:cubicBezTo>
                    <a:lnTo>
                      <a:pt x="1950131" y="0"/>
                    </a:lnTo>
                    <a:lnTo>
                      <a:pt x="2992123" y="0"/>
                    </a:lnTo>
                    <a:lnTo>
                      <a:pt x="2975391" y="34734"/>
                    </a:lnTo>
                    <a:cubicBezTo>
                      <a:pt x="2896672" y="220847"/>
                      <a:pt x="2853142" y="425466"/>
                      <a:pt x="2853142" y="640253"/>
                    </a:cubicBezTo>
                    <a:cubicBezTo>
                      <a:pt x="2853142" y="693950"/>
                      <a:pt x="2855863" y="747011"/>
                      <a:pt x="2861174" y="799307"/>
                    </a:cubicBezTo>
                    <a:lnTo>
                      <a:pt x="2870542" y="860687"/>
                    </a:lnTo>
                    <a:lnTo>
                      <a:pt x="2849298" y="859746"/>
                    </a:lnTo>
                    <a:cubicBezTo>
                      <a:pt x="2785069" y="857540"/>
                      <a:pt x="2699546" y="856201"/>
                      <a:pt x="2617108" y="855875"/>
                    </a:cubicBezTo>
                    <a:cubicBezTo>
                      <a:pt x="2580470" y="855730"/>
                      <a:pt x="2544440" y="855786"/>
                      <a:pt x="2511161" y="856055"/>
                    </a:cubicBezTo>
                    <a:cubicBezTo>
                      <a:pt x="2466789" y="856415"/>
                      <a:pt x="2427307" y="857152"/>
                      <a:pt x="2397787" y="858300"/>
                    </a:cubicBezTo>
                    <a:cubicBezTo>
                      <a:pt x="2279708" y="862892"/>
                      <a:pt x="2261098" y="953733"/>
                      <a:pt x="2267900" y="1007867"/>
                    </a:cubicBezTo>
                    <a:cubicBezTo>
                      <a:pt x="2330617" y="1506995"/>
                      <a:pt x="2441738" y="2400541"/>
                      <a:pt x="2452890" y="2491724"/>
                    </a:cubicBezTo>
                    <a:cubicBezTo>
                      <a:pt x="2464042" y="2582907"/>
                      <a:pt x="2468634" y="2577660"/>
                      <a:pt x="2523737" y="2594059"/>
                    </a:cubicBezTo>
                    <a:lnTo>
                      <a:pt x="2783511" y="2590123"/>
                    </a:lnTo>
                    <a:cubicBezTo>
                      <a:pt x="2840561" y="2589259"/>
                      <a:pt x="2834023" y="2573068"/>
                      <a:pt x="2846486" y="2479916"/>
                    </a:cubicBezTo>
                    <a:cubicBezTo>
                      <a:pt x="2855055" y="2415875"/>
                      <a:pt x="2930735" y="1783074"/>
                      <a:pt x="2980514" y="1369603"/>
                    </a:cubicBezTo>
                    <a:lnTo>
                      <a:pt x="2991426" y="1279059"/>
                    </a:lnTo>
                    <a:lnTo>
                      <a:pt x="3040898" y="1381756"/>
                    </a:lnTo>
                    <a:cubicBezTo>
                      <a:pt x="3112742" y="1514009"/>
                      <a:pt x="3203207" y="1634678"/>
                      <a:pt x="3308774" y="1740245"/>
                    </a:cubicBezTo>
                    <a:lnTo>
                      <a:pt x="3336412" y="1765365"/>
                    </a:lnTo>
                    <a:lnTo>
                      <a:pt x="3296438" y="1973342"/>
                    </a:lnTo>
                    <a:cubicBezTo>
                      <a:pt x="3256989" y="2178844"/>
                      <a:pt x="3222071" y="2361396"/>
                      <a:pt x="3203877" y="2456304"/>
                    </a:cubicBezTo>
                    <a:cubicBezTo>
                      <a:pt x="3180486" y="2578319"/>
                      <a:pt x="3192398" y="2580546"/>
                      <a:pt x="3258102" y="2583239"/>
                    </a:cubicBezTo>
                    <a:cubicBezTo>
                      <a:pt x="3342096" y="2586683"/>
                      <a:pt x="3424497" y="2588652"/>
                      <a:pt x="3573880" y="2583239"/>
                    </a:cubicBezTo>
                    <a:cubicBezTo>
                      <a:pt x="3723264" y="2577827"/>
                      <a:pt x="3789714" y="2469589"/>
                      <a:pt x="3848192" y="2196531"/>
                    </a:cubicBezTo>
                    <a:cubicBezTo>
                      <a:pt x="3851930" y="2179075"/>
                      <a:pt x="3855996" y="2159800"/>
                      <a:pt x="3860345" y="2138945"/>
                    </a:cubicBezTo>
                    <a:lnTo>
                      <a:pt x="3868876" y="2097649"/>
                    </a:lnTo>
                    <a:lnTo>
                      <a:pt x="3946171" y="2125939"/>
                    </a:lnTo>
                    <a:cubicBezTo>
                      <a:pt x="4092305" y="2171392"/>
                      <a:pt x="4247676" y="2195877"/>
                      <a:pt x="4408766" y="2195877"/>
                    </a:cubicBezTo>
                    <a:lnTo>
                      <a:pt x="4433135" y="2194647"/>
                    </a:lnTo>
                    <a:lnTo>
                      <a:pt x="4229977" y="2999465"/>
                    </a:lnTo>
                    <a:cubicBezTo>
                      <a:pt x="4192585" y="3135255"/>
                      <a:pt x="4084504" y="3248248"/>
                      <a:pt x="3976107" y="3247430"/>
                    </a:cubicBezTo>
                    <a:cubicBezTo>
                      <a:pt x="3103632" y="3240841"/>
                      <a:pt x="1474260" y="3253335"/>
                      <a:pt x="1337046" y="3247430"/>
                    </a:cubicBezTo>
                    <a:cubicBezTo>
                      <a:pt x="1199831" y="3241526"/>
                      <a:pt x="1075123" y="3182143"/>
                      <a:pt x="1035944" y="3023080"/>
                    </a:cubicBezTo>
                    <a:cubicBezTo>
                      <a:pt x="943259" y="2646780"/>
                      <a:pt x="638350" y="1461446"/>
                      <a:pt x="507540" y="904676"/>
                    </a:cubicBezTo>
                    <a:lnTo>
                      <a:pt x="501007" y="876408"/>
                    </a:lnTo>
                    <a:lnTo>
                      <a:pt x="146071" y="876408"/>
                    </a:lnTo>
                    <a:cubicBezTo>
                      <a:pt x="65398" y="876408"/>
                      <a:pt x="0" y="811010"/>
                      <a:pt x="0" y="730337"/>
                    </a:cubicBezTo>
                    <a:lnTo>
                      <a:pt x="0" y="146071"/>
                    </a:lnTo>
                    <a:cubicBezTo>
                      <a:pt x="0" y="65398"/>
                      <a:pt x="65398" y="0"/>
                      <a:pt x="14607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6" name="圆角矩形 25"/>
              <p:cNvSpPr/>
              <p:nvPr/>
            </p:nvSpPr>
            <p:spPr>
              <a:xfrm rot="18000000">
                <a:off x="4361123" y="1903929"/>
                <a:ext cx="2151747" cy="664814"/>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7" name="任意多边形 26"/>
              <p:cNvSpPr/>
              <p:nvPr/>
            </p:nvSpPr>
            <p:spPr>
              <a:xfrm rot="3600000" flipH="1">
                <a:off x="6549512" y="1435724"/>
                <a:ext cx="1070472" cy="664814"/>
              </a:xfrm>
              <a:custGeom>
                <a:avLst/>
                <a:gdLst>
                  <a:gd name="connsiteX0" fmla="*/ 1013702 w 1070472"/>
                  <a:gd name="connsiteY0" fmla="*/ 146555 h 664814"/>
                  <a:gd name="connsiteX1" fmla="*/ 738065 w 1070472"/>
                  <a:gd name="connsiteY1" fmla="*/ 0 h 664814"/>
                  <a:gd name="connsiteX2" fmla="*/ 0 w 1070472"/>
                  <a:gd name="connsiteY2" fmla="*/ 0 h 664814"/>
                  <a:gd name="connsiteX3" fmla="*/ 4980 w 1070472"/>
                  <a:gd name="connsiteY3" fmla="*/ 17857 h 664814"/>
                  <a:gd name="connsiteX4" fmla="*/ 21373 w 1070472"/>
                  <a:gd name="connsiteY4" fmla="*/ 616834 h 664814"/>
                  <a:gd name="connsiteX5" fmla="*/ 10941 w 1070472"/>
                  <a:gd name="connsiteY5" fmla="*/ 664814 h 664814"/>
                  <a:gd name="connsiteX6" fmla="*/ 738065 w 1070472"/>
                  <a:gd name="connsiteY6" fmla="*/ 664814 h 664814"/>
                  <a:gd name="connsiteX7" fmla="*/ 1070472 w 1070472"/>
                  <a:gd name="connsiteY7" fmla="*/ 332407 h 664814"/>
                  <a:gd name="connsiteX8" fmla="*/ 1013702 w 1070472"/>
                  <a:gd name="connsiteY8" fmla="*/ 146555 h 664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0472" h="664814">
                    <a:moveTo>
                      <a:pt x="1013702" y="146555"/>
                    </a:moveTo>
                    <a:cubicBezTo>
                      <a:pt x="953966" y="58134"/>
                      <a:pt x="852804" y="0"/>
                      <a:pt x="738065" y="0"/>
                    </a:cubicBezTo>
                    <a:lnTo>
                      <a:pt x="0" y="0"/>
                    </a:lnTo>
                    <a:lnTo>
                      <a:pt x="4980" y="17857"/>
                    </a:lnTo>
                    <a:cubicBezTo>
                      <a:pt x="49918" y="216899"/>
                      <a:pt x="54365" y="420356"/>
                      <a:pt x="21373" y="616834"/>
                    </a:cubicBezTo>
                    <a:lnTo>
                      <a:pt x="10941" y="664814"/>
                    </a:lnTo>
                    <a:lnTo>
                      <a:pt x="738065" y="664814"/>
                    </a:lnTo>
                    <a:cubicBezTo>
                      <a:pt x="921648" y="664814"/>
                      <a:pt x="1070472" y="515990"/>
                      <a:pt x="1070472" y="332407"/>
                    </a:cubicBezTo>
                    <a:cubicBezTo>
                      <a:pt x="1070472" y="263563"/>
                      <a:pt x="1049544" y="199608"/>
                      <a:pt x="1013702" y="14655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 name="任意多边形 27"/>
              <p:cNvSpPr/>
              <p:nvPr/>
            </p:nvSpPr>
            <p:spPr>
              <a:xfrm>
                <a:off x="6834073" y="2304949"/>
                <a:ext cx="2501616" cy="2501616"/>
              </a:xfrm>
              <a:custGeom>
                <a:avLst/>
                <a:gdLst>
                  <a:gd name="connsiteX0" fmla="*/ 1250808 w 2501616"/>
                  <a:gd name="connsiteY0" fmla="*/ 432015 h 2501616"/>
                  <a:gd name="connsiteX1" fmla="*/ 1054370 w 2501616"/>
                  <a:gd name="connsiteY1" fmla="*/ 628453 h 2501616"/>
                  <a:gd name="connsiteX2" fmla="*/ 1054370 w 2501616"/>
                  <a:gd name="connsiteY2" fmla="*/ 1086456 h 2501616"/>
                  <a:gd name="connsiteX3" fmla="*/ 628453 w 2501616"/>
                  <a:gd name="connsiteY3" fmla="*/ 1086456 h 2501616"/>
                  <a:gd name="connsiteX4" fmla="*/ 432015 w 2501616"/>
                  <a:gd name="connsiteY4" fmla="*/ 1282894 h 2501616"/>
                  <a:gd name="connsiteX5" fmla="*/ 628453 w 2501616"/>
                  <a:gd name="connsiteY5" fmla="*/ 1479332 h 2501616"/>
                  <a:gd name="connsiteX6" fmla="*/ 1054370 w 2501616"/>
                  <a:gd name="connsiteY6" fmla="*/ 1479332 h 2501616"/>
                  <a:gd name="connsiteX7" fmla="*/ 1054370 w 2501616"/>
                  <a:gd name="connsiteY7" fmla="*/ 1873163 h 2501616"/>
                  <a:gd name="connsiteX8" fmla="*/ 1250808 w 2501616"/>
                  <a:gd name="connsiteY8" fmla="*/ 2069601 h 2501616"/>
                  <a:gd name="connsiteX9" fmla="*/ 1447246 w 2501616"/>
                  <a:gd name="connsiteY9" fmla="*/ 1873163 h 2501616"/>
                  <a:gd name="connsiteX10" fmla="*/ 1447246 w 2501616"/>
                  <a:gd name="connsiteY10" fmla="*/ 1479332 h 2501616"/>
                  <a:gd name="connsiteX11" fmla="*/ 1873163 w 2501616"/>
                  <a:gd name="connsiteY11" fmla="*/ 1479332 h 2501616"/>
                  <a:gd name="connsiteX12" fmla="*/ 2069601 w 2501616"/>
                  <a:gd name="connsiteY12" fmla="*/ 1282894 h 2501616"/>
                  <a:gd name="connsiteX13" fmla="*/ 1873163 w 2501616"/>
                  <a:gd name="connsiteY13" fmla="*/ 1086456 h 2501616"/>
                  <a:gd name="connsiteX14" fmla="*/ 1447246 w 2501616"/>
                  <a:gd name="connsiteY14" fmla="*/ 1086456 h 2501616"/>
                  <a:gd name="connsiteX15" fmla="*/ 1447246 w 2501616"/>
                  <a:gd name="connsiteY15" fmla="*/ 628453 h 2501616"/>
                  <a:gd name="connsiteX16" fmla="*/ 1250808 w 2501616"/>
                  <a:gd name="connsiteY16" fmla="*/ 432015 h 2501616"/>
                  <a:gd name="connsiteX17" fmla="*/ 1250808 w 2501616"/>
                  <a:gd name="connsiteY17" fmla="*/ 0 h 2501616"/>
                  <a:gd name="connsiteX18" fmla="*/ 2501616 w 2501616"/>
                  <a:gd name="connsiteY18" fmla="*/ 1250808 h 2501616"/>
                  <a:gd name="connsiteX19" fmla="*/ 1250808 w 2501616"/>
                  <a:gd name="connsiteY19" fmla="*/ 2501616 h 2501616"/>
                  <a:gd name="connsiteX20" fmla="*/ 0 w 2501616"/>
                  <a:gd name="connsiteY20" fmla="*/ 1250808 h 2501616"/>
                  <a:gd name="connsiteX21" fmla="*/ 1250808 w 2501616"/>
                  <a:gd name="connsiteY21" fmla="*/ 0 h 250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01616" h="2501616">
                    <a:moveTo>
                      <a:pt x="1250808" y="432015"/>
                    </a:moveTo>
                    <a:cubicBezTo>
                      <a:pt x="1142318" y="432015"/>
                      <a:pt x="1054370" y="519963"/>
                      <a:pt x="1054370" y="628453"/>
                    </a:cubicBezTo>
                    <a:lnTo>
                      <a:pt x="1054370" y="1086456"/>
                    </a:lnTo>
                    <a:lnTo>
                      <a:pt x="628453" y="1086456"/>
                    </a:lnTo>
                    <a:cubicBezTo>
                      <a:pt x="519963" y="1086456"/>
                      <a:pt x="432015" y="1174404"/>
                      <a:pt x="432015" y="1282894"/>
                    </a:cubicBezTo>
                    <a:cubicBezTo>
                      <a:pt x="432015" y="1391384"/>
                      <a:pt x="519963" y="1479332"/>
                      <a:pt x="628453" y="1479332"/>
                    </a:cubicBezTo>
                    <a:lnTo>
                      <a:pt x="1054370" y="1479332"/>
                    </a:lnTo>
                    <a:lnTo>
                      <a:pt x="1054370" y="1873163"/>
                    </a:lnTo>
                    <a:cubicBezTo>
                      <a:pt x="1054370" y="1981653"/>
                      <a:pt x="1142318" y="2069601"/>
                      <a:pt x="1250808" y="2069601"/>
                    </a:cubicBezTo>
                    <a:cubicBezTo>
                      <a:pt x="1359298" y="2069601"/>
                      <a:pt x="1447246" y="1981653"/>
                      <a:pt x="1447246" y="1873163"/>
                    </a:cubicBezTo>
                    <a:lnTo>
                      <a:pt x="1447246" y="1479332"/>
                    </a:lnTo>
                    <a:lnTo>
                      <a:pt x="1873163" y="1479332"/>
                    </a:lnTo>
                    <a:cubicBezTo>
                      <a:pt x="1981653" y="1479332"/>
                      <a:pt x="2069601" y="1391384"/>
                      <a:pt x="2069601" y="1282894"/>
                    </a:cubicBezTo>
                    <a:cubicBezTo>
                      <a:pt x="2069601" y="1174404"/>
                      <a:pt x="1981653" y="1086456"/>
                      <a:pt x="1873163" y="1086456"/>
                    </a:cubicBezTo>
                    <a:lnTo>
                      <a:pt x="1447246" y="1086456"/>
                    </a:lnTo>
                    <a:lnTo>
                      <a:pt x="1447246" y="628453"/>
                    </a:lnTo>
                    <a:cubicBezTo>
                      <a:pt x="1447246" y="519963"/>
                      <a:pt x="1359298" y="432015"/>
                      <a:pt x="1250808" y="432015"/>
                    </a:cubicBezTo>
                    <a:close/>
                    <a:moveTo>
                      <a:pt x="1250808" y="0"/>
                    </a:moveTo>
                    <a:cubicBezTo>
                      <a:pt x="1941610" y="0"/>
                      <a:pt x="2501616" y="560006"/>
                      <a:pt x="2501616" y="1250808"/>
                    </a:cubicBezTo>
                    <a:cubicBezTo>
                      <a:pt x="2501616" y="1941610"/>
                      <a:pt x="1941610" y="2501616"/>
                      <a:pt x="1250808" y="2501616"/>
                    </a:cubicBezTo>
                    <a:cubicBezTo>
                      <a:pt x="560006" y="2501616"/>
                      <a:pt x="0" y="1941610"/>
                      <a:pt x="0" y="1250808"/>
                    </a:cubicBezTo>
                    <a:cubicBezTo>
                      <a:pt x="0" y="560006"/>
                      <a:pt x="560006" y="0"/>
                      <a:pt x="1250808"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grpSp>
          <p:nvGrpSpPr>
            <p:cNvPr id="29" name="组合 28"/>
            <p:cNvGrpSpPr/>
            <p:nvPr/>
          </p:nvGrpSpPr>
          <p:grpSpPr>
            <a:xfrm>
              <a:off x="12911" y="2781"/>
              <a:ext cx="4362" cy="2703"/>
              <a:chOff x="6149733" y="1324188"/>
              <a:chExt cx="2077540" cy="1286696"/>
            </a:xfrm>
          </p:grpSpPr>
          <p:sp>
            <p:nvSpPr>
              <p:cNvPr id="30" name="矩形 55"/>
              <p:cNvSpPr/>
              <p:nvPr/>
            </p:nvSpPr>
            <p:spPr>
              <a:xfrm>
                <a:off x="6149733" y="1582582"/>
                <a:ext cx="2077540" cy="1028302"/>
              </a:xfrm>
              <a:prstGeom prst="rect">
                <a:avLst/>
              </a:prstGeom>
            </p:spPr>
            <p:txBody>
              <a:bodyPr wrap="square">
                <a:spAutoFit/>
              </a:bodyPr>
              <a:lstStyle/>
              <a:p>
                <a:pPr>
                  <a:lnSpc>
                    <a:spcPct val="120000"/>
                  </a:lnSpc>
                </a:pPr>
                <a:r>
                  <a:rPr lang="zh-CN" altLang="zh-CN" sz="1000" dirty="0">
                    <a:solidFill>
                      <a:schemeClr val="tx1">
                        <a:lumMod val="85000"/>
                        <a:lumOff val="15000"/>
                      </a:schemeClr>
                    </a:solidFill>
                    <a:ea typeface="Hiragino Sans GB W3" panose="020B0300000000000000" pitchFamily="34" charset="-122"/>
                    <a:cs typeface="Calibri" panose="020F0502020204030204" charset="0"/>
                    <a:sym typeface="News Gothic MT" charset="0"/>
                  </a:rPr>
                  <a:t>Lorem ipsum dolor sit amet, consectetur adipisicing elit, sed do eiusmod tempor incididunt ut labore et dolore magnaLorem ipsum dolor sit amet, consectetur adipisicing elit, sed do eiusmod tempor incididunt ut labore et dolore magna</a:t>
                </a:r>
              </a:p>
            </p:txBody>
          </p:sp>
          <p:sp>
            <p:nvSpPr>
              <p:cNvPr id="31" name="矩形 30"/>
              <p:cNvSpPr/>
              <p:nvPr/>
            </p:nvSpPr>
            <p:spPr>
              <a:xfrm>
                <a:off x="6228600" y="1324188"/>
                <a:ext cx="1727776" cy="251363"/>
              </a:xfrm>
              <a:prstGeom prst="rect">
                <a:avLst/>
              </a:prstGeom>
              <a:solidFill>
                <a:schemeClr val="tx1"/>
              </a:solidFill>
            </p:spPr>
            <p:txBody>
              <a:bodyPr wrap="square">
                <a:spAutoFit/>
              </a:bodyPr>
              <a:lstStyle/>
              <a:p>
                <a:r>
                  <a:rPr lang="zh-CN" altLang="zh-CN" sz="1600" dirty="0">
                    <a:solidFill>
                      <a:schemeClr val="bg1"/>
                    </a:solidFill>
                    <a:latin typeface="方正细圆简体" panose="02010601030101010101" charset="-122"/>
                    <a:ea typeface="方正细圆简体" panose="02010601030101010101" charset="-122"/>
                    <a:sym typeface="News Gothic MT" charset="0"/>
                  </a:rPr>
                  <a:t>CONSECTETUR ELIT</a:t>
                </a:r>
              </a:p>
            </p:txBody>
          </p:sp>
        </p:grpSp>
        <p:sp>
          <p:nvSpPr>
            <p:cNvPr id="35" name="任意多边形 34"/>
            <p:cNvSpPr/>
            <p:nvPr/>
          </p:nvSpPr>
          <p:spPr>
            <a:xfrm rot="5400000">
              <a:off x="10462" y="2593"/>
              <a:ext cx="2121" cy="2414"/>
            </a:xfrm>
            <a:custGeom>
              <a:avLst/>
              <a:gdLst>
                <a:gd name="connsiteX0" fmla="*/ 770660 w 826161"/>
                <a:gd name="connsiteY0" fmla="*/ 940604 h 940604"/>
                <a:gd name="connsiteX1" fmla="*/ 55501 w 826161"/>
                <a:gd name="connsiteY1" fmla="*/ 940604 h 940604"/>
                <a:gd name="connsiteX2" fmla="*/ 0 w 826161"/>
                <a:gd name="connsiteY2" fmla="*/ 885103 h 940604"/>
                <a:gd name="connsiteX3" fmla="*/ 0 w 826161"/>
                <a:gd name="connsiteY3" fmla="*/ 169944 h 940604"/>
                <a:gd name="connsiteX4" fmla="*/ 55501 w 826161"/>
                <a:gd name="connsiteY4" fmla="*/ 114443 h 940604"/>
                <a:gd name="connsiteX5" fmla="*/ 346704 w 826161"/>
                <a:gd name="connsiteY5" fmla="*/ 114443 h 940604"/>
                <a:gd name="connsiteX6" fmla="*/ 413081 w 826161"/>
                <a:gd name="connsiteY6" fmla="*/ 0 h 940604"/>
                <a:gd name="connsiteX7" fmla="*/ 479458 w 826161"/>
                <a:gd name="connsiteY7" fmla="*/ 114443 h 940604"/>
                <a:gd name="connsiteX8" fmla="*/ 770660 w 826161"/>
                <a:gd name="connsiteY8" fmla="*/ 114443 h 940604"/>
                <a:gd name="connsiteX9" fmla="*/ 826161 w 826161"/>
                <a:gd name="connsiteY9" fmla="*/ 169944 h 940604"/>
                <a:gd name="connsiteX10" fmla="*/ 826161 w 826161"/>
                <a:gd name="connsiteY10" fmla="*/ 885103 h 940604"/>
                <a:gd name="connsiteX11" fmla="*/ 770660 w 826161"/>
                <a:gd name="connsiteY11" fmla="*/ 940604 h 94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4" tIns="60957" rIns="121914" bIns="60957" rtlCol="0" anchor="ctr"/>
            <a:lstStyle/>
            <a:p>
              <a:pPr algn="ctr"/>
              <a:endParaRPr lang="zh-CN" altLang="en-US"/>
            </a:p>
          </p:txBody>
        </p:sp>
      </p:grpSp>
      <p:grpSp>
        <p:nvGrpSpPr>
          <p:cNvPr id="33" name="组合 32"/>
          <p:cNvGrpSpPr/>
          <p:nvPr/>
        </p:nvGrpSpPr>
        <p:grpSpPr>
          <a:xfrm>
            <a:off x="1184910" y="4575810"/>
            <a:ext cx="4354830" cy="1716259"/>
            <a:chOff x="1986" y="6734"/>
            <a:chExt cx="6858" cy="2703"/>
          </a:xfrm>
        </p:grpSpPr>
        <p:grpSp>
          <p:nvGrpSpPr>
            <p:cNvPr id="34" name="Group 44"/>
            <p:cNvGrpSpPr>
              <a:grpSpLocks noChangeAspect="1"/>
            </p:cNvGrpSpPr>
            <p:nvPr/>
          </p:nvGrpSpPr>
          <p:grpSpPr bwMode="auto">
            <a:xfrm>
              <a:off x="2480" y="7199"/>
              <a:ext cx="1226" cy="1191"/>
              <a:chOff x="3202" y="1607"/>
              <a:chExt cx="1730" cy="1680"/>
            </a:xfrm>
            <a:solidFill>
              <a:srgbClr val="82B732"/>
            </a:solidFill>
          </p:grpSpPr>
          <p:sp>
            <p:nvSpPr>
              <p:cNvPr id="40" name="Freeform 45"/>
              <p:cNvSpPr/>
              <p:nvPr/>
            </p:nvSpPr>
            <p:spPr bwMode="auto">
              <a:xfrm>
                <a:off x="3202" y="1607"/>
                <a:ext cx="1521" cy="1336"/>
              </a:xfrm>
              <a:custGeom>
                <a:avLst/>
                <a:gdLst>
                  <a:gd name="T0" fmla="*/ 93 w 327"/>
                  <a:gd name="T1" fmla="*/ 5 h 287"/>
                  <a:gd name="T2" fmla="*/ 123 w 327"/>
                  <a:gd name="T3" fmla="*/ 4 h 287"/>
                  <a:gd name="T4" fmla="*/ 201 w 327"/>
                  <a:gd name="T5" fmla="*/ 37 h 287"/>
                  <a:gd name="T6" fmla="*/ 224 w 327"/>
                  <a:gd name="T7" fmla="*/ 39 h 287"/>
                  <a:gd name="T8" fmla="*/ 299 w 327"/>
                  <a:gd name="T9" fmla="*/ 11 h 287"/>
                  <a:gd name="T10" fmla="*/ 320 w 327"/>
                  <a:gd name="T11" fmla="*/ 9 h 287"/>
                  <a:gd name="T12" fmla="*/ 325 w 327"/>
                  <a:gd name="T13" fmla="*/ 29 h 287"/>
                  <a:gd name="T14" fmla="*/ 325 w 327"/>
                  <a:gd name="T15" fmla="*/ 133 h 287"/>
                  <a:gd name="T16" fmla="*/ 297 w 327"/>
                  <a:gd name="T17" fmla="*/ 104 h 287"/>
                  <a:gd name="T18" fmla="*/ 296 w 327"/>
                  <a:gd name="T19" fmla="*/ 44 h 287"/>
                  <a:gd name="T20" fmla="*/ 214 w 327"/>
                  <a:gd name="T21" fmla="*/ 72 h 287"/>
                  <a:gd name="T22" fmla="*/ 109 w 327"/>
                  <a:gd name="T23" fmla="*/ 29 h 287"/>
                  <a:gd name="T24" fmla="*/ 27 w 327"/>
                  <a:gd name="T25" fmla="*/ 67 h 287"/>
                  <a:gd name="T26" fmla="*/ 27 w 327"/>
                  <a:gd name="T27" fmla="*/ 249 h 287"/>
                  <a:gd name="T28" fmla="*/ 94 w 327"/>
                  <a:gd name="T29" fmla="*/ 219 h 287"/>
                  <a:gd name="T30" fmla="*/ 105 w 327"/>
                  <a:gd name="T31" fmla="*/ 247 h 287"/>
                  <a:gd name="T32" fmla="*/ 23 w 327"/>
                  <a:gd name="T33" fmla="*/ 283 h 287"/>
                  <a:gd name="T34" fmla="*/ 2 w 327"/>
                  <a:gd name="T35" fmla="*/ 285 h 287"/>
                  <a:gd name="T36" fmla="*/ 2 w 327"/>
                  <a:gd name="T37" fmla="*/ 46 h 287"/>
                  <a:gd name="T38" fmla="*/ 93 w 327"/>
                  <a:gd name="T39" fmla="*/ 5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7" h="287">
                    <a:moveTo>
                      <a:pt x="93" y="5"/>
                    </a:moveTo>
                    <a:cubicBezTo>
                      <a:pt x="102" y="0"/>
                      <a:pt x="113" y="0"/>
                      <a:pt x="123" y="4"/>
                    </a:cubicBezTo>
                    <a:cubicBezTo>
                      <a:pt x="149" y="15"/>
                      <a:pt x="175" y="25"/>
                      <a:pt x="201" y="37"/>
                    </a:cubicBezTo>
                    <a:cubicBezTo>
                      <a:pt x="208" y="41"/>
                      <a:pt x="216" y="42"/>
                      <a:pt x="224" y="39"/>
                    </a:cubicBezTo>
                    <a:cubicBezTo>
                      <a:pt x="249" y="30"/>
                      <a:pt x="274" y="20"/>
                      <a:pt x="299" y="11"/>
                    </a:cubicBezTo>
                    <a:cubicBezTo>
                      <a:pt x="305" y="8"/>
                      <a:pt x="313" y="7"/>
                      <a:pt x="320" y="9"/>
                    </a:cubicBezTo>
                    <a:cubicBezTo>
                      <a:pt x="327" y="13"/>
                      <a:pt x="325" y="22"/>
                      <a:pt x="325" y="29"/>
                    </a:cubicBezTo>
                    <a:cubicBezTo>
                      <a:pt x="325" y="64"/>
                      <a:pt x="326" y="99"/>
                      <a:pt x="325" y="133"/>
                    </a:cubicBezTo>
                    <a:cubicBezTo>
                      <a:pt x="316" y="123"/>
                      <a:pt x="307" y="113"/>
                      <a:pt x="297" y="104"/>
                    </a:cubicBezTo>
                    <a:cubicBezTo>
                      <a:pt x="296" y="84"/>
                      <a:pt x="297" y="64"/>
                      <a:pt x="296" y="44"/>
                    </a:cubicBezTo>
                    <a:cubicBezTo>
                      <a:pt x="268" y="50"/>
                      <a:pt x="242" y="66"/>
                      <a:pt x="214" y="72"/>
                    </a:cubicBezTo>
                    <a:cubicBezTo>
                      <a:pt x="178" y="61"/>
                      <a:pt x="144" y="43"/>
                      <a:pt x="109" y="29"/>
                    </a:cubicBezTo>
                    <a:cubicBezTo>
                      <a:pt x="98" y="34"/>
                      <a:pt x="44" y="59"/>
                      <a:pt x="27" y="67"/>
                    </a:cubicBezTo>
                    <a:cubicBezTo>
                      <a:pt x="26" y="81"/>
                      <a:pt x="25" y="203"/>
                      <a:pt x="27" y="249"/>
                    </a:cubicBezTo>
                    <a:cubicBezTo>
                      <a:pt x="50" y="241"/>
                      <a:pt x="72" y="229"/>
                      <a:pt x="94" y="219"/>
                    </a:cubicBezTo>
                    <a:cubicBezTo>
                      <a:pt x="101" y="227"/>
                      <a:pt x="103" y="237"/>
                      <a:pt x="105" y="247"/>
                    </a:cubicBezTo>
                    <a:cubicBezTo>
                      <a:pt x="77" y="258"/>
                      <a:pt x="51" y="272"/>
                      <a:pt x="23" y="283"/>
                    </a:cubicBezTo>
                    <a:cubicBezTo>
                      <a:pt x="16" y="287"/>
                      <a:pt x="9" y="285"/>
                      <a:pt x="2" y="285"/>
                    </a:cubicBezTo>
                    <a:cubicBezTo>
                      <a:pt x="1" y="235"/>
                      <a:pt x="0" y="77"/>
                      <a:pt x="2" y="46"/>
                    </a:cubicBezTo>
                    <a:cubicBezTo>
                      <a:pt x="32" y="32"/>
                      <a:pt x="63" y="19"/>
                      <a:pt x="93" y="5"/>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500"/>
              </a:p>
            </p:txBody>
          </p:sp>
          <p:sp>
            <p:nvSpPr>
              <p:cNvPr id="41" name="Freeform 46"/>
              <p:cNvSpPr>
                <a:spLocks noEditPoints="1"/>
              </p:cNvSpPr>
              <p:nvPr/>
            </p:nvSpPr>
            <p:spPr bwMode="auto">
              <a:xfrm>
                <a:off x="3700" y="2068"/>
                <a:ext cx="1232" cy="1219"/>
              </a:xfrm>
              <a:custGeom>
                <a:avLst/>
                <a:gdLst>
                  <a:gd name="T0" fmla="*/ 13 w 265"/>
                  <a:gd name="T1" fmla="*/ 118 h 262"/>
                  <a:gd name="T2" fmla="*/ 98 w 265"/>
                  <a:gd name="T3" fmla="*/ 2 h 262"/>
                  <a:gd name="T4" fmla="*/ 167 w 265"/>
                  <a:gd name="T5" fmla="*/ 21 h 262"/>
                  <a:gd name="T6" fmla="*/ 198 w 265"/>
                  <a:gd name="T7" fmla="*/ 58 h 262"/>
                  <a:gd name="T8" fmla="*/ 206 w 265"/>
                  <a:gd name="T9" fmla="*/ 110 h 262"/>
                  <a:gd name="T10" fmla="*/ 184 w 265"/>
                  <a:gd name="T11" fmla="*/ 167 h 262"/>
                  <a:gd name="T12" fmla="*/ 215 w 265"/>
                  <a:gd name="T13" fmla="*/ 181 h 262"/>
                  <a:gd name="T14" fmla="*/ 255 w 265"/>
                  <a:gd name="T15" fmla="*/ 220 h 262"/>
                  <a:gd name="T16" fmla="*/ 224 w 265"/>
                  <a:gd name="T17" fmla="*/ 252 h 262"/>
                  <a:gd name="T18" fmla="*/ 177 w 265"/>
                  <a:gd name="T19" fmla="*/ 211 h 262"/>
                  <a:gd name="T20" fmla="*/ 161 w 265"/>
                  <a:gd name="T21" fmla="*/ 183 h 262"/>
                  <a:gd name="T22" fmla="*/ 90 w 265"/>
                  <a:gd name="T23" fmla="*/ 195 h 262"/>
                  <a:gd name="T24" fmla="*/ 13 w 265"/>
                  <a:gd name="T25" fmla="*/ 118 h 262"/>
                  <a:gd name="T26" fmla="*/ 100 w 265"/>
                  <a:gd name="T27" fmla="*/ 36 h 262"/>
                  <a:gd name="T28" fmla="*/ 50 w 265"/>
                  <a:gd name="T29" fmla="*/ 74 h 262"/>
                  <a:gd name="T30" fmla="*/ 82 w 265"/>
                  <a:gd name="T31" fmla="*/ 158 h 262"/>
                  <a:gd name="T32" fmla="*/ 171 w 265"/>
                  <a:gd name="T33" fmla="*/ 115 h 262"/>
                  <a:gd name="T34" fmla="*/ 100 w 265"/>
                  <a:gd name="T35" fmla="*/ 3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5" h="262">
                    <a:moveTo>
                      <a:pt x="13" y="118"/>
                    </a:moveTo>
                    <a:cubicBezTo>
                      <a:pt x="0" y="64"/>
                      <a:pt x="44" y="7"/>
                      <a:pt x="98" y="2"/>
                    </a:cubicBezTo>
                    <a:cubicBezTo>
                      <a:pt x="120" y="0"/>
                      <a:pt x="150" y="7"/>
                      <a:pt x="167" y="21"/>
                    </a:cubicBezTo>
                    <a:cubicBezTo>
                      <a:pt x="180" y="30"/>
                      <a:pt x="190" y="44"/>
                      <a:pt x="198" y="58"/>
                    </a:cubicBezTo>
                    <a:cubicBezTo>
                      <a:pt x="205" y="72"/>
                      <a:pt x="207" y="95"/>
                      <a:pt x="206" y="110"/>
                    </a:cubicBezTo>
                    <a:cubicBezTo>
                      <a:pt x="205" y="131"/>
                      <a:pt x="192" y="148"/>
                      <a:pt x="184" y="167"/>
                    </a:cubicBezTo>
                    <a:cubicBezTo>
                      <a:pt x="195" y="170"/>
                      <a:pt x="207" y="172"/>
                      <a:pt x="215" y="181"/>
                    </a:cubicBezTo>
                    <a:cubicBezTo>
                      <a:pt x="228" y="195"/>
                      <a:pt x="246" y="204"/>
                      <a:pt x="255" y="220"/>
                    </a:cubicBezTo>
                    <a:cubicBezTo>
                      <a:pt x="265" y="239"/>
                      <a:pt x="242" y="262"/>
                      <a:pt x="224" y="252"/>
                    </a:cubicBezTo>
                    <a:cubicBezTo>
                      <a:pt x="207" y="240"/>
                      <a:pt x="192" y="225"/>
                      <a:pt x="177" y="211"/>
                    </a:cubicBezTo>
                    <a:cubicBezTo>
                      <a:pt x="168" y="204"/>
                      <a:pt x="172" y="189"/>
                      <a:pt x="161" y="183"/>
                    </a:cubicBezTo>
                    <a:cubicBezTo>
                      <a:pt x="139" y="193"/>
                      <a:pt x="114" y="202"/>
                      <a:pt x="90" y="195"/>
                    </a:cubicBezTo>
                    <a:cubicBezTo>
                      <a:pt x="51" y="188"/>
                      <a:pt x="20" y="156"/>
                      <a:pt x="13" y="118"/>
                    </a:cubicBezTo>
                    <a:close/>
                    <a:moveTo>
                      <a:pt x="100" y="36"/>
                    </a:moveTo>
                    <a:cubicBezTo>
                      <a:pt x="78" y="40"/>
                      <a:pt x="59" y="54"/>
                      <a:pt x="50" y="74"/>
                    </a:cubicBezTo>
                    <a:cubicBezTo>
                      <a:pt x="38" y="105"/>
                      <a:pt x="50" y="145"/>
                      <a:pt x="82" y="158"/>
                    </a:cubicBezTo>
                    <a:cubicBezTo>
                      <a:pt x="117" y="175"/>
                      <a:pt x="163" y="153"/>
                      <a:pt x="171" y="115"/>
                    </a:cubicBezTo>
                    <a:cubicBezTo>
                      <a:pt x="184" y="73"/>
                      <a:pt x="142" y="28"/>
                      <a:pt x="100" y="36"/>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500"/>
              </a:p>
            </p:txBody>
          </p:sp>
          <p:sp>
            <p:nvSpPr>
              <p:cNvPr id="42" name="Freeform 47"/>
              <p:cNvSpPr/>
              <p:nvPr/>
            </p:nvSpPr>
            <p:spPr bwMode="auto">
              <a:xfrm>
                <a:off x="3951" y="2501"/>
                <a:ext cx="279" cy="297"/>
              </a:xfrm>
              <a:custGeom>
                <a:avLst/>
                <a:gdLst>
                  <a:gd name="T0" fmla="*/ 0 w 60"/>
                  <a:gd name="T1" fmla="*/ 10 h 64"/>
                  <a:gd name="T2" fmla="*/ 19 w 60"/>
                  <a:gd name="T3" fmla="*/ 1 h 64"/>
                  <a:gd name="T4" fmla="*/ 31 w 60"/>
                  <a:gd name="T5" fmla="*/ 27 h 64"/>
                  <a:gd name="T6" fmla="*/ 59 w 60"/>
                  <a:gd name="T7" fmla="*/ 42 h 64"/>
                  <a:gd name="T8" fmla="*/ 60 w 60"/>
                  <a:gd name="T9" fmla="*/ 58 h 64"/>
                  <a:gd name="T10" fmla="*/ 0 w 60"/>
                  <a:gd name="T11" fmla="*/ 10 h 64"/>
                </a:gdLst>
                <a:ahLst/>
                <a:cxnLst>
                  <a:cxn ang="0">
                    <a:pos x="T0" y="T1"/>
                  </a:cxn>
                  <a:cxn ang="0">
                    <a:pos x="T2" y="T3"/>
                  </a:cxn>
                  <a:cxn ang="0">
                    <a:pos x="T4" y="T5"/>
                  </a:cxn>
                  <a:cxn ang="0">
                    <a:pos x="T6" y="T7"/>
                  </a:cxn>
                  <a:cxn ang="0">
                    <a:pos x="T8" y="T9"/>
                  </a:cxn>
                  <a:cxn ang="0">
                    <a:pos x="T10" y="T11"/>
                  </a:cxn>
                </a:cxnLst>
                <a:rect l="0" t="0" r="r" b="b"/>
                <a:pathLst>
                  <a:path w="60" h="64">
                    <a:moveTo>
                      <a:pt x="0" y="10"/>
                    </a:moveTo>
                    <a:cubicBezTo>
                      <a:pt x="1" y="0"/>
                      <a:pt x="12" y="0"/>
                      <a:pt x="19" y="1"/>
                    </a:cubicBezTo>
                    <a:cubicBezTo>
                      <a:pt x="21" y="10"/>
                      <a:pt x="24" y="20"/>
                      <a:pt x="31" y="27"/>
                    </a:cubicBezTo>
                    <a:cubicBezTo>
                      <a:pt x="38" y="35"/>
                      <a:pt x="49" y="38"/>
                      <a:pt x="59" y="42"/>
                    </a:cubicBezTo>
                    <a:cubicBezTo>
                      <a:pt x="60" y="47"/>
                      <a:pt x="60" y="52"/>
                      <a:pt x="60" y="58"/>
                    </a:cubicBezTo>
                    <a:cubicBezTo>
                      <a:pt x="31" y="64"/>
                      <a:pt x="4" y="38"/>
                      <a:pt x="0" y="1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500"/>
              </a:p>
            </p:txBody>
          </p:sp>
        </p:grpSp>
        <p:grpSp>
          <p:nvGrpSpPr>
            <p:cNvPr id="43" name="组合 42"/>
            <p:cNvGrpSpPr/>
            <p:nvPr/>
          </p:nvGrpSpPr>
          <p:grpSpPr>
            <a:xfrm>
              <a:off x="4482" y="6734"/>
              <a:ext cx="4362" cy="2703"/>
              <a:chOff x="2134865" y="3206452"/>
              <a:chExt cx="2077540" cy="1286696"/>
            </a:xfrm>
          </p:grpSpPr>
          <p:sp>
            <p:nvSpPr>
              <p:cNvPr id="44" name="矩形 55"/>
              <p:cNvSpPr/>
              <p:nvPr/>
            </p:nvSpPr>
            <p:spPr>
              <a:xfrm>
                <a:off x="2134865" y="3464846"/>
                <a:ext cx="2077540" cy="1028302"/>
              </a:xfrm>
              <a:prstGeom prst="rect">
                <a:avLst/>
              </a:prstGeom>
            </p:spPr>
            <p:txBody>
              <a:bodyPr wrap="square">
                <a:spAutoFit/>
              </a:bodyPr>
              <a:lstStyle/>
              <a:p>
                <a:pPr>
                  <a:lnSpc>
                    <a:spcPct val="120000"/>
                  </a:lnSpc>
                </a:pPr>
                <a:r>
                  <a:rPr lang="zh-CN" altLang="zh-CN" sz="1000" dirty="0">
                    <a:solidFill>
                      <a:schemeClr val="tx1">
                        <a:lumMod val="85000"/>
                        <a:lumOff val="15000"/>
                      </a:schemeClr>
                    </a:solidFill>
                    <a:cs typeface="+mn-ea"/>
                    <a:sym typeface="News Gothic MT" charset="0"/>
                  </a:rPr>
                  <a:t>Lorem ipsum dolor sit amet, consectetur adipisicing elit, sed do eiusmod tempor incididunt ut labore et dolore magnaLorem ipsum dolor sit amet, consectetur adipisicing elit, sed do eiusmod tempor incididunt ut labore et dolore magna</a:t>
                </a:r>
              </a:p>
            </p:txBody>
          </p:sp>
          <p:sp>
            <p:nvSpPr>
              <p:cNvPr id="45" name="矩形 44"/>
              <p:cNvSpPr/>
              <p:nvPr/>
            </p:nvSpPr>
            <p:spPr>
              <a:xfrm>
                <a:off x="2213732" y="3206452"/>
                <a:ext cx="1710196" cy="251363"/>
              </a:xfrm>
              <a:prstGeom prst="rect">
                <a:avLst/>
              </a:prstGeom>
              <a:solidFill>
                <a:schemeClr val="tx1"/>
              </a:solidFill>
            </p:spPr>
            <p:txBody>
              <a:bodyPr wrap="square">
                <a:spAutoFit/>
              </a:bodyPr>
              <a:lstStyle/>
              <a:p>
                <a:r>
                  <a:rPr lang="zh-CN" altLang="zh-CN" sz="1600" dirty="0">
                    <a:solidFill>
                      <a:schemeClr val="bg1"/>
                    </a:solidFill>
                    <a:latin typeface="方正细圆简体" panose="02010601030101010101" charset="-122"/>
                    <a:ea typeface="方正细圆简体" panose="02010601030101010101" charset="-122"/>
                    <a:sym typeface="News Gothic MT" charset="0"/>
                  </a:rPr>
                  <a:t>CONSECTETUR ELIT</a:t>
                </a:r>
              </a:p>
            </p:txBody>
          </p:sp>
        </p:grpSp>
        <p:sp>
          <p:nvSpPr>
            <p:cNvPr id="46" name="任意多边形 45"/>
            <p:cNvSpPr/>
            <p:nvPr/>
          </p:nvSpPr>
          <p:spPr>
            <a:xfrm rot="5400000">
              <a:off x="2132" y="6588"/>
              <a:ext cx="2121" cy="2414"/>
            </a:xfrm>
            <a:custGeom>
              <a:avLst/>
              <a:gdLst>
                <a:gd name="connsiteX0" fmla="*/ 770660 w 826161"/>
                <a:gd name="connsiteY0" fmla="*/ 940604 h 940604"/>
                <a:gd name="connsiteX1" fmla="*/ 55501 w 826161"/>
                <a:gd name="connsiteY1" fmla="*/ 940604 h 940604"/>
                <a:gd name="connsiteX2" fmla="*/ 0 w 826161"/>
                <a:gd name="connsiteY2" fmla="*/ 885103 h 940604"/>
                <a:gd name="connsiteX3" fmla="*/ 0 w 826161"/>
                <a:gd name="connsiteY3" fmla="*/ 169944 h 940604"/>
                <a:gd name="connsiteX4" fmla="*/ 55501 w 826161"/>
                <a:gd name="connsiteY4" fmla="*/ 114443 h 940604"/>
                <a:gd name="connsiteX5" fmla="*/ 346704 w 826161"/>
                <a:gd name="connsiteY5" fmla="*/ 114443 h 940604"/>
                <a:gd name="connsiteX6" fmla="*/ 413081 w 826161"/>
                <a:gd name="connsiteY6" fmla="*/ 0 h 940604"/>
                <a:gd name="connsiteX7" fmla="*/ 479458 w 826161"/>
                <a:gd name="connsiteY7" fmla="*/ 114443 h 940604"/>
                <a:gd name="connsiteX8" fmla="*/ 770660 w 826161"/>
                <a:gd name="connsiteY8" fmla="*/ 114443 h 940604"/>
                <a:gd name="connsiteX9" fmla="*/ 826161 w 826161"/>
                <a:gd name="connsiteY9" fmla="*/ 169944 h 940604"/>
                <a:gd name="connsiteX10" fmla="*/ 826161 w 826161"/>
                <a:gd name="connsiteY10" fmla="*/ 885103 h 940604"/>
                <a:gd name="connsiteX11" fmla="*/ 770660 w 826161"/>
                <a:gd name="connsiteY11" fmla="*/ 940604 h 94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4" tIns="60957" rIns="121914" bIns="60957" rtlCol="0" anchor="ctr"/>
            <a:lstStyle/>
            <a:p>
              <a:pPr algn="ctr"/>
              <a:endParaRPr lang="zh-CN" altLang="en-US"/>
            </a:p>
          </p:txBody>
        </p:sp>
      </p:grpSp>
      <p:grpSp>
        <p:nvGrpSpPr>
          <p:cNvPr id="47" name="组合 46"/>
          <p:cNvGrpSpPr/>
          <p:nvPr/>
        </p:nvGrpSpPr>
        <p:grpSpPr>
          <a:xfrm>
            <a:off x="6550660" y="4595495"/>
            <a:ext cx="3962401" cy="1515017"/>
            <a:chOff x="10316" y="6718"/>
            <a:chExt cx="6240" cy="2386"/>
          </a:xfrm>
        </p:grpSpPr>
        <p:grpSp>
          <p:nvGrpSpPr>
            <p:cNvPr id="48" name="Group 58"/>
            <p:cNvGrpSpPr>
              <a:grpSpLocks noChangeAspect="1"/>
            </p:cNvGrpSpPr>
            <p:nvPr/>
          </p:nvGrpSpPr>
          <p:grpSpPr bwMode="auto">
            <a:xfrm>
              <a:off x="10889" y="7202"/>
              <a:ext cx="986" cy="1186"/>
              <a:chOff x="4372" y="1753"/>
              <a:chExt cx="676" cy="813"/>
            </a:xfrm>
            <a:solidFill>
              <a:srgbClr val="F39C11"/>
            </a:solidFill>
          </p:grpSpPr>
          <p:sp>
            <p:nvSpPr>
              <p:cNvPr id="49" name="Freeform 59"/>
              <p:cNvSpPr/>
              <p:nvPr/>
            </p:nvSpPr>
            <p:spPr bwMode="auto">
              <a:xfrm>
                <a:off x="4372" y="1756"/>
                <a:ext cx="294" cy="388"/>
              </a:xfrm>
              <a:custGeom>
                <a:avLst/>
                <a:gdLst>
                  <a:gd name="T0" fmla="*/ 52 w 123"/>
                  <a:gd name="T1" fmla="*/ 6 h 163"/>
                  <a:gd name="T2" fmla="*/ 71 w 123"/>
                  <a:gd name="T3" fmla="*/ 7 h 163"/>
                  <a:gd name="T4" fmla="*/ 115 w 123"/>
                  <a:gd name="T5" fmla="*/ 59 h 163"/>
                  <a:gd name="T6" fmla="*/ 115 w 123"/>
                  <a:gd name="T7" fmla="*/ 81 h 163"/>
                  <a:gd name="T8" fmla="*/ 84 w 123"/>
                  <a:gd name="T9" fmla="*/ 83 h 163"/>
                  <a:gd name="T10" fmla="*/ 113 w 123"/>
                  <a:gd name="T11" fmla="*/ 137 h 163"/>
                  <a:gd name="T12" fmla="*/ 65 w 123"/>
                  <a:gd name="T13" fmla="*/ 163 h 163"/>
                  <a:gd name="T14" fmla="*/ 36 w 123"/>
                  <a:gd name="T15" fmla="*/ 83 h 163"/>
                  <a:gd name="T16" fmla="*/ 0 w 123"/>
                  <a:gd name="T17" fmla="*/ 70 h 163"/>
                  <a:gd name="T18" fmla="*/ 21 w 123"/>
                  <a:gd name="T19" fmla="*/ 42 h 163"/>
                  <a:gd name="T20" fmla="*/ 52 w 123"/>
                  <a:gd name="T21" fmla="*/ 6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3" h="163">
                    <a:moveTo>
                      <a:pt x="52" y="6"/>
                    </a:moveTo>
                    <a:cubicBezTo>
                      <a:pt x="56" y="0"/>
                      <a:pt x="67" y="1"/>
                      <a:pt x="71" y="7"/>
                    </a:cubicBezTo>
                    <a:cubicBezTo>
                      <a:pt x="85" y="25"/>
                      <a:pt x="100" y="42"/>
                      <a:pt x="115" y="59"/>
                    </a:cubicBezTo>
                    <a:cubicBezTo>
                      <a:pt x="121" y="65"/>
                      <a:pt x="123" y="76"/>
                      <a:pt x="115" y="81"/>
                    </a:cubicBezTo>
                    <a:cubicBezTo>
                      <a:pt x="105" y="83"/>
                      <a:pt x="95" y="82"/>
                      <a:pt x="84" y="83"/>
                    </a:cubicBezTo>
                    <a:cubicBezTo>
                      <a:pt x="81" y="105"/>
                      <a:pt x="95" y="125"/>
                      <a:pt x="113" y="137"/>
                    </a:cubicBezTo>
                    <a:cubicBezTo>
                      <a:pt x="97" y="145"/>
                      <a:pt x="82" y="156"/>
                      <a:pt x="65" y="163"/>
                    </a:cubicBezTo>
                    <a:cubicBezTo>
                      <a:pt x="46" y="141"/>
                      <a:pt x="33" y="113"/>
                      <a:pt x="36" y="83"/>
                    </a:cubicBezTo>
                    <a:cubicBezTo>
                      <a:pt x="24" y="81"/>
                      <a:pt x="1" y="88"/>
                      <a:pt x="0" y="70"/>
                    </a:cubicBezTo>
                    <a:cubicBezTo>
                      <a:pt x="4" y="59"/>
                      <a:pt x="13" y="51"/>
                      <a:pt x="21" y="42"/>
                    </a:cubicBezTo>
                    <a:cubicBezTo>
                      <a:pt x="31" y="31"/>
                      <a:pt x="41" y="18"/>
                      <a:pt x="52" y="6"/>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500"/>
              </a:p>
            </p:txBody>
          </p:sp>
          <p:sp>
            <p:nvSpPr>
              <p:cNvPr id="50" name="Freeform 60"/>
              <p:cNvSpPr/>
              <p:nvPr/>
            </p:nvSpPr>
            <p:spPr bwMode="auto">
              <a:xfrm>
                <a:off x="4463" y="1753"/>
                <a:ext cx="585" cy="813"/>
              </a:xfrm>
              <a:custGeom>
                <a:avLst/>
                <a:gdLst>
                  <a:gd name="T0" fmla="*/ 179 w 245"/>
                  <a:gd name="T1" fmla="*/ 4 h 341"/>
                  <a:gd name="T2" fmla="*/ 201 w 245"/>
                  <a:gd name="T3" fmla="*/ 16 h 341"/>
                  <a:gd name="T4" fmla="*/ 241 w 245"/>
                  <a:gd name="T5" fmla="*/ 64 h 341"/>
                  <a:gd name="T6" fmla="*/ 240 w 245"/>
                  <a:gd name="T7" fmla="*/ 81 h 341"/>
                  <a:gd name="T8" fmla="*/ 211 w 245"/>
                  <a:gd name="T9" fmla="*/ 84 h 341"/>
                  <a:gd name="T10" fmla="*/ 172 w 245"/>
                  <a:gd name="T11" fmla="*/ 169 h 341"/>
                  <a:gd name="T12" fmla="*/ 87 w 245"/>
                  <a:gd name="T13" fmla="*/ 221 h 341"/>
                  <a:gd name="T14" fmla="*/ 53 w 245"/>
                  <a:gd name="T15" fmla="*/ 250 h 341"/>
                  <a:gd name="T16" fmla="*/ 46 w 245"/>
                  <a:gd name="T17" fmla="*/ 339 h 341"/>
                  <a:gd name="T18" fmla="*/ 1 w 245"/>
                  <a:gd name="T19" fmla="*/ 340 h 341"/>
                  <a:gd name="T20" fmla="*/ 1 w 245"/>
                  <a:gd name="T21" fmla="*/ 267 h 341"/>
                  <a:gd name="T22" fmla="*/ 12 w 245"/>
                  <a:gd name="T23" fmla="*/ 225 h 341"/>
                  <a:gd name="T24" fmla="*/ 54 w 245"/>
                  <a:gd name="T25" fmla="*/ 184 h 341"/>
                  <a:gd name="T26" fmla="*/ 107 w 245"/>
                  <a:gd name="T27" fmla="*/ 152 h 341"/>
                  <a:gd name="T28" fmla="*/ 154 w 245"/>
                  <a:gd name="T29" fmla="*/ 115 h 341"/>
                  <a:gd name="T30" fmla="*/ 159 w 245"/>
                  <a:gd name="T31" fmla="*/ 84 h 341"/>
                  <a:gd name="T32" fmla="*/ 126 w 245"/>
                  <a:gd name="T33" fmla="*/ 78 h 341"/>
                  <a:gd name="T34" fmla="*/ 138 w 245"/>
                  <a:gd name="T35" fmla="*/ 51 h 341"/>
                  <a:gd name="T36" fmla="*/ 179 w 245"/>
                  <a:gd name="T37" fmla="*/ 4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5" h="341">
                    <a:moveTo>
                      <a:pt x="179" y="4"/>
                    </a:moveTo>
                    <a:cubicBezTo>
                      <a:pt x="189" y="0"/>
                      <a:pt x="195" y="10"/>
                      <a:pt x="201" y="16"/>
                    </a:cubicBezTo>
                    <a:cubicBezTo>
                      <a:pt x="214" y="32"/>
                      <a:pt x="229" y="47"/>
                      <a:pt x="241" y="64"/>
                    </a:cubicBezTo>
                    <a:cubicBezTo>
                      <a:pt x="245" y="69"/>
                      <a:pt x="244" y="77"/>
                      <a:pt x="240" y="81"/>
                    </a:cubicBezTo>
                    <a:cubicBezTo>
                      <a:pt x="231" y="85"/>
                      <a:pt x="221" y="83"/>
                      <a:pt x="211" y="84"/>
                    </a:cubicBezTo>
                    <a:cubicBezTo>
                      <a:pt x="209" y="115"/>
                      <a:pt x="199" y="149"/>
                      <a:pt x="172" y="169"/>
                    </a:cubicBezTo>
                    <a:cubicBezTo>
                      <a:pt x="145" y="187"/>
                      <a:pt x="115" y="203"/>
                      <a:pt x="87" y="221"/>
                    </a:cubicBezTo>
                    <a:cubicBezTo>
                      <a:pt x="75" y="229"/>
                      <a:pt x="59" y="235"/>
                      <a:pt x="53" y="250"/>
                    </a:cubicBezTo>
                    <a:cubicBezTo>
                      <a:pt x="42" y="278"/>
                      <a:pt x="50" y="310"/>
                      <a:pt x="46" y="339"/>
                    </a:cubicBezTo>
                    <a:cubicBezTo>
                      <a:pt x="31" y="341"/>
                      <a:pt x="16" y="341"/>
                      <a:pt x="1" y="340"/>
                    </a:cubicBezTo>
                    <a:cubicBezTo>
                      <a:pt x="0" y="316"/>
                      <a:pt x="1" y="291"/>
                      <a:pt x="1" y="267"/>
                    </a:cubicBezTo>
                    <a:cubicBezTo>
                      <a:pt x="1" y="252"/>
                      <a:pt x="3" y="237"/>
                      <a:pt x="12" y="225"/>
                    </a:cubicBezTo>
                    <a:cubicBezTo>
                      <a:pt x="25" y="210"/>
                      <a:pt x="41" y="198"/>
                      <a:pt x="54" y="184"/>
                    </a:cubicBezTo>
                    <a:cubicBezTo>
                      <a:pt x="71" y="171"/>
                      <a:pt x="90" y="164"/>
                      <a:pt x="107" y="152"/>
                    </a:cubicBezTo>
                    <a:cubicBezTo>
                      <a:pt x="123" y="140"/>
                      <a:pt x="144" y="133"/>
                      <a:pt x="154" y="115"/>
                    </a:cubicBezTo>
                    <a:cubicBezTo>
                      <a:pt x="159" y="105"/>
                      <a:pt x="163" y="94"/>
                      <a:pt x="159" y="84"/>
                    </a:cubicBezTo>
                    <a:cubicBezTo>
                      <a:pt x="148" y="82"/>
                      <a:pt x="135" y="86"/>
                      <a:pt x="126" y="78"/>
                    </a:cubicBezTo>
                    <a:cubicBezTo>
                      <a:pt x="122" y="67"/>
                      <a:pt x="132" y="59"/>
                      <a:pt x="138" y="51"/>
                    </a:cubicBezTo>
                    <a:cubicBezTo>
                      <a:pt x="152" y="36"/>
                      <a:pt x="164" y="18"/>
                      <a:pt x="179" y="4"/>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500"/>
              </a:p>
            </p:txBody>
          </p:sp>
          <p:sp>
            <p:nvSpPr>
              <p:cNvPr id="51" name="Freeform 61"/>
              <p:cNvSpPr/>
              <p:nvPr/>
            </p:nvSpPr>
            <p:spPr bwMode="auto">
              <a:xfrm>
                <a:off x="4785" y="2230"/>
                <a:ext cx="172" cy="336"/>
              </a:xfrm>
              <a:custGeom>
                <a:avLst/>
                <a:gdLst>
                  <a:gd name="T0" fmla="*/ 0 w 72"/>
                  <a:gd name="T1" fmla="*/ 25 h 141"/>
                  <a:gd name="T2" fmla="*/ 42 w 72"/>
                  <a:gd name="T3" fmla="*/ 0 h 141"/>
                  <a:gd name="T4" fmla="*/ 71 w 72"/>
                  <a:gd name="T5" fmla="*/ 63 h 141"/>
                  <a:gd name="T6" fmla="*/ 71 w 72"/>
                  <a:gd name="T7" fmla="*/ 139 h 141"/>
                  <a:gd name="T8" fmla="*/ 23 w 72"/>
                  <a:gd name="T9" fmla="*/ 140 h 141"/>
                  <a:gd name="T10" fmla="*/ 22 w 72"/>
                  <a:gd name="T11" fmla="*/ 63 h 141"/>
                  <a:gd name="T12" fmla="*/ 0 w 72"/>
                  <a:gd name="T13" fmla="*/ 29 h 141"/>
                  <a:gd name="T14" fmla="*/ 0 w 72"/>
                  <a:gd name="T15" fmla="*/ 25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41">
                    <a:moveTo>
                      <a:pt x="0" y="25"/>
                    </a:moveTo>
                    <a:cubicBezTo>
                      <a:pt x="14" y="16"/>
                      <a:pt x="28" y="8"/>
                      <a:pt x="42" y="0"/>
                    </a:cubicBezTo>
                    <a:cubicBezTo>
                      <a:pt x="57" y="18"/>
                      <a:pt x="71" y="39"/>
                      <a:pt x="71" y="63"/>
                    </a:cubicBezTo>
                    <a:cubicBezTo>
                      <a:pt x="71" y="88"/>
                      <a:pt x="72" y="114"/>
                      <a:pt x="71" y="139"/>
                    </a:cubicBezTo>
                    <a:cubicBezTo>
                      <a:pt x="55" y="141"/>
                      <a:pt x="39" y="141"/>
                      <a:pt x="23" y="140"/>
                    </a:cubicBezTo>
                    <a:cubicBezTo>
                      <a:pt x="22" y="114"/>
                      <a:pt x="24" y="88"/>
                      <a:pt x="22" y="63"/>
                    </a:cubicBezTo>
                    <a:cubicBezTo>
                      <a:pt x="21" y="49"/>
                      <a:pt x="10" y="39"/>
                      <a:pt x="0" y="29"/>
                    </a:cubicBezTo>
                    <a:cubicBezTo>
                      <a:pt x="0" y="28"/>
                      <a:pt x="0" y="26"/>
                      <a:pt x="0" y="25"/>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500"/>
              </a:p>
            </p:txBody>
          </p:sp>
        </p:grpSp>
        <p:sp>
          <p:nvSpPr>
            <p:cNvPr id="52" name="任意多边形 51"/>
            <p:cNvSpPr/>
            <p:nvPr/>
          </p:nvSpPr>
          <p:spPr>
            <a:xfrm rot="5400000">
              <a:off x="10462" y="6588"/>
              <a:ext cx="2121" cy="2414"/>
            </a:xfrm>
            <a:custGeom>
              <a:avLst/>
              <a:gdLst>
                <a:gd name="connsiteX0" fmla="*/ 770660 w 826161"/>
                <a:gd name="connsiteY0" fmla="*/ 940604 h 940604"/>
                <a:gd name="connsiteX1" fmla="*/ 55501 w 826161"/>
                <a:gd name="connsiteY1" fmla="*/ 940604 h 940604"/>
                <a:gd name="connsiteX2" fmla="*/ 0 w 826161"/>
                <a:gd name="connsiteY2" fmla="*/ 885103 h 940604"/>
                <a:gd name="connsiteX3" fmla="*/ 0 w 826161"/>
                <a:gd name="connsiteY3" fmla="*/ 169944 h 940604"/>
                <a:gd name="connsiteX4" fmla="*/ 55501 w 826161"/>
                <a:gd name="connsiteY4" fmla="*/ 114443 h 940604"/>
                <a:gd name="connsiteX5" fmla="*/ 346704 w 826161"/>
                <a:gd name="connsiteY5" fmla="*/ 114443 h 940604"/>
                <a:gd name="connsiteX6" fmla="*/ 413081 w 826161"/>
                <a:gd name="connsiteY6" fmla="*/ 0 h 940604"/>
                <a:gd name="connsiteX7" fmla="*/ 479458 w 826161"/>
                <a:gd name="connsiteY7" fmla="*/ 114443 h 940604"/>
                <a:gd name="connsiteX8" fmla="*/ 770660 w 826161"/>
                <a:gd name="connsiteY8" fmla="*/ 114443 h 940604"/>
                <a:gd name="connsiteX9" fmla="*/ 826161 w 826161"/>
                <a:gd name="connsiteY9" fmla="*/ 169944 h 940604"/>
                <a:gd name="connsiteX10" fmla="*/ 826161 w 826161"/>
                <a:gd name="connsiteY10" fmla="*/ 885103 h 940604"/>
                <a:gd name="connsiteX11" fmla="*/ 770660 w 826161"/>
                <a:gd name="connsiteY11" fmla="*/ 940604 h 94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6161" h="940604">
                  <a:moveTo>
                    <a:pt x="770660" y="940604"/>
                  </a:moveTo>
                  <a:lnTo>
                    <a:pt x="55501" y="940604"/>
                  </a:lnTo>
                  <a:cubicBezTo>
                    <a:pt x="24849" y="940604"/>
                    <a:pt x="0" y="915755"/>
                    <a:pt x="0" y="885103"/>
                  </a:cubicBezTo>
                  <a:lnTo>
                    <a:pt x="0" y="169944"/>
                  </a:lnTo>
                  <a:cubicBezTo>
                    <a:pt x="0" y="139292"/>
                    <a:pt x="24849" y="114443"/>
                    <a:pt x="55501" y="114443"/>
                  </a:cubicBezTo>
                  <a:lnTo>
                    <a:pt x="346704" y="114443"/>
                  </a:lnTo>
                  <a:lnTo>
                    <a:pt x="413081" y="0"/>
                  </a:lnTo>
                  <a:lnTo>
                    <a:pt x="479458" y="114443"/>
                  </a:lnTo>
                  <a:lnTo>
                    <a:pt x="770660" y="114443"/>
                  </a:lnTo>
                  <a:cubicBezTo>
                    <a:pt x="801312" y="114443"/>
                    <a:pt x="826161" y="139292"/>
                    <a:pt x="826161" y="169944"/>
                  </a:cubicBezTo>
                  <a:lnTo>
                    <a:pt x="826161" y="885103"/>
                  </a:lnTo>
                  <a:cubicBezTo>
                    <a:pt x="826161" y="915755"/>
                    <a:pt x="801312" y="940604"/>
                    <a:pt x="770660" y="940604"/>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4" tIns="60957" rIns="121914" bIns="60957" rtlCol="0" anchor="ctr"/>
            <a:lstStyle/>
            <a:p>
              <a:pPr algn="ctr"/>
              <a:endParaRPr lang="zh-CN" altLang="en-US"/>
            </a:p>
          </p:txBody>
        </p:sp>
        <p:grpSp>
          <p:nvGrpSpPr>
            <p:cNvPr id="53" name="组合 52"/>
            <p:cNvGrpSpPr/>
            <p:nvPr/>
          </p:nvGrpSpPr>
          <p:grpSpPr>
            <a:xfrm>
              <a:off x="13074" y="6718"/>
              <a:ext cx="3482" cy="2386"/>
              <a:chOff x="6227087" y="3198749"/>
              <a:chExt cx="1283156" cy="1135823"/>
            </a:xfrm>
          </p:grpSpPr>
          <p:sp>
            <p:nvSpPr>
              <p:cNvPr id="54" name="文本框 64"/>
              <p:cNvSpPr txBox="1"/>
              <p:nvPr/>
            </p:nvSpPr>
            <p:spPr>
              <a:xfrm>
                <a:off x="6227087" y="3198749"/>
                <a:ext cx="1282050" cy="742662"/>
              </a:xfrm>
              <a:prstGeom prst="rect">
                <a:avLst/>
              </a:prstGeom>
              <a:noFill/>
            </p:spPr>
            <p:txBody>
              <a:bodyPr wrap="square" rtlCol="0">
                <a:spAutoFit/>
              </a:bodyPr>
              <a:lstStyle/>
              <a:p>
                <a:r>
                  <a:rPr lang="en-US" altLang="zh-CN" sz="5900" dirty="0">
                    <a:solidFill>
                      <a:schemeClr val="tx1">
                        <a:lumMod val="85000"/>
                        <a:lumOff val="15000"/>
                      </a:schemeClr>
                    </a:solidFill>
                    <a:latin typeface="方正细圆简体" panose="02010601030101010101" charset="-122"/>
                    <a:ea typeface="方正细圆简体" panose="02010601030101010101" charset="-122"/>
                  </a:rPr>
                  <a:t>34%</a:t>
                </a:r>
              </a:p>
            </p:txBody>
          </p:sp>
          <p:cxnSp>
            <p:nvCxnSpPr>
              <p:cNvPr id="55" name="直接连接符 54"/>
              <p:cNvCxnSpPr/>
              <p:nvPr/>
            </p:nvCxnSpPr>
            <p:spPr>
              <a:xfrm>
                <a:off x="6306624" y="3900694"/>
                <a:ext cx="951111"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6" name="文本框 66"/>
              <p:cNvSpPr txBox="1"/>
              <p:nvPr/>
            </p:nvSpPr>
            <p:spPr>
              <a:xfrm>
                <a:off x="6228193" y="3900400"/>
                <a:ext cx="1282050" cy="434172"/>
              </a:xfrm>
              <a:prstGeom prst="rect">
                <a:avLst/>
              </a:prstGeom>
              <a:noFill/>
            </p:spPr>
            <p:txBody>
              <a:bodyPr wrap="square" rtlCol="0">
                <a:spAutoFit/>
              </a:bodyPr>
              <a:lstStyle/>
              <a:p>
                <a:r>
                  <a:rPr lang="en-US" altLang="zh-CN" sz="3200">
                    <a:solidFill>
                      <a:schemeClr val="tx1">
                        <a:lumMod val="65000"/>
                        <a:lumOff val="35000"/>
                      </a:schemeClr>
                    </a:solidFill>
                    <a:latin typeface="方正细圆简体" panose="02010601030101010101" charset="-122"/>
                    <a:ea typeface="方正细圆简体" panose="02010601030101010101" charset="-122"/>
                  </a:rPr>
                  <a:t>From 2018 </a:t>
                </a:r>
                <a:endParaRPr lang="en-US" altLang="zh-CN" sz="3200" dirty="0">
                  <a:solidFill>
                    <a:schemeClr val="tx1">
                      <a:lumMod val="65000"/>
                      <a:lumOff val="35000"/>
                    </a:schemeClr>
                  </a:solidFill>
                  <a:latin typeface="方正细圆简体" panose="02010601030101010101" charset="-122"/>
                  <a:ea typeface="方正细圆简体" panose="02010601030101010101" charset="-122"/>
                </a:endParaRPr>
              </a:p>
            </p:txBody>
          </p:sp>
        </p:grpSp>
      </p:grpSp>
    </p:spTree>
    <p:extLst>
      <p:ext uri="{BB962C8B-B14F-4D97-AF65-F5344CB8AC3E}">
        <p14:creationId xmlns:p14="http://schemas.microsoft.com/office/powerpoint/2010/main" val="3101072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21" name="组合 20"/>
          <p:cNvGrpSpPr/>
          <p:nvPr/>
        </p:nvGrpSpPr>
        <p:grpSpPr>
          <a:xfrm>
            <a:off x="-36195" y="4826635"/>
            <a:ext cx="12190730" cy="2033270"/>
            <a:chOff x="-57" y="7601"/>
            <a:chExt cx="19198" cy="3202"/>
          </a:xfrm>
        </p:grpSpPr>
        <p:sp>
          <p:nvSpPr>
            <p:cNvPr id="5" name="Rectangle 3"/>
            <p:cNvSpPr/>
            <p:nvPr/>
          </p:nvSpPr>
          <p:spPr>
            <a:xfrm>
              <a:off x="-57" y="7601"/>
              <a:ext cx="19198" cy="3202"/>
            </a:xfrm>
            <a:prstGeom prst="rect">
              <a:avLst/>
            </a:prstGeom>
            <a:solidFill>
              <a:schemeClr val="tx1"/>
            </a:solidFill>
            <a:ln w="12700" cap="flat" cmpd="sng" algn="ctr">
              <a:noFill/>
              <a:prstDash val="solid"/>
              <a:miter lim="800000"/>
            </a:ln>
            <a:effectLst/>
          </p:spPr>
          <p:txBody>
            <a:bodyPr lIns="91438" tIns="45719" rIns="91438" bIns="45719"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grpSp>
          <p:nvGrpSpPr>
            <p:cNvPr id="6" name="Group 4"/>
            <p:cNvGrpSpPr/>
            <p:nvPr/>
          </p:nvGrpSpPr>
          <p:grpSpPr>
            <a:xfrm>
              <a:off x="1302" y="8183"/>
              <a:ext cx="2475" cy="2037"/>
              <a:chOff x="5329238" y="1931988"/>
              <a:chExt cx="550862" cy="498475"/>
            </a:xfrm>
            <a:solidFill>
              <a:srgbClr val="FCFCFC"/>
            </a:solidFill>
          </p:grpSpPr>
          <p:sp>
            <p:nvSpPr>
              <p:cNvPr id="7" name="Freeform 5"/>
              <p:cNvSpPr>
                <a:spLocks noEditPoints="1"/>
              </p:cNvSpPr>
              <p:nvPr/>
            </p:nvSpPr>
            <p:spPr bwMode="auto">
              <a:xfrm>
                <a:off x="5462588" y="2284413"/>
                <a:ext cx="53975" cy="146050"/>
              </a:xfrm>
              <a:custGeom>
                <a:avLst/>
                <a:gdLst>
                  <a:gd name="T0" fmla="*/ 3 w 14"/>
                  <a:gd name="T1" fmla="*/ 10 h 38"/>
                  <a:gd name="T2" fmla="*/ 0 w 14"/>
                  <a:gd name="T3" fmla="*/ 15 h 38"/>
                  <a:gd name="T4" fmla="*/ 0 w 14"/>
                  <a:gd name="T5" fmla="*/ 38 h 38"/>
                  <a:gd name="T6" fmla="*/ 14 w 14"/>
                  <a:gd name="T7" fmla="*/ 38 h 38"/>
                  <a:gd name="T8" fmla="*/ 14 w 14"/>
                  <a:gd name="T9" fmla="*/ 2 h 38"/>
                  <a:gd name="T10" fmla="*/ 11 w 14"/>
                  <a:gd name="T11" fmla="*/ 1 h 38"/>
                  <a:gd name="T12" fmla="*/ 3 w 14"/>
                  <a:gd name="T13" fmla="*/ 10 h 38"/>
                  <a:gd name="T14" fmla="*/ 3 w 14"/>
                  <a:gd name="T15" fmla="*/ 10 h 38"/>
                  <a:gd name="T16" fmla="*/ 3 w 14"/>
                  <a:gd name="T17" fmla="*/ 1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38">
                    <a:moveTo>
                      <a:pt x="3" y="10"/>
                    </a:moveTo>
                    <a:cubicBezTo>
                      <a:pt x="1" y="11"/>
                      <a:pt x="0" y="13"/>
                      <a:pt x="0" y="15"/>
                    </a:cubicBezTo>
                    <a:cubicBezTo>
                      <a:pt x="0" y="38"/>
                      <a:pt x="0" y="38"/>
                      <a:pt x="0" y="38"/>
                    </a:cubicBezTo>
                    <a:cubicBezTo>
                      <a:pt x="14" y="38"/>
                      <a:pt x="14" y="38"/>
                      <a:pt x="14" y="38"/>
                    </a:cubicBezTo>
                    <a:cubicBezTo>
                      <a:pt x="14" y="2"/>
                      <a:pt x="14" y="2"/>
                      <a:pt x="14" y="2"/>
                    </a:cubicBezTo>
                    <a:cubicBezTo>
                      <a:pt x="14" y="0"/>
                      <a:pt x="13" y="0"/>
                      <a:pt x="11" y="1"/>
                    </a:cubicBezTo>
                    <a:lnTo>
                      <a:pt x="3" y="10"/>
                    </a:lnTo>
                    <a:close/>
                    <a:moveTo>
                      <a:pt x="3" y="10"/>
                    </a:moveTo>
                    <a:cubicBezTo>
                      <a:pt x="3" y="10"/>
                      <a:pt x="3" y="10"/>
                      <a:pt x="3" y="10"/>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9" name="Freeform 6"/>
              <p:cNvSpPr>
                <a:spLocks noEditPoints="1"/>
              </p:cNvSpPr>
              <p:nvPr/>
            </p:nvSpPr>
            <p:spPr bwMode="auto">
              <a:xfrm>
                <a:off x="5688013" y="2200275"/>
                <a:ext cx="49212" cy="230188"/>
              </a:xfrm>
              <a:custGeom>
                <a:avLst/>
                <a:gdLst>
                  <a:gd name="T0" fmla="*/ 2 w 13"/>
                  <a:gd name="T1" fmla="*/ 10 h 60"/>
                  <a:gd name="T2" fmla="*/ 0 w 13"/>
                  <a:gd name="T3" fmla="*/ 15 h 60"/>
                  <a:gd name="T4" fmla="*/ 0 w 13"/>
                  <a:gd name="T5" fmla="*/ 60 h 60"/>
                  <a:gd name="T6" fmla="*/ 13 w 13"/>
                  <a:gd name="T7" fmla="*/ 60 h 60"/>
                  <a:gd name="T8" fmla="*/ 13 w 13"/>
                  <a:gd name="T9" fmla="*/ 2 h 60"/>
                  <a:gd name="T10" fmla="*/ 11 w 13"/>
                  <a:gd name="T11" fmla="*/ 1 h 60"/>
                  <a:gd name="T12" fmla="*/ 2 w 13"/>
                  <a:gd name="T13" fmla="*/ 10 h 60"/>
                  <a:gd name="T14" fmla="*/ 2 w 13"/>
                  <a:gd name="T15" fmla="*/ 10 h 60"/>
                  <a:gd name="T16" fmla="*/ 2 w 13"/>
                  <a:gd name="T17" fmla="*/ 1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60">
                    <a:moveTo>
                      <a:pt x="2" y="10"/>
                    </a:moveTo>
                    <a:cubicBezTo>
                      <a:pt x="1" y="11"/>
                      <a:pt x="0" y="14"/>
                      <a:pt x="0" y="15"/>
                    </a:cubicBezTo>
                    <a:cubicBezTo>
                      <a:pt x="0" y="60"/>
                      <a:pt x="0" y="60"/>
                      <a:pt x="0" y="60"/>
                    </a:cubicBezTo>
                    <a:cubicBezTo>
                      <a:pt x="13" y="60"/>
                      <a:pt x="13" y="60"/>
                      <a:pt x="13" y="60"/>
                    </a:cubicBezTo>
                    <a:cubicBezTo>
                      <a:pt x="13" y="2"/>
                      <a:pt x="13" y="2"/>
                      <a:pt x="13" y="2"/>
                    </a:cubicBezTo>
                    <a:cubicBezTo>
                      <a:pt x="13" y="0"/>
                      <a:pt x="12" y="0"/>
                      <a:pt x="11" y="1"/>
                    </a:cubicBezTo>
                    <a:lnTo>
                      <a:pt x="2" y="10"/>
                    </a:lnTo>
                    <a:close/>
                    <a:moveTo>
                      <a:pt x="2" y="10"/>
                    </a:moveTo>
                    <a:cubicBezTo>
                      <a:pt x="2" y="10"/>
                      <a:pt x="2" y="10"/>
                      <a:pt x="2" y="10"/>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2" name="Freeform 7"/>
              <p:cNvSpPr>
                <a:spLocks noEditPoints="1"/>
              </p:cNvSpPr>
              <p:nvPr/>
            </p:nvSpPr>
            <p:spPr bwMode="auto">
              <a:xfrm>
                <a:off x="5761038" y="2127250"/>
                <a:ext cx="49212" cy="303213"/>
              </a:xfrm>
              <a:custGeom>
                <a:avLst/>
                <a:gdLst>
                  <a:gd name="T0" fmla="*/ 3 w 13"/>
                  <a:gd name="T1" fmla="*/ 9 h 79"/>
                  <a:gd name="T2" fmla="*/ 0 w 13"/>
                  <a:gd name="T3" fmla="*/ 15 h 79"/>
                  <a:gd name="T4" fmla="*/ 0 w 13"/>
                  <a:gd name="T5" fmla="*/ 79 h 79"/>
                  <a:gd name="T6" fmla="*/ 13 w 13"/>
                  <a:gd name="T7" fmla="*/ 79 h 79"/>
                  <a:gd name="T8" fmla="*/ 13 w 13"/>
                  <a:gd name="T9" fmla="*/ 2 h 79"/>
                  <a:gd name="T10" fmla="*/ 11 w 13"/>
                  <a:gd name="T11" fmla="*/ 1 h 79"/>
                  <a:gd name="T12" fmla="*/ 3 w 13"/>
                  <a:gd name="T13" fmla="*/ 9 h 79"/>
                  <a:gd name="T14" fmla="*/ 3 w 13"/>
                  <a:gd name="T15" fmla="*/ 9 h 79"/>
                  <a:gd name="T16" fmla="*/ 3 w 13"/>
                  <a:gd name="T17" fmla="*/ 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79">
                    <a:moveTo>
                      <a:pt x="3" y="9"/>
                    </a:moveTo>
                    <a:cubicBezTo>
                      <a:pt x="1" y="11"/>
                      <a:pt x="0" y="13"/>
                      <a:pt x="0" y="15"/>
                    </a:cubicBezTo>
                    <a:cubicBezTo>
                      <a:pt x="0" y="79"/>
                      <a:pt x="0" y="79"/>
                      <a:pt x="0" y="79"/>
                    </a:cubicBezTo>
                    <a:cubicBezTo>
                      <a:pt x="13" y="79"/>
                      <a:pt x="13" y="79"/>
                      <a:pt x="13" y="79"/>
                    </a:cubicBezTo>
                    <a:cubicBezTo>
                      <a:pt x="13" y="2"/>
                      <a:pt x="13" y="2"/>
                      <a:pt x="13" y="2"/>
                    </a:cubicBezTo>
                    <a:cubicBezTo>
                      <a:pt x="13" y="1"/>
                      <a:pt x="12" y="0"/>
                      <a:pt x="11" y="1"/>
                    </a:cubicBezTo>
                    <a:lnTo>
                      <a:pt x="3" y="9"/>
                    </a:lnTo>
                    <a:close/>
                    <a:moveTo>
                      <a:pt x="3" y="9"/>
                    </a:moveTo>
                    <a:cubicBezTo>
                      <a:pt x="3" y="9"/>
                      <a:pt x="3" y="9"/>
                      <a:pt x="3" y="9"/>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3" name="Freeform 8"/>
              <p:cNvSpPr>
                <a:spLocks noEditPoints="1"/>
              </p:cNvSpPr>
              <p:nvPr/>
            </p:nvSpPr>
            <p:spPr bwMode="auto">
              <a:xfrm>
                <a:off x="5611813" y="2273300"/>
                <a:ext cx="53975" cy="157163"/>
              </a:xfrm>
              <a:custGeom>
                <a:avLst/>
                <a:gdLst>
                  <a:gd name="T0" fmla="*/ 3 w 14"/>
                  <a:gd name="T1" fmla="*/ 10 h 41"/>
                  <a:gd name="T2" fmla="*/ 2 w 14"/>
                  <a:gd name="T3" fmla="*/ 11 h 41"/>
                  <a:gd name="T4" fmla="*/ 0 w 14"/>
                  <a:gd name="T5" fmla="*/ 16 h 41"/>
                  <a:gd name="T6" fmla="*/ 0 w 14"/>
                  <a:gd name="T7" fmla="*/ 41 h 41"/>
                  <a:gd name="T8" fmla="*/ 14 w 14"/>
                  <a:gd name="T9" fmla="*/ 41 h 41"/>
                  <a:gd name="T10" fmla="*/ 14 w 14"/>
                  <a:gd name="T11" fmla="*/ 3 h 41"/>
                  <a:gd name="T12" fmla="*/ 11 w 14"/>
                  <a:gd name="T13" fmla="*/ 2 h 41"/>
                  <a:gd name="T14" fmla="*/ 3 w 14"/>
                  <a:gd name="T15" fmla="*/ 10 h 41"/>
                  <a:gd name="T16" fmla="*/ 3 w 14"/>
                  <a:gd name="T17" fmla="*/ 10 h 41"/>
                  <a:gd name="T18" fmla="*/ 3 w 14"/>
                  <a:gd name="T19"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1">
                    <a:moveTo>
                      <a:pt x="3" y="10"/>
                    </a:moveTo>
                    <a:cubicBezTo>
                      <a:pt x="3" y="10"/>
                      <a:pt x="2" y="11"/>
                      <a:pt x="2" y="11"/>
                    </a:cubicBezTo>
                    <a:cubicBezTo>
                      <a:pt x="1" y="12"/>
                      <a:pt x="0" y="14"/>
                      <a:pt x="0" y="16"/>
                    </a:cubicBezTo>
                    <a:cubicBezTo>
                      <a:pt x="0" y="41"/>
                      <a:pt x="0" y="41"/>
                      <a:pt x="0" y="41"/>
                    </a:cubicBezTo>
                    <a:cubicBezTo>
                      <a:pt x="14" y="41"/>
                      <a:pt x="14" y="41"/>
                      <a:pt x="14" y="41"/>
                    </a:cubicBezTo>
                    <a:cubicBezTo>
                      <a:pt x="14" y="3"/>
                      <a:pt x="14" y="3"/>
                      <a:pt x="14" y="3"/>
                    </a:cubicBezTo>
                    <a:cubicBezTo>
                      <a:pt x="14" y="1"/>
                      <a:pt x="13" y="0"/>
                      <a:pt x="11" y="2"/>
                    </a:cubicBezTo>
                    <a:lnTo>
                      <a:pt x="3" y="10"/>
                    </a:lnTo>
                    <a:close/>
                    <a:moveTo>
                      <a:pt x="3" y="10"/>
                    </a:moveTo>
                    <a:cubicBezTo>
                      <a:pt x="3" y="10"/>
                      <a:pt x="3" y="10"/>
                      <a:pt x="3" y="10"/>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4" name="Freeform 9"/>
              <p:cNvSpPr>
                <a:spLocks noEditPoints="1"/>
              </p:cNvSpPr>
              <p:nvPr/>
            </p:nvSpPr>
            <p:spPr bwMode="auto">
              <a:xfrm>
                <a:off x="5538788" y="2279650"/>
                <a:ext cx="49212" cy="150813"/>
              </a:xfrm>
              <a:custGeom>
                <a:avLst/>
                <a:gdLst>
                  <a:gd name="T0" fmla="*/ 2 w 13"/>
                  <a:gd name="T1" fmla="*/ 1 h 39"/>
                  <a:gd name="T2" fmla="*/ 0 w 13"/>
                  <a:gd name="T3" fmla="*/ 2 h 39"/>
                  <a:gd name="T4" fmla="*/ 0 w 13"/>
                  <a:gd name="T5" fmla="*/ 39 h 39"/>
                  <a:gd name="T6" fmla="*/ 13 w 13"/>
                  <a:gd name="T7" fmla="*/ 39 h 39"/>
                  <a:gd name="T8" fmla="*/ 13 w 13"/>
                  <a:gd name="T9" fmla="*/ 16 h 39"/>
                  <a:gd name="T10" fmla="*/ 11 w 13"/>
                  <a:gd name="T11" fmla="*/ 10 h 39"/>
                  <a:gd name="T12" fmla="*/ 9 w 13"/>
                  <a:gd name="T13" fmla="*/ 8 h 39"/>
                  <a:gd name="T14" fmla="*/ 2 w 13"/>
                  <a:gd name="T15" fmla="*/ 1 h 39"/>
                  <a:gd name="T16" fmla="*/ 2 w 13"/>
                  <a:gd name="T17" fmla="*/ 1 h 39"/>
                  <a:gd name="T18" fmla="*/ 2 w 13"/>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39">
                    <a:moveTo>
                      <a:pt x="2" y="1"/>
                    </a:moveTo>
                    <a:cubicBezTo>
                      <a:pt x="1" y="0"/>
                      <a:pt x="0" y="0"/>
                      <a:pt x="0" y="2"/>
                    </a:cubicBezTo>
                    <a:cubicBezTo>
                      <a:pt x="0" y="39"/>
                      <a:pt x="0" y="39"/>
                      <a:pt x="0" y="39"/>
                    </a:cubicBezTo>
                    <a:cubicBezTo>
                      <a:pt x="13" y="39"/>
                      <a:pt x="13" y="39"/>
                      <a:pt x="13" y="39"/>
                    </a:cubicBezTo>
                    <a:cubicBezTo>
                      <a:pt x="13" y="16"/>
                      <a:pt x="13" y="16"/>
                      <a:pt x="13" y="16"/>
                    </a:cubicBezTo>
                    <a:cubicBezTo>
                      <a:pt x="13" y="14"/>
                      <a:pt x="12" y="11"/>
                      <a:pt x="11" y="10"/>
                    </a:cubicBezTo>
                    <a:cubicBezTo>
                      <a:pt x="9" y="8"/>
                      <a:pt x="9" y="8"/>
                      <a:pt x="9" y="8"/>
                    </a:cubicBezTo>
                    <a:lnTo>
                      <a:pt x="2" y="1"/>
                    </a:lnTo>
                    <a:close/>
                    <a:moveTo>
                      <a:pt x="2" y="1"/>
                    </a:moveTo>
                    <a:cubicBezTo>
                      <a:pt x="2" y="1"/>
                      <a:pt x="2" y="1"/>
                      <a:pt x="2" y="1"/>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5" name="Freeform 10"/>
              <p:cNvSpPr>
                <a:spLocks noEditPoints="1"/>
              </p:cNvSpPr>
              <p:nvPr/>
            </p:nvSpPr>
            <p:spPr bwMode="auto">
              <a:xfrm>
                <a:off x="5381625" y="2357438"/>
                <a:ext cx="58737" cy="73025"/>
              </a:xfrm>
              <a:custGeom>
                <a:avLst/>
                <a:gdLst>
                  <a:gd name="T0" fmla="*/ 7 w 15"/>
                  <a:gd name="T1" fmla="*/ 8 h 19"/>
                  <a:gd name="T2" fmla="*/ 2 w 15"/>
                  <a:gd name="T3" fmla="*/ 12 h 19"/>
                  <a:gd name="T4" fmla="*/ 0 w 15"/>
                  <a:gd name="T5" fmla="*/ 17 h 19"/>
                  <a:gd name="T6" fmla="*/ 0 w 15"/>
                  <a:gd name="T7" fmla="*/ 19 h 19"/>
                  <a:gd name="T8" fmla="*/ 15 w 15"/>
                  <a:gd name="T9" fmla="*/ 19 h 19"/>
                  <a:gd name="T10" fmla="*/ 15 w 15"/>
                  <a:gd name="T11" fmla="*/ 2 h 19"/>
                  <a:gd name="T12" fmla="*/ 13 w 15"/>
                  <a:gd name="T13" fmla="*/ 1 h 19"/>
                  <a:gd name="T14" fmla="*/ 7 w 15"/>
                  <a:gd name="T15" fmla="*/ 8 h 19"/>
                  <a:gd name="T16" fmla="*/ 7 w 15"/>
                  <a:gd name="T17" fmla="*/ 8 h 19"/>
                  <a:gd name="T18" fmla="*/ 7 w 15"/>
                  <a:gd name="T1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9">
                    <a:moveTo>
                      <a:pt x="7" y="8"/>
                    </a:moveTo>
                    <a:cubicBezTo>
                      <a:pt x="2" y="12"/>
                      <a:pt x="2" y="12"/>
                      <a:pt x="2" y="12"/>
                    </a:cubicBezTo>
                    <a:cubicBezTo>
                      <a:pt x="1" y="13"/>
                      <a:pt x="0" y="15"/>
                      <a:pt x="0" y="17"/>
                    </a:cubicBezTo>
                    <a:cubicBezTo>
                      <a:pt x="0" y="19"/>
                      <a:pt x="0" y="19"/>
                      <a:pt x="0" y="19"/>
                    </a:cubicBezTo>
                    <a:cubicBezTo>
                      <a:pt x="15" y="19"/>
                      <a:pt x="15" y="19"/>
                      <a:pt x="15" y="19"/>
                    </a:cubicBezTo>
                    <a:cubicBezTo>
                      <a:pt x="15" y="2"/>
                      <a:pt x="15" y="2"/>
                      <a:pt x="15" y="2"/>
                    </a:cubicBezTo>
                    <a:cubicBezTo>
                      <a:pt x="15" y="1"/>
                      <a:pt x="14" y="0"/>
                      <a:pt x="13" y="1"/>
                    </a:cubicBezTo>
                    <a:lnTo>
                      <a:pt x="7" y="8"/>
                    </a:lnTo>
                    <a:close/>
                    <a:moveTo>
                      <a:pt x="7" y="8"/>
                    </a:moveTo>
                    <a:cubicBezTo>
                      <a:pt x="7" y="8"/>
                      <a:pt x="7" y="8"/>
                      <a:pt x="7" y="8"/>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1" name="Freeform 11"/>
              <p:cNvSpPr>
                <a:spLocks noEditPoints="1"/>
              </p:cNvSpPr>
              <p:nvPr/>
            </p:nvSpPr>
            <p:spPr bwMode="auto">
              <a:xfrm>
                <a:off x="5329238" y="1931988"/>
                <a:ext cx="550862" cy="414338"/>
              </a:xfrm>
              <a:custGeom>
                <a:avLst/>
                <a:gdLst>
                  <a:gd name="T0" fmla="*/ 142 w 144"/>
                  <a:gd name="T1" fmla="*/ 53 h 108"/>
                  <a:gd name="T2" fmla="*/ 144 w 144"/>
                  <a:gd name="T3" fmla="*/ 52 h 108"/>
                  <a:gd name="T4" fmla="*/ 144 w 144"/>
                  <a:gd name="T5" fmla="*/ 6 h 108"/>
                  <a:gd name="T6" fmla="*/ 138 w 144"/>
                  <a:gd name="T7" fmla="*/ 0 h 108"/>
                  <a:gd name="T8" fmla="*/ 92 w 144"/>
                  <a:gd name="T9" fmla="*/ 0 h 108"/>
                  <a:gd name="T10" fmla="*/ 91 w 144"/>
                  <a:gd name="T11" fmla="*/ 2 h 108"/>
                  <a:gd name="T12" fmla="*/ 108 w 144"/>
                  <a:gd name="T13" fmla="*/ 18 h 108"/>
                  <a:gd name="T14" fmla="*/ 101 w 144"/>
                  <a:gd name="T15" fmla="*/ 25 h 108"/>
                  <a:gd name="T16" fmla="*/ 70 w 144"/>
                  <a:gd name="T17" fmla="*/ 56 h 108"/>
                  <a:gd name="T18" fmla="*/ 54 w 144"/>
                  <a:gd name="T19" fmla="*/ 39 h 108"/>
                  <a:gd name="T20" fmla="*/ 50 w 144"/>
                  <a:gd name="T21" fmla="*/ 39 h 108"/>
                  <a:gd name="T22" fmla="*/ 5 w 144"/>
                  <a:gd name="T23" fmla="*/ 84 h 108"/>
                  <a:gd name="T24" fmla="*/ 5 w 144"/>
                  <a:gd name="T25" fmla="*/ 103 h 108"/>
                  <a:gd name="T26" fmla="*/ 5 w 144"/>
                  <a:gd name="T27" fmla="*/ 103 h 108"/>
                  <a:gd name="T28" fmla="*/ 23 w 144"/>
                  <a:gd name="T29" fmla="*/ 103 h 108"/>
                  <a:gd name="T30" fmla="*/ 52 w 144"/>
                  <a:gd name="T31" fmla="*/ 74 h 108"/>
                  <a:gd name="T32" fmla="*/ 68 w 144"/>
                  <a:gd name="T33" fmla="*/ 90 h 108"/>
                  <a:gd name="T34" fmla="*/ 73 w 144"/>
                  <a:gd name="T35" fmla="*/ 90 h 108"/>
                  <a:gd name="T36" fmla="*/ 126 w 144"/>
                  <a:gd name="T37" fmla="*/ 37 h 108"/>
                  <a:gd name="T38" fmla="*/ 142 w 144"/>
                  <a:gd name="T39" fmla="*/ 53 h 108"/>
                  <a:gd name="T40" fmla="*/ 142 w 144"/>
                  <a:gd name="T41" fmla="*/ 53 h 108"/>
                  <a:gd name="T42" fmla="*/ 142 w 144"/>
                  <a:gd name="T43" fmla="*/ 5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08">
                    <a:moveTo>
                      <a:pt x="142" y="53"/>
                    </a:moveTo>
                    <a:cubicBezTo>
                      <a:pt x="143" y="54"/>
                      <a:pt x="144" y="54"/>
                      <a:pt x="144" y="52"/>
                    </a:cubicBezTo>
                    <a:cubicBezTo>
                      <a:pt x="144" y="6"/>
                      <a:pt x="144" y="6"/>
                      <a:pt x="144" y="6"/>
                    </a:cubicBezTo>
                    <a:cubicBezTo>
                      <a:pt x="144" y="3"/>
                      <a:pt x="141" y="0"/>
                      <a:pt x="138" y="0"/>
                    </a:cubicBezTo>
                    <a:cubicBezTo>
                      <a:pt x="92" y="0"/>
                      <a:pt x="92" y="0"/>
                      <a:pt x="92" y="0"/>
                    </a:cubicBezTo>
                    <a:cubicBezTo>
                      <a:pt x="91" y="0"/>
                      <a:pt x="90" y="1"/>
                      <a:pt x="91" y="2"/>
                    </a:cubicBezTo>
                    <a:cubicBezTo>
                      <a:pt x="108" y="18"/>
                      <a:pt x="108" y="18"/>
                      <a:pt x="108" y="18"/>
                    </a:cubicBezTo>
                    <a:cubicBezTo>
                      <a:pt x="101" y="25"/>
                      <a:pt x="101" y="25"/>
                      <a:pt x="101" y="25"/>
                    </a:cubicBezTo>
                    <a:cubicBezTo>
                      <a:pt x="70" y="56"/>
                      <a:pt x="70" y="56"/>
                      <a:pt x="70" y="56"/>
                    </a:cubicBezTo>
                    <a:cubicBezTo>
                      <a:pt x="54" y="39"/>
                      <a:pt x="54" y="39"/>
                      <a:pt x="54" y="39"/>
                    </a:cubicBezTo>
                    <a:cubicBezTo>
                      <a:pt x="53" y="38"/>
                      <a:pt x="51" y="38"/>
                      <a:pt x="50" y="39"/>
                    </a:cubicBezTo>
                    <a:cubicBezTo>
                      <a:pt x="5" y="84"/>
                      <a:pt x="5" y="84"/>
                      <a:pt x="5" y="84"/>
                    </a:cubicBezTo>
                    <a:cubicBezTo>
                      <a:pt x="0" y="89"/>
                      <a:pt x="0" y="98"/>
                      <a:pt x="5" y="103"/>
                    </a:cubicBezTo>
                    <a:cubicBezTo>
                      <a:pt x="5" y="103"/>
                      <a:pt x="5" y="103"/>
                      <a:pt x="5" y="103"/>
                    </a:cubicBezTo>
                    <a:cubicBezTo>
                      <a:pt x="10" y="108"/>
                      <a:pt x="18" y="108"/>
                      <a:pt x="23" y="103"/>
                    </a:cubicBezTo>
                    <a:cubicBezTo>
                      <a:pt x="52" y="74"/>
                      <a:pt x="52" y="74"/>
                      <a:pt x="52" y="74"/>
                    </a:cubicBezTo>
                    <a:cubicBezTo>
                      <a:pt x="68" y="90"/>
                      <a:pt x="68" y="90"/>
                      <a:pt x="68" y="90"/>
                    </a:cubicBezTo>
                    <a:cubicBezTo>
                      <a:pt x="69" y="91"/>
                      <a:pt x="71" y="91"/>
                      <a:pt x="73" y="90"/>
                    </a:cubicBezTo>
                    <a:cubicBezTo>
                      <a:pt x="126" y="37"/>
                      <a:pt x="126" y="37"/>
                      <a:pt x="126" y="37"/>
                    </a:cubicBezTo>
                    <a:lnTo>
                      <a:pt x="142" y="53"/>
                    </a:lnTo>
                    <a:close/>
                    <a:moveTo>
                      <a:pt x="142" y="53"/>
                    </a:moveTo>
                    <a:cubicBezTo>
                      <a:pt x="142" y="53"/>
                      <a:pt x="142" y="53"/>
                      <a:pt x="142" y="53"/>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grpSp>
        <p:grpSp>
          <p:nvGrpSpPr>
            <p:cNvPr id="17" name="Group 42"/>
            <p:cNvGrpSpPr/>
            <p:nvPr/>
          </p:nvGrpSpPr>
          <p:grpSpPr>
            <a:xfrm>
              <a:off x="4899" y="8153"/>
              <a:ext cx="13476" cy="2065"/>
              <a:chOff x="3147645" y="5176170"/>
              <a:chExt cx="8558432" cy="1311015"/>
            </a:xfrm>
          </p:grpSpPr>
          <p:sp>
            <p:nvSpPr>
              <p:cNvPr id="18" name="Rectangle 12"/>
              <p:cNvSpPr/>
              <p:nvPr/>
            </p:nvSpPr>
            <p:spPr>
              <a:xfrm>
                <a:off x="3147645" y="5176170"/>
                <a:ext cx="8331592" cy="243777"/>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GB" sz="1000" b="0" i="0" u="none" strike="noStrike" kern="0" cap="none" spc="0" normalizeH="0" baseline="0" noProof="0">
                    <a:ln>
                      <a:noFill/>
                    </a:ln>
                    <a:solidFill>
                      <a:srgbClr val="FCFCFC"/>
                    </a:solidFill>
                    <a:effectLst/>
                    <a:uLnTx/>
                    <a:uFillTx/>
                    <a:cs typeface="Arial" panose="020B0604020202020204" pitchFamily="34" charset="0"/>
                  </a:rPr>
                  <a:t>Lorem ipsum dolor sit amet, consectetur adipiscing elit. Integer dolor quam, </a:t>
                </a:r>
              </a:p>
            </p:txBody>
          </p:sp>
          <p:sp>
            <p:nvSpPr>
              <p:cNvPr id="19" name="Rectangle 13"/>
              <p:cNvSpPr/>
              <p:nvPr/>
            </p:nvSpPr>
            <p:spPr>
              <a:xfrm>
                <a:off x="3147645" y="5541277"/>
                <a:ext cx="8558432" cy="396137"/>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GB" sz="1000" b="0" i="0" u="none" strike="noStrike" kern="0" cap="none" spc="0" normalizeH="0" baseline="0" noProof="0">
                    <a:ln>
                      <a:noFill/>
                    </a:ln>
                    <a:solidFill>
                      <a:srgbClr val="FCFCFC"/>
                    </a:solidFill>
                    <a:effectLst/>
                    <a:uLnTx/>
                    <a:uFillTx/>
                    <a:cs typeface="Arial" panose="020B0604020202020204" pitchFamily="34" charset="0"/>
                  </a:rPr>
                  <a:t>Lorem ipsum dolor sit amet, consectetur adipiscing elit. Integer dolor quam, pretium eu placerat eu semper et nunc. Nullam ut turpis dictum luctus mi quis luctus lorem. Nullam porttitor consectetur nunc in tempor. Cras vitae venenatis sem at pretium arcu. </a:t>
                </a:r>
              </a:p>
            </p:txBody>
          </p:sp>
          <p:sp>
            <p:nvSpPr>
              <p:cNvPr id="20" name="Rectangle 14"/>
              <p:cNvSpPr/>
              <p:nvPr/>
            </p:nvSpPr>
            <p:spPr>
              <a:xfrm>
                <a:off x="3147645" y="6091048"/>
                <a:ext cx="8558432" cy="396137"/>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GB" sz="1000" b="0" i="0" u="none" strike="noStrike" kern="0" cap="none" spc="0" normalizeH="0" baseline="0" noProof="0">
                    <a:ln>
                      <a:noFill/>
                    </a:ln>
                    <a:solidFill>
                      <a:srgbClr val="FCFCFC"/>
                    </a:solidFill>
                    <a:effectLst/>
                    <a:uLnTx/>
                    <a:uFillTx/>
                    <a:cs typeface="Arial" panose="020B0604020202020204" pitchFamily="34" charset="0"/>
                  </a:rPr>
                  <a:t>Lorem ipsum dolor sit amet, consectetur adipiscing elit. Integer dolor quam, pretium eu placerat eu semper et nunc. Nullam ut turpis dictum luctus mi quis luctus lorem. Nullam porttitor consectetur nunc in tempor. Cras vitae venenatis sem at pretium arcu. </a:t>
                </a:r>
              </a:p>
            </p:txBody>
          </p:sp>
        </p:grpSp>
      </p:grpSp>
      <p:grpSp>
        <p:nvGrpSpPr>
          <p:cNvPr id="36" name="组合 35"/>
          <p:cNvGrpSpPr/>
          <p:nvPr/>
        </p:nvGrpSpPr>
        <p:grpSpPr>
          <a:xfrm>
            <a:off x="1756410" y="1811020"/>
            <a:ext cx="8679180" cy="2409825"/>
            <a:chOff x="2766" y="2852"/>
            <a:chExt cx="13668" cy="3795"/>
          </a:xfrm>
        </p:grpSpPr>
        <p:cxnSp>
          <p:nvCxnSpPr>
            <p:cNvPr id="89" name="Straight Connector 36"/>
            <p:cNvCxnSpPr/>
            <p:nvPr/>
          </p:nvCxnSpPr>
          <p:spPr>
            <a:xfrm>
              <a:off x="5539" y="3440"/>
              <a:ext cx="0" cy="3207"/>
            </a:xfrm>
            <a:prstGeom prst="line">
              <a:avLst/>
            </a:prstGeom>
            <a:noFill/>
            <a:ln w="6350" cap="flat" cmpd="sng" algn="ctr">
              <a:solidFill>
                <a:srgbClr val="44546A">
                  <a:lumMod val="40000"/>
                  <a:lumOff val="60000"/>
                </a:srgbClr>
              </a:solidFill>
              <a:prstDash val="solid"/>
              <a:miter lim="800000"/>
            </a:ln>
            <a:effectLst/>
          </p:spPr>
        </p:cxnSp>
        <p:grpSp>
          <p:nvGrpSpPr>
            <p:cNvPr id="25" name="Group 22"/>
            <p:cNvGrpSpPr/>
            <p:nvPr/>
          </p:nvGrpSpPr>
          <p:grpSpPr>
            <a:xfrm>
              <a:off x="14994" y="2852"/>
              <a:ext cx="1440" cy="1440"/>
              <a:chOff x="9521484" y="1810084"/>
              <a:chExt cx="914400" cy="914400"/>
            </a:xfrm>
          </p:grpSpPr>
          <p:sp>
            <p:nvSpPr>
              <p:cNvPr id="26" name="Oval 21"/>
              <p:cNvSpPr/>
              <p:nvPr/>
            </p:nvSpPr>
            <p:spPr>
              <a:xfrm>
                <a:off x="9521484" y="1810084"/>
                <a:ext cx="914400" cy="914400"/>
              </a:xfrm>
              <a:prstGeom prst="ellipse">
                <a:avLst/>
              </a:prstGeom>
              <a:noFill/>
              <a:ln w="3175" cap="flat" cmpd="sng" algn="ctr">
                <a:solidFill>
                  <a:schemeClr val="tx1"/>
                </a:solidFill>
                <a:prstDash val="solid"/>
                <a:miter lim="800000"/>
              </a:ln>
              <a:effectLst/>
              <a:extLst>
                <a:ext uri="{909E8E84-426E-40DD-AFC4-6F175D3DCCD1}">
                  <a14:hiddenFill xmlns:a14="http://schemas.microsoft.com/office/drawing/2010/main">
                    <a:solidFill>
                      <a:srgbClr val="E2376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27" name="Freeform 23"/>
              <p:cNvSpPr>
                <a:spLocks noEditPoints="1"/>
              </p:cNvSpPr>
              <p:nvPr/>
            </p:nvSpPr>
            <p:spPr bwMode="auto">
              <a:xfrm>
                <a:off x="9818387" y="2085996"/>
                <a:ext cx="320594" cy="362576"/>
              </a:xfrm>
              <a:custGeom>
                <a:avLst/>
                <a:gdLst>
                  <a:gd name="T0" fmla="*/ 20 w 78"/>
                  <a:gd name="T1" fmla="*/ 7 h 88"/>
                  <a:gd name="T2" fmla="*/ 20 w 78"/>
                  <a:gd name="T3" fmla="*/ 11 h 88"/>
                  <a:gd name="T4" fmla="*/ 5 w 78"/>
                  <a:gd name="T5" fmla="*/ 6 h 88"/>
                  <a:gd name="T6" fmla="*/ 1 w 78"/>
                  <a:gd name="T7" fmla="*/ 8 h 88"/>
                  <a:gd name="T8" fmla="*/ 0 w 78"/>
                  <a:gd name="T9" fmla="*/ 20 h 88"/>
                  <a:gd name="T10" fmla="*/ 3 w 78"/>
                  <a:gd name="T11" fmla="*/ 38 h 88"/>
                  <a:gd name="T12" fmla="*/ 17 w 78"/>
                  <a:gd name="T13" fmla="*/ 49 h 88"/>
                  <a:gd name="T14" fmla="*/ 20 w 78"/>
                  <a:gd name="T15" fmla="*/ 50 h 88"/>
                  <a:gd name="T16" fmla="*/ 20 w 78"/>
                  <a:gd name="T17" fmla="*/ 49 h 88"/>
                  <a:gd name="T18" fmla="*/ 31 w 78"/>
                  <a:gd name="T19" fmla="*/ 52 h 88"/>
                  <a:gd name="T20" fmla="*/ 31 w 78"/>
                  <a:gd name="T21" fmla="*/ 64 h 88"/>
                  <a:gd name="T22" fmla="*/ 27 w 78"/>
                  <a:gd name="T23" fmla="*/ 64 h 88"/>
                  <a:gd name="T24" fmla="*/ 27 w 78"/>
                  <a:gd name="T25" fmla="*/ 68 h 88"/>
                  <a:gd name="T26" fmla="*/ 15 w 78"/>
                  <a:gd name="T27" fmla="*/ 68 h 88"/>
                  <a:gd name="T28" fmla="*/ 15 w 78"/>
                  <a:gd name="T29" fmla="*/ 88 h 88"/>
                  <a:gd name="T30" fmla="*/ 64 w 78"/>
                  <a:gd name="T31" fmla="*/ 88 h 88"/>
                  <a:gd name="T32" fmla="*/ 64 w 78"/>
                  <a:gd name="T33" fmla="*/ 68 h 88"/>
                  <a:gd name="T34" fmla="*/ 52 w 78"/>
                  <a:gd name="T35" fmla="*/ 68 h 88"/>
                  <a:gd name="T36" fmla="*/ 52 w 78"/>
                  <a:gd name="T37" fmla="*/ 64 h 88"/>
                  <a:gd name="T38" fmla="*/ 47 w 78"/>
                  <a:gd name="T39" fmla="*/ 64 h 88"/>
                  <a:gd name="T40" fmla="*/ 47 w 78"/>
                  <a:gd name="T41" fmla="*/ 52 h 88"/>
                  <a:gd name="T42" fmla="*/ 58 w 78"/>
                  <a:gd name="T43" fmla="*/ 49 h 88"/>
                  <a:gd name="T44" fmla="*/ 58 w 78"/>
                  <a:gd name="T45" fmla="*/ 50 h 88"/>
                  <a:gd name="T46" fmla="*/ 61 w 78"/>
                  <a:gd name="T47" fmla="*/ 49 h 88"/>
                  <a:gd name="T48" fmla="*/ 75 w 78"/>
                  <a:gd name="T49" fmla="*/ 38 h 88"/>
                  <a:gd name="T50" fmla="*/ 78 w 78"/>
                  <a:gd name="T51" fmla="*/ 20 h 88"/>
                  <a:gd name="T52" fmla="*/ 77 w 78"/>
                  <a:gd name="T53" fmla="*/ 8 h 88"/>
                  <a:gd name="T54" fmla="*/ 73 w 78"/>
                  <a:gd name="T55" fmla="*/ 6 h 88"/>
                  <a:gd name="T56" fmla="*/ 58 w 78"/>
                  <a:gd name="T57" fmla="*/ 11 h 88"/>
                  <a:gd name="T58" fmla="*/ 58 w 78"/>
                  <a:gd name="T59" fmla="*/ 7 h 88"/>
                  <a:gd name="T60" fmla="*/ 60 w 78"/>
                  <a:gd name="T61" fmla="*/ 7 h 88"/>
                  <a:gd name="T62" fmla="*/ 60 w 78"/>
                  <a:gd name="T63" fmla="*/ 0 h 88"/>
                  <a:gd name="T64" fmla="*/ 17 w 78"/>
                  <a:gd name="T65" fmla="*/ 0 h 88"/>
                  <a:gd name="T66" fmla="*/ 17 w 78"/>
                  <a:gd name="T67" fmla="*/ 7 h 88"/>
                  <a:gd name="T68" fmla="*/ 20 w 78"/>
                  <a:gd name="T69" fmla="*/ 7 h 88"/>
                  <a:gd name="T70" fmla="*/ 63 w 78"/>
                  <a:gd name="T71" fmla="*/ 42 h 88"/>
                  <a:gd name="T72" fmla="*/ 59 w 78"/>
                  <a:gd name="T73" fmla="*/ 20 h 88"/>
                  <a:gd name="T74" fmla="*/ 61 w 78"/>
                  <a:gd name="T75" fmla="*/ 22 h 88"/>
                  <a:gd name="T76" fmla="*/ 66 w 78"/>
                  <a:gd name="T77" fmla="*/ 18 h 88"/>
                  <a:gd name="T78" fmla="*/ 64 w 78"/>
                  <a:gd name="T79" fmla="*/ 16 h 88"/>
                  <a:gd name="T80" fmla="*/ 71 w 78"/>
                  <a:gd name="T81" fmla="*/ 13 h 88"/>
                  <a:gd name="T82" fmla="*/ 72 w 78"/>
                  <a:gd name="T83" fmla="*/ 20 h 88"/>
                  <a:gd name="T84" fmla="*/ 69 w 78"/>
                  <a:gd name="T85" fmla="*/ 36 h 88"/>
                  <a:gd name="T86" fmla="*/ 63 w 78"/>
                  <a:gd name="T87" fmla="*/ 42 h 88"/>
                  <a:gd name="T88" fmla="*/ 19 w 78"/>
                  <a:gd name="T89" fmla="*/ 20 h 88"/>
                  <a:gd name="T90" fmla="*/ 15 w 78"/>
                  <a:gd name="T91" fmla="*/ 42 h 88"/>
                  <a:gd name="T92" fmla="*/ 9 w 78"/>
                  <a:gd name="T93" fmla="*/ 36 h 88"/>
                  <a:gd name="T94" fmla="*/ 6 w 78"/>
                  <a:gd name="T95" fmla="*/ 20 h 88"/>
                  <a:gd name="T96" fmla="*/ 7 w 78"/>
                  <a:gd name="T97" fmla="*/ 13 h 88"/>
                  <a:gd name="T98" fmla="*/ 14 w 78"/>
                  <a:gd name="T99" fmla="*/ 16 h 88"/>
                  <a:gd name="T100" fmla="*/ 12 w 78"/>
                  <a:gd name="T101" fmla="*/ 18 h 88"/>
                  <a:gd name="T102" fmla="*/ 17 w 78"/>
                  <a:gd name="T103" fmla="*/ 22 h 88"/>
                  <a:gd name="T104" fmla="*/ 19 w 78"/>
                  <a:gd name="T105" fmla="*/ 20 h 88"/>
                  <a:gd name="T106" fmla="*/ 32 w 78"/>
                  <a:gd name="T107" fmla="*/ 10 h 88"/>
                  <a:gd name="T108" fmla="*/ 32 w 78"/>
                  <a:gd name="T109" fmla="*/ 45 h 88"/>
                  <a:gd name="T110" fmla="*/ 25 w 78"/>
                  <a:gd name="T111" fmla="*/ 41 h 88"/>
                  <a:gd name="T112" fmla="*/ 28 w 78"/>
                  <a:gd name="T113" fmla="*/ 14 h 88"/>
                  <a:gd name="T114" fmla="*/ 28 w 78"/>
                  <a:gd name="T115" fmla="*/ 10 h 88"/>
                  <a:gd name="T116" fmla="*/ 32 w 78"/>
                  <a:gd name="T117" fmla="*/ 1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88">
                    <a:moveTo>
                      <a:pt x="20" y="7"/>
                    </a:moveTo>
                    <a:cubicBezTo>
                      <a:pt x="20" y="8"/>
                      <a:pt x="21" y="10"/>
                      <a:pt x="20" y="11"/>
                    </a:cubicBezTo>
                    <a:cubicBezTo>
                      <a:pt x="5" y="6"/>
                      <a:pt x="5" y="6"/>
                      <a:pt x="5" y="6"/>
                    </a:cubicBezTo>
                    <a:cubicBezTo>
                      <a:pt x="1" y="8"/>
                      <a:pt x="1" y="8"/>
                      <a:pt x="1" y="8"/>
                    </a:cubicBezTo>
                    <a:cubicBezTo>
                      <a:pt x="0" y="11"/>
                      <a:pt x="0" y="16"/>
                      <a:pt x="0" y="20"/>
                    </a:cubicBezTo>
                    <a:cubicBezTo>
                      <a:pt x="0" y="26"/>
                      <a:pt x="1" y="33"/>
                      <a:pt x="3" y="38"/>
                    </a:cubicBezTo>
                    <a:cubicBezTo>
                      <a:pt x="6" y="44"/>
                      <a:pt x="10" y="48"/>
                      <a:pt x="17" y="49"/>
                    </a:cubicBezTo>
                    <a:cubicBezTo>
                      <a:pt x="18" y="50"/>
                      <a:pt x="19" y="50"/>
                      <a:pt x="20" y="50"/>
                    </a:cubicBezTo>
                    <a:cubicBezTo>
                      <a:pt x="20" y="49"/>
                      <a:pt x="20" y="49"/>
                      <a:pt x="20" y="49"/>
                    </a:cubicBezTo>
                    <a:cubicBezTo>
                      <a:pt x="22" y="51"/>
                      <a:pt x="26" y="52"/>
                      <a:pt x="31" y="52"/>
                    </a:cubicBezTo>
                    <a:cubicBezTo>
                      <a:pt x="31" y="64"/>
                      <a:pt x="31" y="64"/>
                      <a:pt x="31" y="64"/>
                    </a:cubicBezTo>
                    <a:cubicBezTo>
                      <a:pt x="27" y="64"/>
                      <a:pt x="27" y="64"/>
                      <a:pt x="27" y="64"/>
                    </a:cubicBezTo>
                    <a:cubicBezTo>
                      <a:pt x="27" y="68"/>
                      <a:pt x="27" y="68"/>
                      <a:pt x="27" y="68"/>
                    </a:cubicBezTo>
                    <a:cubicBezTo>
                      <a:pt x="15" y="68"/>
                      <a:pt x="15" y="68"/>
                      <a:pt x="15" y="68"/>
                    </a:cubicBezTo>
                    <a:cubicBezTo>
                      <a:pt x="15" y="88"/>
                      <a:pt x="15" y="88"/>
                      <a:pt x="15" y="88"/>
                    </a:cubicBezTo>
                    <a:cubicBezTo>
                      <a:pt x="64" y="88"/>
                      <a:pt x="64" y="88"/>
                      <a:pt x="64" y="88"/>
                    </a:cubicBezTo>
                    <a:cubicBezTo>
                      <a:pt x="64" y="68"/>
                      <a:pt x="64" y="68"/>
                      <a:pt x="64" y="68"/>
                    </a:cubicBezTo>
                    <a:cubicBezTo>
                      <a:pt x="52" y="68"/>
                      <a:pt x="52" y="68"/>
                      <a:pt x="52" y="68"/>
                    </a:cubicBezTo>
                    <a:cubicBezTo>
                      <a:pt x="52" y="64"/>
                      <a:pt x="52" y="64"/>
                      <a:pt x="52" y="64"/>
                    </a:cubicBezTo>
                    <a:cubicBezTo>
                      <a:pt x="47" y="64"/>
                      <a:pt x="47" y="64"/>
                      <a:pt x="47" y="64"/>
                    </a:cubicBezTo>
                    <a:cubicBezTo>
                      <a:pt x="47" y="52"/>
                      <a:pt x="47" y="52"/>
                      <a:pt x="47" y="52"/>
                    </a:cubicBezTo>
                    <a:cubicBezTo>
                      <a:pt x="52" y="52"/>
                      <a:pt x="56" y="51"/>
                      <a:pt x="58" y="49"/>
                    </a:cubicBezTo>
                    <a:cubicBezTo>
                      <a:pt x="58" y="50"/>
                      <a:pt x="58" y="50"/>
                      <a:pt x="58" y="50"/>
                    </a:cubicBezTo>
                    <a:cubicBezTo>
                      <a:pt x="59" y="50"/>
                      <a:pt x="60" y="50"/>
                      <a:pt x="61" y="49"/>
                    </a:cubicBezTo>
                    <a:cubicBezTo>
                      <a:pt x="68" y="48"/>
                      <a:pt x="72" y="44"/>
                      <a:pt x="75" y="38"/>
                    </a:cubicBezTo>
                    <a:cubicBezTo>
                      <a:pt x="77" y="33"/>
                      <a:pt x="78" y="26"/>
                      <a:pt x="78" y="20"/>
                    </a:cubicBezTo>
                    <a:cubicBezTo>
                      <a:pt x="78" y="16"/>
                      <a:pt x="78" y="11"/>
                      <a:pt x="77" y="8"/>
                    </a:cubicBezTo>
                    <a:cubicBezTo>
                      <a:pt x="73" y="6"/>
                      <a:pt x="73" y="6"/>
                      <a:pt x="73" y="6"/>
                    </a:cubicBezTo>
                    <a:cubicBezTo>
                      <a:pt x="58" y="11"/>
                      <a:pt x="58" y="11"/>
                      <a:pt x="58" y="11"/>
                    </a:cubicBezTo>
                    <a:cubicBezTo>
                      <a:pt x="57" y="10"/>
                      <a:pt x="58" y="8"/>
                      <a:pt x="58" y="7"/>
                    </a:cubicBezTo>
                    <a:cubicBezTo>
                      <a:pt x="60" y="7"/>
                      <a:pt x="60" y="7"/>
                      <a:pt x="60" y="7"/>
                    </a:cubicBezTo>
                    <a:cubicBezTo>
                      <a:pt x="60" y="0"/>
                      <a:pt x="60" y="0"/>
                      <a:pt x="60" y="0"/>
                    </a:cubicBezTo>
                    <a:cubicBezTo>
                      <a:pt x="17" y="0"/>
                      <a:pt x="17" y="0"/>
                      <a:pt x="17" y="0"/>
                    </a:cubicBezTo>
                    <a:cubicBezTo>
                      <a:pt x="17" y="7"/>
                      <a:pt x="17" y="7"/>
                      <a:pt x="17" y="7"/>
                    </a:cubicBezTo>
                    <a:cubicBezTo>
                      <a:pt x="20" y="7"/>
                      <a:pt x="20" y="7"/>
                      <a:pt x="20" y="7"/>
                    </a:cubicBezTo>
                    <a:close/>
                    <a:moveTo>
                      <a:pt x="63" y="42"/>
                    </a:moveTo>
                    <a:cubicBezTo>
                      <a:pt x="64" y="36"/>
                      <a:pt x="60" y="28"/>
                      <a:pt x="59" y="20"/>
                    </a:cubicBezTo>
                    <a:cubicBezTo>
                      <a:pt x="61" y="22"/>
                      <a:pt x="61" y="22"/>
                      <a:pt x="61" y="22"/>
                    </a:cubicBezTo>
                    <a:cubicBezTo>
                      <a:pt x="66" y="18"/>
                      <a:pt x="66" y="18"/>
                      <a:pt x="66" y="18"/>
                    </a:cubicBezTo>
                    <a:cubicBezTo>
                      <a:pt x="64" y="16"/>
                      <a:pt x="64" y="16"/>
                      <a:pt x="64" y="16"/>
                    </a:cubicBezTo>
                    <a:cubicBezTo>
                      <a:pt x="71" y="13"/>
                      <a:pt x="71" y="13"/>
                      <a:pt x="71" y="13"/>
                    </a:cubicBezTo>
                    <a:cubicBezTo>
                      <a:pt x="72" y="15"/>
                      <a:pt x="72" y="18"/>
                      <a:pt x="72" y="20"/>
                    </a:cubicBezTo>
                    <a:cubicBezTo>
                      <a:pt x="71" y="26"/>
                      <a:pt x="71" y="31"/>
                      <a:pt x="69" y="36"/>
                    </a:cubicBezTo>
                    <a:cubicBezTo>
                      <a:pt x="67" y="39"/>
                      <a:pt x="65" y="41"/>
                      <a:pt x="63" y="42"/>
                    </a:cubicBezTo>
                    <a:close/>
                    <a:moveTo>
                      <a:pt x="19" y="20"/>
                    </a:moveTo>
                    <a:cubicBezTo>
                      <a:pt x="17" y="28"/>
                      <a:pt x="14" y="36"/>
                      <a:pt x="15" y="42"/>
                    </a:cubicBezTo>
                    <a:cubicBezTo>
                      <a:pt x="13" y="41"/>
                      <a:pt x="11" y="39"/>
                      <a:pt x="9" y="36"/>
                    </a:cubicBezTo>
                    <a:cubicBezTo>
                      <a:pt x="7" y="31"/>
                      <a:pt x="6" y="26"/>
                      <a:pt x="6" y="20"/>
                    </a:cubicBezTo>
                    <a:cubicBezTo>
                      <a:pt x="6" y="18"/>
                      <a:pt x="6" y="15"/>
                      <a:pt x="7" y="13"/>
                    </a:cubicBezTo>
                    <a:cubicBezTo>
                      <a:pt x="14" y="16"/>
                      <a:pt x="14" y="16"/>
                      <a:pt x="14" y="16"/>
                    </a:cubicBezTo>
                    <a:cubicBezTo>
                      <a:pt x="12" y="18"/>
                      <a:pt x="12" y="18"/>
                      <a:pt x="12" y="18"/>
                    </a:cubicBezTo>
                    <a:cubicBezTo>
                      <a:pt x="17" y="22"/>
                      <a:pt x="17" y="22"/>
                      <a:pt x="17" y="22"/>
                    </a:cubicBezTo>
                    <a:cubicBezTo>
                      <a:pt x="19" y="20"/>
                      <a:pt x="19" y="20"/>
                      <a:pt x="19" y="20"/>
                    </a:cubicBezTo>
                    <a:close/>
                    <a:moveTo>
                      <a:pt x="32" y="10"/>
                    </a:moveTo>
                    <a:cubicBezTo>
                      <a:pt x="32" y="45"/>
                      <a:pt x="32" y="45"/>
                      <a:pt x="32" y="45"/>
                    </a:cubicBezTo>
                    <a:cubicBezTo>
                      <a:pt x="32" y="45"/>
                      <a:pt x="27" y="45"/>
                      <a:pt x="25" y="41"/>
                    </a:cubicBezTo>
                    <a:cubicBezTo>
                      <a:pt x="24" y="37"/>
                      <a:pt x="28" y="16"/>
                      <a:pt x="28" y="14"/>
                    </a:cubicBezTo>
                    <a:cubicBezTo>
                      <a:pt x="28" y="13"/>
                      <a:pt x="28" y="10"/>
                      <a:pt x="28" y="10"/>
                    </a:cubicBezTo>
                    <a:lnTo>
                      <a:pt x="32" y="10"/>
                    </a:lnTo>
                    <a:close/>
                  </a:path>
                </a:pathLst>
              </a:custGeom>
              <a:solidFill>
                <a:schemeClr val="tx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8" name="Group 17"/>
            <p:cNvGrpSpPr/>
            <p:nvPr/>
          </p:nvGrpSpPr>
          <p:grpSpPr>
            <a:xfrm>
              <a:off x="10918" y="2852"/>
              <a:ext cx="1440" cy="1440"/>
              <a:chOff x="6933028" y="1810084"/>
              <a:chExt cx="914400" cy="914400"/>
            </a:xfrm>
          </p:grpSpPr>
          <p:sp>
            <p:nvSpPr>
              <p:cNvPr id="29" name="Oval 20"/>
              <p:cNvSpPr/>
              <p:nvPr/>
            </p:nvSpPr>
            <p:spPr>
              <a:xfrm>
                <a:off x="6933028" y="1810084"/>
                <a:ext cx="914400" cy="914400"/>
              </a:xfrm>
              <a:prstGeom prst="ellipse">
                <a:avLst/>
              </a:prstGeom>
              <a:noFill/>
              <a:ln w="3175" cap="flat" cmpd="sng" algn="ctr">
                <a:solidFill>
                  <a:schemeClr val="tx1"/>
                </a:solidFill>
                <a:prstDash val="solid"/>
                <a:miter lim="800000"/>
              </a:ln>
              <a:effectLst/>
              <a:extLst>
                <a:ext uri="{909E8E84-426E-40DD-AFC4-6F175D3DCCD1}">
                  <a14:hiddenFill xmlns:a14="http://schemas.microsoft.com/office/drawing/2010/main">
                    <a:solidFill>
                      <a:srgbClr val="F39C1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30" name="Freeform 24"/>
              <p:cNvSpPr>
                <a:spLocks noEditPoints="1"/>
              </p:cNvSpPr>
              <p:nvPr/>
            </p:nvSpPr>
            <p:spPr bwMode="auto">
              <a:xfrm>
                <a:off x="7217527" y="2069775"/>
                <a:ext cx="345401" cy="395018"/>
              </a:xfrm>
              <a:custGeom>
                <a:avLst/>
                <a:gdLst>
                  <a:gd name="T0" fmla="*/ 50 w 84"/>
                  <a:gd name="T1" fmla="*/ 92 h 96"/>
                  <a:gd name="T2" fmla="*/ 57 w 84"/>
                  <a:gd name="T3" fmla="*/ 81 h 96"/>
                  <a:gd name="T4" fmla="*/ 56 w 84"/>
                  <a:gd name="T5" fmla="*/ 75 h 96"/>
                  <a:gd name="T6" fmla="*/ 43 w 84"/>
                  <a:gd name="T7" fmla="*/ 63 h 96"/>
                  <a:gd name="T8" fmla="*/ 38 w 84"/>
                  <a:gd name="T9" fmla="*/ 62 h 96"/>
                  <a:gd name="T10" fmla="*/ 30 w 84"/>
                  <a:gd name="T11" fmla="*/ 67 h 96"/>
                  <a:gd name="T12" fmla="*/ 17 w 84"/>
                  <a:gd name="T13" fmla="*/ 35 h 96"/>
                  <a:gd name="T14" fmla="*/ 26 w 84"/>
                  <a:gd name="T15" fmla="*/ 31 h 96"/>
                  <a:gd name="T16" fmla="*/ 27 w 84"/>
                  <a:gd name="T17" fmla="*/ 25 h 96"/>
                  <a:gd name="T18" fmla="*/ 22 w 84"/>
                  <a:gd name="T19" fmla="*/ 8 h 96"/>
                  <a:gd name="T20" fmla="*/ 18 w 84"/>
                  <a:gd name="T21" fmla="*/ 4 h 96"/>
                  <a:gd name="T22" fmla="*/ 4 w 84"/>
                  <a:gd name="T23" fmla="*/ 6 h 96"/>
                  <a:gd name="T24" fmla="*/ 0 w 84"/>
                  <a:gd name="T25" fmla="*/ 10 h 96"/>
                  <a:gd name="T26" fmla="*/ 43 w 84"/>
                  <a:gd name="T27" fmla="*/ 94 h 96"/>
                  <a:gd name="T28" fmla="*/ 50 w 84"/>
                  <a:gd name="T29" fmla="*/ 92 h 96"/>
                  <a:gd name="T30" fmla="*/ 45 w 84"/>
                  <a:gd name="T31" fmla="*/ 53 h 96"/>
                  <a:gd name="T32" fmla="*/ 32 w 84"/>
                  <a:gd name="T33" fmla="*/ 53 h 96"/>
                  <a:gd name="T34" fmla="*/ 32 w 84"/>
                  <a:gd name="T35" fmla="*/ 50 h 96"/>
                  <a:gd name="T36" fmla="*/ 40 w 84"/>
                  <a:gd name="T37" fmla="*/ 38 h 96"/>
                  <a:gd name="T38" fmla="*/ 42 w 84"/>
                  <a:gd name="T39" fmla="*/ 32 h 96"/>
                  <a:gd name="T40" fmla="*/ 41 w 84"/>
                  <a:gd name="T41" fmla="*/ 30 h 96"/>
                  <a:gd name="T42" fmla="*/ 40 w 84"/>
                  <a:gd name="T43" fmla="*/ 31 h 96"/>
                  <a:gd name="T44" fmla="*/ 39 w 84"/>
                  <a:gd name="T45" fmla="*/ 36 h 96"/>
                  <a:gd name="T46" fmla="*/ 34 w 84"/>
                  <a:gd name="T47" fmla="*/ 36 h 96"/>
                  <a:gd name="T48" fmla="*/ 34 w 84"/>
                  <a:gd name="T49" fmla="*/ 31 h 96"/>
                  <a:gd name="T50" fmla="*/ 42 w 84"/>
                  <a:gd name="T51" fmla="*/ 26 h 96"/>
                  <a:gd name="T52" fmla="*/ 47 w 84"/>
                  <a:gd name="T53" fmla="*/ 28 h 96"/>
                  <a:gd name="T54" fmla="*/ 47 w 84"/>
                  <a:gd name="T55" fmla="*/ 34 h 96"/>
                  <a:gd name="T56" fmla="*/ 47 w 84"/>
                  <a:gd name="T57" fmla="*/ 37 h 96"/>
                  <a:gd name="T58" fmla="*/ 38 w 84"/>
                  <a:gd name="T59" fmla="*/ 50 h 96"/>
                  <a:gd name="T60" fmla="*/ 46 w 84"/>
                  <a:gd name="T61" fmla="*/ 50 h 96"/>
                  <a:gd name="T62" fmla="*/ 45 w 84"/>
                  <a:gd name="T63" fmla="*/ 53 h 96"/>
                  <a:gd name="T64" fmla="*/ 63 w 84"/>
                  <a:gd name="T65" fmla="*/ 50 h 96"/>
                  <a:gd name="T66" fmla="*/ 60 w 84"/>
                  <a:gd name="T67" fmla="*/ 50 h 96"/>
                  <a:gd name="T68" fmla="*/ 60 w 84"/>
                  <a:gd name="T69" fmla="*/ 53 h 96"/>
                  <a:gd name="T70" fmla="*/ 54 w 84"/>
                  <a:gd name="T71" fmla="*/ 53 h 96"/>
                  <a:gd name="T72" fmla="*/ 54 w 84"/>
                  <a:gd name="T73" fmla="*/ 50 h 96"/>
                  <a:gd name="T74" fmla="*/ 46 w 84"/>
                  <a:gd name="T75" fmla="*/ 50 h 96"/>
                  <a:gd name="T76" fmla="*/ 47 w 84"/>
                  <a:gd name="T77" fmla="*/ 46 h 96"/>
                  <a:gd name="T78" fmla="*/ 55 w 84"/>
                  <a:gd name="T79" fmla="*/ 26 h 96"/>
                  <a:gd name="T80" fmla="*/ 63 w 84"/>
                  <a:gd name="T81" fmla="*/ 26 h 96"/>
                  <a:gd name="T82" fmla="*/ 61 w 84"/>
                  <a:gd name="T83" fmla="*/ 46 h 96"/>
                  <a:gd name="T84" fmla="*/ 63 w 84"/>
                  <a:gd name="T85" fmla="*/ 46 h 96"/>
                  <a:gd name="T86" fmla="*/ 63 w 84"/>
                  <a:gd name="T87" fmla="*/ 50 h 96"/>
                  <a:gd name="T88" fmla="*/ 55 w 84"/>
                  <a:gd name="T89" fmla="*/ 46 h 96"/>
                  <a:gd name="T90" fmla="*/ 52 w 84"/>
                  <a:gd name="T91" fmla="*/ 46 h 96"/>
                  <a:gd name="T92" fmla="*/ 56 w 84"/>
                  <a:gd name="T93" fmla="*/ 35 h 96"/>
                  <a:gd name="T94" fmla="*/ 55 w 84"/>
                  <a:gd name="T95" fmla="*/ 46 h 96"/>
                  <a:gd name="T96" fmla="*/ 43 w 84"/>
                  <a:gd name="T97" fmla="*/ 0 h 96"/>
                  <a:gd name="T98" fmla="*/ 72 w 84"/>
                  <a:gd name="T99" fmla="*/ 12 h 96"/>
                  <a:gd name="T100" fmla="*/ 84 w 84"/>
                  <a:gd name="T101" fmla="*/ 41 h 96"/>
                  <a:gd name="T102" fmla="*/ 72 w 84"/>
                  <a:gd name="T103" fmla="*/ 71 h 96"/>
                  <a:gd name="T104" fmla="*/ 65 w 84"/>
                  <a:gd name="T105" fmla="*/ 76 h 96"/>
                  <a:gd name="T106" fmla="*/ 63 w 84"/>
                  <a:gd name="T107" fmla="*/ 73 h 96"/>
                  <a:gd name="T108" fmla="*/ 59 w 84"/>
                  <a:gd name="T109" fmla="*/ 69 h 96"/>
                  <a:gd name="T110" fmla="*/ 66 w 84"/>
                  <a:gd name="T111" fmla="*/ 64 h 96"/>
                  <a:gd name="T112" fmla="*/ 75 w 84"/>
                  <a:gd name="T113" fmla="*/ 41 h 96"/>
                  <a:gd name="T114" fmla="*/ 66 w 84"/>
                  <a:gd name="T115" fmla="*/ 19 h 96"/>
                  <a:gd name="T116" fmla="*/ 43 w 84"/>
                  <a:gd name="T117" fmla="*/ 10 h 96"/>
                  <a:gd name="T118" fmla="*/ 31 w 84"/>
                  <a:gd name="T119" fmla="*/ 12 h 96"/>
                  <a:gd name="T120" fmla="*/ 29 w 84"/>
                  <a:gd name="T121" fmla="*/ 6 h 96"/>
                  <a:gd name="T122" fmla="*/ 28 w 84"/>
                  <a:gd name="T123" fmla="*/ 3 h 96"/>
                  <a:gd name="T124" fmla="*/ 43 w 84"/>
                  <a:gd name="T125"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 h="96">
                    <a:moveTo>
                      <a:pt x="50" y="92"/>
                    </a:moveTo>
                    <a:cubicBezTo>
                      <a:pt x="52" y="88"/>
                      <a:pt x="55" y="84"/>
                      <a:pt x="57" y="81"/>
                    </a:cubicBezTo>
                    <a:cubicBezTo>
                      <a:pt x="58" y="79"/>
                      <a:pt x="58" y="77"/>
                      <a:pt x="56" y="75"/>
                    </a:cubicBezTo>
                    <a:cubicBezTo>
                      <a:pt x="52" y="71"/>
                      <a:pt x="48" y="67"/>
                      <a:pt x="43" y="63"/>
                    </a:cubicBezTo>
                    <a:cubicBezTo>
                      <a:pt x="41" y="61"/>
                      <a:pt x="40" y="61"/>
                      <a:pt x="38" y="62"/>
                    </a:cubicBezTo>
                    <a:cubicBezTo>
                      <a:pt x="35" y="63"/>
                      <a:pt x="33" y="65"/>
                      <a:pt x="30" y="67"/>
                    </a:cubicBezTo>
                    <a:cubicBezTo>
                      <a:pt x="21" y="53"/>
                      <a:pt x="19" y="45"/>
                      <a:pt x="17" y="35"/>
                    </a:cubicBezTo>
                    <a:cubicBezTo>
                      <a:pt x="20" y="34"/>
                      <a:pt x="23" y="32"/>
                      <a:pt x="26" y="31"/>
                    </a:cubicBezTo>
                    <a:cubicBezTo>
                      <a:pt x="27" y="30"/>
                      <a:pt x="28" y="28"/>
                      <a:pt x="27" y="25"/>
                    </a:cubicBezTo>
                    <a:cubicBezTo>
                      <a:pt x="26" y="20"/>
                      <a:pt x="24" y="14"/>
                      <a:pt x="22" y="8"/>
                    </a:cubicBezTo>
                    <a:cubicBezTo>
                      <a:pt x="22" y="6"/>
                      <a:pt x="20" y="4"/>
                      <a:pt x="18" y="4"/>
                    </a:cubicBezTo>
                    <a:cubicBezTo>
                      <a:pt x="14" y="5"/>
                      <a:pt x="9" y="5"/>
                      <a:pt x="4" y="6"/>
                    </a:cubicBezTo>
                    <a:cubicBezTo>
                      <a:pt x="0" y="6"/>
                      <a:pt x="0" y="7"/>
                      <a:pt x="0" y="10"/>
                    </a:cubicBezTo>
                    <a:cubicBezTo>
                      <a:pt x="1" y="46"/>
                      <a:pt x="15" y="78"/>
                      <a:pt x="43" y="94"/>
                    </a:cubicBezTo>
                    <a:cubicBezTo>
                      <a:pt x="46" y="96"/>
                      <a:pt x="47" y="96"/>
                      <a:pt x="50" y="92"/>
                    </a:cubicBezTo>
                    <a:close/>
                    <a:moveTo>
                      <a:pt x="45" y="53"/>
                    </a:moveTo>
                    <a:cubicBezTo>
                      <a:pt x="32" y="53"/>
                      <a:pt x="32" y="53"/>
                      <a:pt x="32" y="53"/>
                    </a:cubicBezTo>
                    <a:cubicBezTo>
                      <a:pt x="32" y="50"/>
                      <a:pt x="32" y="50"/>
                      <a:pt x="32" y="50"/>
                    </a:cubicBezTo>
                    <a:cubicBezTo>
                      <a:pt x="40" y="38"/>
                      <a:pt x="40" y="38"/>
                      <a:pt x="40" y="38"/>
                    </a:cubicBezTo>
                    <a:cubicBezTo>
                      <a:pt x="41" y="36"/>
                      <a:pt x="42" y="34"/>
                      <a:pt x="42" y="32"/>
                    </a:cubicBezTo>
                    <a:cubicBezTo>
                      <a:pt x="42" y="31"/>
                      <a:pt x="42" y="30"/>
                      <a:pt x="41" y="30"/>
                    </a:cubicBezTo>
                    <a:cubicBezTo>
                      <a:pt x="40" y="30"/>
                      <a:pt x="40" y="31"/>
                      <a:pt x="40" y="31"/>
                    </a:cubicBezTo>
                    <a:cubicBezTo>
                      <a:pt x="39" y="36"/>
                      <a:pt x="39" y="36"/>
                      <a:pt x="39" y="36"/>
                    </a:cubicBezTo>
                    <a:cubicBezTo>
                      <a:pt x="34" y="36"/>
                      <a:pt x="34" y="36"/>
                      <a:pt x="34" y="36"/>
                    </a:cubicBezTo>
                    <a:cubicBezTo>
                      <a:pt x="34" y="31"/>
                      <a:pt x="34" y="31"/>
                      <a:pt x="34" y="31"/>
                    </a:cubicBezTo>
                    <a:cubicBezTo>
                      <a:pt x="35" y="28"/>
                      <a:pt x="37" y="26"/>
                      <a:pt x="42" y="26"/>
                    </a:cubicBezTo>
                    <a:cubicBezTo>
                      <a:pt x="44" y="26"/>
                      <a:pt x="46" y="27"/>
                      <a:pt x="47" y="28"/>
                    </a:cubicBezTo>
                    <a:cubicBezTo>
                      <a:pt x="48" y="29"/>
                      <a:pt x="48" y="31"/>
                      <a:pt x="47" y="34"/>
                    </a:cubicBezTo>
                    <a:cubicBezTo>
                      <a:pt x="47" y="35"/>
                      <a:pt x="47" y="36"/>
                      <a:pt x="47" y="37"/>
                    </a:cubicBezTo>
                    <a:cubicBezTo>
                      <a:pt x="38" y="50"/>
                      <a:pt x="38" y="50"/>
                      <a:pt x="38" y="50"/>
                    </a:cubicBezTo>
                    <a:cubicBezTo>
                      <a:pt x="46" y="50"/>
                      <a:pt x="46" y="50"/>
                      <a:pt x="46" y="50"/>
                    </a:cubicBezTo>
                    <a:cubicBezTo>
                      <a:pt x="45" y="53"/>
                      <a:pt x="45" y="53"/>
                      <a:pt x="45" y="53"/>
                    </a:cubicBezTo>
                    <a:close/>
                    <a:moveTo>
                      <a:pt x="63" y="50"/>
                    </a:moveTo>
                    <a:cubicBezTo>
                      <a:pt x="60" y="50"/>
                      <a:pt x="60" y="50"/>
                      <a:pt x="60" y="50"/>
                    </a:cubicBezTo>
                    <a:cubicBezTo>
                      <a:pt x="60" y="53"/>
                      <a:pt x="60" y="53"/>
                      <a:pt x="60" y="53"/>
                    </a:cubicBezTo>
                    <a:cubicBezTo>
                      <a:pt x="54" y="53"/>
                      <a:pt x="54" y="53"/>
                      <a:pt x="54" y="53"/>
                    </a:cubicBezTo>
                    <a:cubicBezTo>
                      <a:pt x="54" y="50"/>
                      <a:pt x="54" y="50"/>
                      <a:pt x="54" y="50"/>
                    </a:cubicBezTo>
                    <a:cubicBezTo>
                      <a:pt x="46" y="50"/>
                      <a:pt x="46" y="50"/>
                      <a:pt x="46" y="50"/>
                    </a:cubicBezTo>
                    <a:cubicBezTo>
                      <a:pt x="47" y="46"/>
                      <a:pt x="47" y="46"/>
                      <a:pt x="47" y="46"/>
                    </a:cubicBezTo>
                    <a:cubicBezTo>
                      <a:pt x="55" y="26"/>
                      <a:pt x="55" y="26"/>
                      <a:pt x="55" y="26"/>
                    </a:cubicBezTo>
                    <a:cubicBezTo>
                      <a:pt x="63" y="26"/>
                      <a:pt x="63" y="26"/>
                      <a:pt x="63" y="26"/>
                    </a:cubicBezTo>
                    <a:cubicBezTo>
                      <a:pt x="61" y="46"/>
                      <a:pt x="61" y="46"/>
                      <a:pt x="61" y="46"/>
                    </a:cubicBezTo>
                    <a:cubicBezTo>
                      <a:pt x="63" y="46"/>
                      <a:pt x="63" y="46"/>
                      <a:pt x="63" y="46"/>
                    </a:cubicBezTo>
                    <a:cubicBezTo>
                      <a:pt x="63" y="50"/>
                      <a:pt x="63" y="50"/>
                      <a:pt x="63" y="50"/>
                    </a:cubicBezTo>
                    <a:close/>
                    <a:moveTo>
                      <a:pt x="55" y="46"/>
                    </a:moveTo>
                    <a:cubicBezTo>
                      <a:pt x="52" y="46"/>
                      <a:pt x="52" y="46"/>
                      <a:pt x="52" y="46"/>
                    </a:cubicBezTo>
                    <a:cubicBezTo>
                      <a:pt x="56" y="35"/>
                      <a:pt x="56" y="35"/>
                      <a:pt x="56" y="35"/>
                    </a:cubicBezTo>
                    <a:cubicBezTo>
                      <a:pt x="55" y="46"/>
                      <a:pt x="55" y="46"/>
                      <a:pt x="55" y="46"/>
                    </a:cubicBezTo>
                    <a:close/>
                    <a:moveTo>
                      <a:pt x="43" y="0"/>
                    </a:moveTo>
                    <a:cubicBezTo>
                      <a:pt x="54" y="0"/>
                      <a:pt x="65" y="5"/>
                      <a:pt x="72" y="12"/>
                    </a:cubicBezTo>
                    <a:cubicBezTo>
                      <a:pt x="80" y="20"/>
                      <a:pt x="84" y="30"/>
                      <a:pt x="84" y="41"/>
                    </a:cubicBezTo>
                    <a:cubicBezTo>
                      <a:pt x="84" y="53"/>
                      <a:pt x="80" y="63"/>
                      <a:pt x="72" y="71"/>
                    </a:cubicBezTo>
                    <a:cubicBezTo>
                      <a:pt x="70" y="73"/>
                      <a:pt x="68" y="75"/>
                      <a:pt x="65" y="76"/>
                    </a:cubicBezTo>
                    <a:cubicBezTo>
                      <a:pt x="65" y="75"/>
                      <a:pt x="64" y="74"/>
                      <a:pt x="63" y="73"/>
                    </a:cubicBezTo>
                    <a:cubicBezTo>
                      <a:pt x="59" y="69"/>
                      <a:pt x="59" y="69"/>
                      <a:pt x="59" y="69"/>
                    </a:cubicBezTo>
                    <a:cubicBezTo>
                      <a:pt x="61" y="68"/>
                      <a:pt x="64" y="66"/>
                      <a:pt x="66" y="64"/>
                    </a:cubicBezTo>
                    <a:cubicBezTo>
                      <a:pt x="71" y="58"/>
                      <a:pt x="75" y="50"/>
                      <a:pt x="75" y="41"/>
                    </a:cubicBezTo>
                    <a:cubicBezTo>
                      <a:pt x="75" y="33"/>
                      <a:pt x="71" y="25"/>
                      <a:pt x="66" y="19"/>
                    </a:cubicBezTo>
                    <a:cubicBezTo>
                      <a:pt x="60" y="13"/>
                      <a:pt x="52" y="10"/>
                      <a:pt x="43" y="10"/>
                    </a:cubicBezTo>
                    <a:cubicBezTo>
                      <a:pt x="39" y="10"/>
                      <a:pt x="35" y="11"/>
                      <a:pt x="31" y="12"/>
                    </a:cubicBezTo>
                    <a:cubicBezTo>
                      <a:pt x="29" y="6"/>
                      <a:pt x="29" y="6"/>
                      <a:pt x="29" y="6"/>
                    </a:cubicBezTo>
                    <a:cubicBezTo>
                      <a:pt x="29" y="5"/>
                      <a:pt x="28" y="4"/>
                      <a:pt x="28" y="3"/>
                    </a:cubicBezTo>
                    <a:cubicBezTo>
                      <a:pt x="33" y="1"/>
                      <a:pt x="38" y="0"/>
                      <a:pt x="43" y="0"/>
                    </a:cubicBezTo>
                    <a:close/>
                  </a:path>
                </a:pathLst>
              </a:custGeom>
              <a:solidFill>
                <a:schemeClr val="tx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31" name="Group 15"/>
            <p:cNvGrpSpPr/>
            <p:nvPr/>
          </p:nvGrpSpPr>
          <p:grpSpPr>
            <a:xfrm>
              <a:off x="2766" y="2852"/>
              <a:ext cx="1440" cy="1440"/>
              <a:chOff x="1756116" y="1810084"/>
              <a:chExt cx="914400" cy="914400"/>
            </a:xfrm>
          </p:grpSpPr>
          <p:sp>
            <p:nvSpPr>
              <p:cNvPr id="32" name="Oval 18"/>
              <p:cNvSpPr/>
              <p:nvPr/>
            </p:nvSpPr>
            <p:spPr>
              <a:xfrm>
                <a:off x="1756116" y="1810084"/>
                <a:ext cx="914400" cy="914400"/>
              </a:xfrm>
              <a:prstGeom prst="ellipse">
                <a:avLst/>
              </a:prstGeom>
              <a:noFill/>
              <a:ln w="3175" cap="flat" cmpd="sng" algn="ctr">
                <a:solidFill>
                  <a:schemeClr val="tx1"/>
                </a:solidFill>
                <a:prstDash val="solid"/>
                <a:miter lim="800000"/>
              </a:ln>
              <a:effectLst/>
              <a:extLst>
                <a:ext uri="{909E8E84-426E-40DD-AFC4-6F175D3DCCD1}">
                  <a14:hiddenFill xmlns:a14="http://schemas.microsoft.com/office/drawing/2010/main">
                    <a:solidFill>
                      <a:srgbClr val="00A39E"/>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33" name="Freeform 25"/>
              <p:cNvSpPr>
                <a:spLocks noEditPoints="1"/>
              </p:cNvSpPr>
              <p:nvPr/>
            </p:nvSpPr>
            <p:spPr bwMode="auto">
              <a:xfrm>
                <a:off x="2074965" y="2048784"/>
                <a:ext cx="276702" cy="437000"/>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tx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34" name="Group 16"/>
            <p:cNvGrpSpPr/>
            <p:nvPr/>
          </p:nvGrpSpPr>
          <p:grpSpPr>
            <a:xfrm>
              <a:off x="6842" y="2852"/>
              <a:ext cx="1440" cy="1440"/>
              <a:chOff x="4344572" y="1810084"/>
              <a:chExt cx="914400" cy="914400"/>
            </a:xfrm>
          </p:grpSpPr>
          <p:sp>
            <p:nvSpPr>
              <p:cNvPr id="35" name="Oval 19"/>
              <p:cNvSpPr/>
              <p:nvPr/>
            </p:nvSpPr>
            <p:spPr>
              <a:xfrm>
                <a:off x="4344572" y="1810084"/>
                <a:ext cx="914400" cy="914400"/>
              </a:xfrm>
              <a:prstGeom prst="ellipse">
                <a:avLst/>
              </a:prstGeom>
              <a:noFill/>
              <a:ln w="3175" cap="flat" cmpd="sng" algn="ctr">
                <a:solidFill>
                  <a:schemeClr val="tx1"/>
                </a:solidFill>
                <a:prstDash val="solid"/>
                <a:miter lim="800000"/>
              </a:ln>
              <a:effectLst/>
              <a:extLst>
                <a:ext uri="{909E8E84-426E-40DD-AFC4-6F175D3DCCD1}">
                  <a14:hiddenFill xmlns:a14="http://schemas.microsoft.com/office/drawing/2010/main">
                    <a:solidFill>
                      <a:srgbClr val="82B732"/>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37" name="Freeform 26"/>
              <p:cNvSpPr>
                <a:spLocks noEditPoints="1"/>
              </p:cNvSpPr>
              <p:nvPr/>
            </p:nvSpPr>
            <p:spPr bwMode="auto">
              <a:xfrm>
                <a:off x="4618575" y="2072638"/>
                <a:ext cx="366393" cy="389292"/>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tx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cxnSp>
          <p:nvCxnSpPr>
            <p:cNvPr id="38" name="Straight Connector 37"/>
            <p:cNvCxnSpPr/>
            <p:nvPr/>
          </p:nvCxnSpPr>
          <p:spPr>
            <a:xfrm>
              <a:off x="9600" y="3441"/>
              <a:ext cx="0" cy="3207"/>
            </a:xfrm>
            <a:prstGeom prst="line">
              <a:avLst/>
            </a:prstGeom>
            <a:noFill/>
            <a:ln w="6350" cap="flat" cmpd="sng" algn="ctr">
              <a:solidFill>
                <a:srgbClr val="44546A">
                  <a:lumMod val="40000"/>
                  <a:lumOff val="60000"/>
                </a:srgbClr>
              </a:solidFill>
              <a:prstDash val="solid"/>
              <a:miter lim="800000"/>
            </a:ln>
            <a:effectLst/>
          </p:spPr>
        </p:cxnSp>
        <p:cxnSp>
          <p:nvCxnSpPr>
            <p:cNvPr id="39" name="Straight Connector 38"/>
            <p:cNvCxnSpPr/>
            <p:nvPr/>
          </p:nvCxnSpPr>
          <p:spPr>
            <a:xfrm>
              <a:off x="13698" y="3441"/>
              <a:ext cx="0" cy="3207"/>
            </a:xfrm>
            <a:prstGeom prst="line">
              <a:avLst/>
            </a:prstGeom>
            <a:noFill/>
            <a:ln w="6350" cap="flat" cmpd="sng" algn="ctr">
              <a:solidFill>
                <a:srgbClr val="44546A">
                  <a:lumMod val="40000"/>
                  <a:lumOff val="60000"/>
                </a:srgbClr>
              </a:solidFill>
              <a:prstDash val="solid"/>
              <a:miter lim="800000"/>
            </a:ln>
            <a:effectLst/>
          </p:spPr>
        </p:cxnSp>
      </p:grpSp>
      <p:grpSp>
        <p:nvGrpSpPr>
          <p:cNvPr id="40" name="组合 39"/>
          <p:cNvGrpSpPr/>
          <p:nvPr/>
        </p:nvGrpSpPr>
        <p:grpSpPr>
          <a:xfrm>
            <a:off x="1381125" y="2851150"/>
            <a:ext cx="1665641" cy="1370549"/>
            <a:chOff x="1578" y="7359"/>
            <a:chExt cx="2842" cy="2339"/>
          </a:xfrm>
        </p:grpSpPr>
        <p:sp>
          <p:nvSpPr>
            <p:cNvPr id="41" name="矩形 40"/>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57" name="矩形 5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42" name="组合 41"/>
          <p:cNvGrpSpPr/>
          <p:nvPr/>
        </p:nvGrpSpPr>
        <p:grpSpPr>
          <a:xfrm>
            <a:off x="3969385" y="2851150"/>
            <a:ext cx="1665641" cy="1370549"/>
            <a:chOff x="1578" y="7359"/>
            <a:chExt cx="2842" cy="2339"/>
          </a:xfrm>
        </p:grpSpPr>
        <p:sp>
          <p:nvSpPr>
            <p:cNvPr id="43" name="矩形 42"/>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4" name="矩形 43"/>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45" name="组合 44"/>
          <p:cNvGrpSpPr/>
          <p:nvPr/>
        </p:nvGrpSpPr>
        <p:grpSpPr>
          <a:xfrm>
            <a:off x="6557645" y="2851150"/>
            <a:ext cx="1665641" cy="1370549"/>
            <a:chOff x="1578" y="7359"/>
            <a:chExt cx="2842" cy="2339"/>
          </a:xfrm>
        </p:grpSpPr>
        <p:sp>
          <p:nvSpPr>
            <p:cNvPr id="46" name="矩形 45"/>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7" name="矩形 4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48" name="组合 47"/>
          <p:cNvGrpSpPr/>
          <p:nvPr/>
        </p:nvGrpSpPr>
        <p:grpSpPr>
          <a:xfrm>
            <a:off x="9145270" y="2851150"/>
            <a:ext cx="1665641" cy="1370549"/>
            <a:chOff x="1578" y="7359"/>
            <a:chExt cx="2842" cy="2339"/>
          </a:xfrm>
        </p:grpSpPr>
        <p:sp>
          <p:nvSpPr>
            <p:cNvPr id="49" name="矩形 48"/>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50" name="矩形 49"/>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spTree>
    <p:extLst>
      <p:ext uri="{BB962C8B-B14F-4D97-AF65-F5344CB8AC3E}">
        <p14:creationId xmlns:p14="http://schemas.microsoft.com/office/powerpoint/2010/main" val="2266034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bd24218a68ba4b70c817e5e6e508ee7e"/>
          <p:cNvPicPr>
            <a:picLocks noChangeAspect="1"/>
          </p:cNvPicPr>
          <p:nvPr/>
        </p:nvPicPr>
        <p:blipFill>
          <a:blip r:embed="rId3">
            <a:lum bright="-100000" contrast="-72000"/>
          </a:blip>
          <a:stretch>
            <a:fillRect/>
          </a:stretch>
        </p:blipFill>
        <p:spPr>
          <a:xfrm rot="2760000" flipH="1">
            <a:off x="546100" y="-3275330"/>
            <a:ext cx="5967730" cy="7909560"/>
          </a:xfrm>
          <a:prstGeom prst="rect">
            <a:avLst/>
          </a:prstGeom>
        </p:spPr>
      </p:pic>
      <p:pic>
        <p:nvPicPr>
          <p:cNvPr id="15" name="图片 14" descr="bd24218a68ba4b70c817e5e6e508ee7e"/>
          <p:cNvPicPr>
            <a:picLocks noChangeAspect="1"/>
          </p:cNvPicPr>
          <p:nvPr/>
        </p:nvPicPr>
        <p:blipFill>
          <a:blip r:embed="rId3">
            <a:lum bright="-100000" contrast="-72000"/>
          </a:blip>
          <a:stretch>
            <a:fillRect/>
          </a:stretch>
        </p:blipFill>
        <p:spPr>
          <a:xfrm rot="18840000" flipH="1" flipV="1">
            <a:off x="-1573530" y="2793365"/>
            <a:ext cx="5967730" cy="7909560"/>
          </a:xfrm>
          <a:prstGeom prst="rect">
            <a:avLst/>
          </a:prstGeom>
        </p:spPr>
      </p:pic>
      <p:sp>
        <p:nvSpPr>
          <p:cNvPr id="16" name="矩形 15"/>
          <p:cNvSpPr/>
          <p:nvPr/>
        </p:nvSpPr>
        <p:spPr>
          <a:xfrm>
            <a:off x="8048625" y="2012315"/>
            <a:ext cx="1899285" cy="189928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69875" tIns="136525" rIns="269875" bIns="136525" rtlCol="0" anchor="ctr" anchorCtr="1"/>
          <a:lstStyle/>
          <a:p>
            <a:pPr algn="ctr"/>
            <a:r>
              <a:rPr lang="en-US" altLang="zh-CN" sz="11500">
                <a:solidFill>
                  <a:schemeClr val="tx1"/>
                </a:solidFill>
                <a:latin typeface="方正细圆简体" panose="02010601030101010101" charset="-122"/>
                <a:ea typeface="方正细圆简体" panose="02010601030101010101" charset="-122"/>
              </a:rPr>
              <a:t>4</a:t>
            </a:r>
          </a:p>
        </p:txBody>
      </p:sp>
      <p:grpSp>
        <p:nvGrpSpPr>
          <p:cNvPr id="17" name="组合 16"/>
          <p:cNvGrpSpPr/>
          <p:nvPr/>
        </p:nvGrpSpPr>
        <p:grpSpPr>
          <a:xfrm>
            <a:off x="6351270" y="4180840"/>
            <a:ext cx="5260340" cy="631190"/>
            <a:chOff x="4877" y="6605"/>
            <a:chExt cx="8284" cy="994"/>
          </a:xfrm>
        </p:grpSpPr>
        <p:cxnSp>
          <p:nvCxnSpPr>
            <p:cNvPr id="18" name="直接连接符 17"/>
            <p:cNvCxnSpPr/>
            <p:nvPr/>
          </p:nvCxnSpPr>
          <p:spPr bwMode="auto">
            <a:xfrm flipH="1">
              <a:off x="8759" y="6605"/>
              <a:ext cx="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37"/>
            <p:cNvSpPr>
              <a:spLocks noChangeArrowheads="1"/>
            </p:cNvSpPr>
            <p:nvPr/>
          </p:nvSpPr>
          <p:spPr bwMode="auto">
            <a:xfrm>
              <a:off x="4877" y="6735"/>
              <a:ext cx="828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1000" dirty="0">
                  <a:solidFill>
                    <a:schemeClr val="tx1">
                      <a:lumMod val="50000"/>
                      <a:lumOff val="50000"/>
                    </a:schemeClr>
                  </a:solidFill>
                  <a:latin typeface="+mn-lt"/>
                  <a:cs typeface="Arial" panose="020B0604020202020204" pitchFamily="34" charset="0"/>
                </a:rPr>
                <a:t>I long to alleviate this evil, but I cannot, and I too suffer. This has been my life. I have found it worth living, and would gladly live it again if the chance were offered me.</a:t>
              </a:r>
            </a:p>
          </p:txBody>
        </p:sp>
      </p:grpSp>
    </p:spTree>
    <p:extLst>
      <p:ext uri="{BB962C8B-B14F-4D97-AF65-F5344CB8AC3E}">
        <p14:creationId xmlns:p14="http://schemas.microsoft.com/office/powerpoint/2010/main" val="1588004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5" name="组合 4"/>
          <p:cNvGrpSpPr/>
          <p:nvPr/>
        </p:nvGrpSpPr>
        <p:grpSpPr>
          <a:xfrm>
            <a:off x="1536700" y="2578735"/>
            <a:ext cx="9114155" cy="1149985"/>
            <a:chOff x="2493" y="4141"/>
            <a:chExt cx="14578" cy="1673"/>
          </a:xfrm>
        </p:grpSpPr>
        <p:grpSp>
          <p:nvGrpSpPr>
            <p:cNvPr id="9" name="Group 1"/>
            <p:cNvGrpSpPr/>
            <p:nvPr/>
          </p:nvGrpSpPr>
          <p:grpSpPr>
            <a:xfrm>
              <a:off x="5881" y="4221"/>
              <a:ext cx="2973" cy="1549"/>
              <a:chOff x="3913901" y="5865040"/>
              <a:chExt cx="3322518" cy="1730427"/>
            </a:xfrm>
          </p:grpSpPr>
          <p:cxnSp>
            <p:nvCxnSpPr>
              <p:cNvPr id="49" name="直接连接符 84"/>
              <p:cNvCxnSpPr/>
              <p:nvPr/>
            </p:nvCxnSpPr>
            <p:spPr>
              <a:xfrm flipV="1">
                <a:off x="5664989" y="6731856"/>
                <a:ext cx="1571430" cy="1"/>
              </a:xfrm>
              <a:prstGeom prst="line">
                <a:avLst/>
              </a:prstGeom>
              <a:noFill/>
              <a:ln w="38100">
                <a:solidFill>
                  <a:schemeClr val="tx1"/>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50" name="弧形 85"/>
              <p:cNvSpPr/>
              <p:nvPr/>
            </p:nvSpPr>
            <p:spPr>
              <a:xfrm rot="16200000">
                <a:off x="3913901" y="5865040"/>
                <a:ext cx="1730427" cy="1730428"/>
              </a:xfrm>
              <a:prstGeom prst="arc">
                <a:avLst>
                  <a:gd name="adj1" fmla="val 2657162"/>
                  <a:gd name="adj2" fmla="val 81760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40">
                  <a:latin typeface="Calibri Light" panose="020F0302020204030204"/>
                </a:endParaRPr>
              </a:p>
            </p:txBody>
          </p:sp>
        </p:grpSp>
        <p:grpSp>
          <p:nvGrpSpPr>
            <p:cNvPr id="54" name="Group 53"/>
            <p:cNvGrpSpPr/>
            <p:nvPr/>
          </p:nvGrpSpPr>
          <p:grpSpPr>
            <a:xfrm>
              <a:off x="2493" y="4154"/>
              <a:ext cx="1660" cy="1661"/>
              <a:chOff x="7683929" y="9649657"/>
              <a:chExt cx="1999231" cy="1999752"/>
            </a:xfrm>
          </p:grpSpPr>
          <p:grpSp>
            <p:nvGrpSpPr>
              <p:cNvPr id="79" name="Group 78"/>
              <p:cNvGrpSpPr/>
              <p:nvPr/>
            </p:nvGrpSpPr>
            <p:grpSpPr>
              <a:xfrm rot="21316916">
                <a:off x="7683929" y="9649657"/>
                <a:ext cx="1999231" cy="1999752"/>
                <a:chOff x="5013110" y="5059616"/>
                <a:chExt cx="3378533" cy="3379413"/>
              </a:xfrm>
            </p:grpSpPr>
            <p:sp>
              <p:nvSpPr>
                <p:cNvPr id="82" name="Oval 81"/>
                <p:cNvSpPr/>
                <p:nvPr/>
              </p:nvSpPr>
              <p:spPr>
                <a:xfrm>
                  <a:off x="5013110" y="5059616"/>
                  <a:ext cx="3378533" cy="3379413"/>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sp>
              <p:nvSpPr>
                <p:cNvPr id="83" name="Oval 82"/>
                <p:cNvSpPr/>
                <p:nvPr/>
              </p:nvSpPr>
              <p:spPr>
                <a:xfrm>
                  <a:off x="5286107" y="5332685"/>
                  <a:ext cx="2832537" cy="28332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grpSp>
          <p:sp>
            <p:nvSpPr>
              <p:cNvPr id="80" name="Freeform 3"/>
              <p:cNvSpPr>
                <a:spLocks noChangeArrowheads="1"/>
              </p:cNvSpPr>
              <p:nvPr/>
            </p:nvSpPr>
            <p:spPr bwMode="auto">
              <a:xfrm>
                <a:off x="8300770" y="10295371"/>
                <a:ext cx="804670" cy="648009"/>
              </a:xfrm>
              <a:custGeom>
                <a:avLst/>
                <a:gdLst>
                  <a:gd name="T0" fmla="*/ 487 w 497"/>
                  <a:gd name="T1" fmla="*/ 71 h 400"/>
                  <a:gd name="T2" fmla="*/ 487 w 497"/>
                  <a:gd name="T3" fmla="*/ 71 h 400"/>
                  <a:gd name="T4" fmla="*/ 372 w 497"/>
                  <a:gd name="T5" fmla="*/ 0 h 400"/>
                  <a:gd name="T6" fmla="*/ 354 w 497"/>
                  <a:gd name="T7" fmla="*/ 0 h 400"/>
                  <a:gd name="T8" fmla="*/ 248 w 497"/>
                  <a:gd name="T9" fmla="*/ 71 h 400"/>
                  <a:gd name="T10" fmla="*/ 142 w 497"/>
                  <a:gd name="T11" fmla="*/ 0 h 400"/>
                  <a:gd name="T12" fmla="*/ 123 w 497"/>
                  <a:gd name="T13" fmla="*/ 0 h 400"/>
                  <a:gd name="T14" fmla="*/ 8 w 497"/>
                  <a:gd name="T15" fmla="*/ 71 h 400"/>
                  <a:gd name="T16" fmla="*/ 0 w 497"/>
                  <a:gd name="T17" fmla="*/ 89 h 400"/>
                  <a:gd name="T18" fmla="*/ 0 w 497"/>
                  <a:gd name="T19" fmla="*/ 382 h 400"/>
                  <a:gd name="T20" fmla="*/ 8 w 497"/>
                  <a:gd name="T21" fmla="*/ 390 h 400"/>
                  <a:gd name="T22" fmla="*/ 26 w 497"/>
                  <a:gd name="T23" fmla="*/ 390 h 400"/>
                  <a:gd name="T24" fmla="*/ 132 w 497"/>
                  <a:gd name="T25" fmla="*/ 328 h 400"/>
                  <a:gd name="T26" fmla="*/ 239 w 497"/>
                  <a:gd name="T27" fmla="*/ 390 h 400"/>
                  <a:gd name="T28" fmla="*/ 257 w 497"/>
                  <a:gd name="T29" fmla="*/ 390 h 400"/>
                  <a:gd name="T30" fmla="*/ 363 w 497"/>
                  <a:gd name="T31" fmla="*/ 328 h 400"/>
                  <a:gd name="T32" fmla="*/ 470 w 497"/>
                  <a:gd name="T33" fmla="*/ 390 h 400"/>
                  <a:gd name="T34" fmla="*/ 478 w 497"/>
                  <a:gd name="T35" fmla="*/ 399 h 400"/>
                  <a:gd name="T36" fmla="*/ 487 w 497"/>
                  <a:gd name="T37" fmla="*/ 390 h 400"/>
                  <a:gd name="T38" fmla="*/ 496 w 497"/>
                  <a:gd name="T39" fmla="*/ 382 h 400"/>
                  <a:gd name="T40" fmla="*/ 496 w 497"/>
                  <a:gd name="T41" fmla="*/ 89 h 400"/>
                  <a:gd name="T42" fmla="*/ 487 w 497"/>
                  <a:gd name="T43" fmla="*/ 71 h 400"/>
                  <a:gd name="T44" fmla="*/ 115 w 497"/>
                  <a:gd name="T45" fmla="*/ 293 h 400"/>
                  <a:gd name="T46" fmla="*/ 115 w 497"/>
                  <a:gd name="T47" fmla="*/ 293 h 400"/>
                  <a:gd name="T48" fmla="*/ 35 w 497"/>
                  <a:gd name="T49" fmla="*/ 346 h 400"/>
                  <a:gd name="T50" fmla="*/ 35 w 497"/>
                  <a:gd name="T51" fmla="*/ 98 h 400"/>
                  <a:gd name="T52" fmla="*/ 115 w 497"/>
                  <a:gd name="T53" fmla="*/ 44 h 400"/>
                  <a:gd name="T54" fmla="*/ 115 w 497"/>
                  <a:gd name="T55" fmla="*/ 293 h 400"/>
                  <a:gd name="T56" fmla="*/ 230 w 497"/>
                  <a:gd name="T57" fmla="*/ 346 h 400"/>
                  <a:gd name="T58" fmla="*/ 230 w 497"/>
                  <a:gd name="T59" fmla="*/ 346 h 400"/>
                  <a:gd name="T60" fmla="*/ 150 w 497"/>
                  <a:gd name="T61" fmla="*/ 293 h 400"/>
                  <a:gd name="T62" fmla="*/ 150 w 497"/>
                  <a:gd name="T63" fmla="*/ 44 h 400"/>
                  <a:gd name="T64" fmla="*/ 230 w 497"/>
                  <a:gd name="T65" fmla="*/ 98 h 400"/>
                  <a:gd name="T66" fmla="*/ 230 w 497"/>
                  <a:gd name="T67" fmla="*/ 346 h 400"/>
                  <a:gd name="T68" fmla="*/ 345 w 497"/>
                  <a:gd name="T69" fmla="*/ 293 h 400"/>
                  <a:gd name="T70" fmla="*/ 345 w 497"/>
                  <a:gd name="T71" fmla="*/ 293 h 400"/>
                  <a:gd name="T72" fmla="*/ 266 w 497"/>
                  <a:gd name="T73" fmla="*/ 346 h 400"/>
                  <a:gd name="T74" fmla="*/ 266 w 497"/>
                  <a:gd name="T75" fmla="*/ 98 h 400"/>
                  <a:gd name="T76" fmla="*/ 345 w 497"/>
                  <a:gd name="T77" fmla="*/ 44 h 400"/>
                  <a:gd name="T78" fmla="*/ 345 w 497"/>
                  <a:gd name="T79" fmla="*/ 293 h 400"/>
                  <a:gd name="T80" fmla="*/ 461 w 497"/>
                  <a:gd name="T81" fmla="*/ 346 h 400"/>
                  <a:gd name="T82" fmla="*/ 461 w 497"/>
                  <a:gd name="T83" fmla="*/ 346 h 400"/>
                  <a:gd name="T84" fmla="*/ 380 w 497"/>
                  <a:gd name="T85" fmla="*/ 293 h 400"/>
                  <a:gd name="T86" fmla="*/ 380 w 497"/>
                  <a:gd name="T87" fmla="*/ 44 h 400"/>
                  <a:gd name="T88" fmla="*/ 461 w 497"/>
                  <a:gd name="T89" fmla="*/ 98 h 400"/>
                  <a:gd name="T90" fmla="*/ 461 w 497"/>
                  <a:gd name="T91" fmla="*/ 34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7" h="400">
                    <a:moveTo>
                      <a:pt x="487" y="71"/>
                    </a:moveTo>
                    <a:lnTo>
                      <a:pt x="487" y="71"/>
                    </a:lnTo>
                    <a:cubicBezTo>
                      <a:pt x="372" y="0"/>
                      <a:pt x="372" y="0"/>
                      <a:pt x="372" y="0"/>
                    </a:cubicBezTo>
                    <a:cubicBezTo>
                      <a:pt x="363" y="0"/>
                      <a:pt x="363" y="0"/>
                      <a:pt x="354" y="0"/>
                    </a:cubicBezTo>
                    <a:cubicBezTo>
                      <a:pt x="248" y="71"/>
                      <a:pt x="248" y="71"/>
                      <a:pt x="248" y="71"/>
                    </a:cubicBezTo>
                    <a:cubicBezTo>
                      <a:pt x="142" y="0"/>
                      <a:pt x="142" y="0"/>
                      <a:pt x="142" y="0"/>
                    </a:cubicBezTo>
                    <a:cubicBezTo>
                      <a:pt x="132" y="0"/>
                      <a:pt x="132" y="0"/>
                      <a:pt x="123" y="0"/>
                    </a:cubicBezTo>
                    <a:cubicBezTo>
                      <a:pt x="8" y="71"/>
                      <a:pt x="8" y="71"/>
                      <a:pt x="8" y="71"/>
                    </a:cubicBezTo>
                    <a:cubicBezTo>
                      <a:pt x="0" y="80"/>
                      <a:pt x="0" y="80"/>
                      <a:pt x="0" y="89"/>
                    </a:cubicBezTo>
                    <a:cubicBezTo>
                      <a:pt x="0" y="382"/>
                      <a:pt x="0" y="382"/>
                      <a:pt x="0" y="382"/>
                    </a:cubicBezTo>
                    <a:cubicBezTo>
                      <a:pt x="0" y="382"/>
                      <a:pt x="0" y="390"/>
                      <a:pt x="8" y="390"/>
                    </a:cubicBezTo>
                    <a:cubicBezTo>
                      <a:pt x="8" y="399"/>
                      <a:pt x="17" y="399"/>
                      <a:pt x="26" y="390"/>
                    </a:cubicBezTo>
                    <a:cubicBezTo>
                      <a:pt x="132" y="328"/>
                      <a:pt x="132" y="328"/>
                      <a:pt x="132" y="328"/>
                    </a:cubicBezTo>
                    <a:cubicBezTo>
                      <a:pt x="239" y="390"/>
                      <a:pt x="239" y="390"/>
                      <a:pt x="239" y="390"/>
                    </a:cubicBezTo>
                    <a:cubicBezTo>
                      <a:pt x="248" y="399"/>
                      <a:pt x="248" y="399"/>
                      <a:pt x="257" y="390"/>
                    </a:cubicBezTo>
                    <a:cubicBezTo>
                      <a:pt x="363" y="328"/>
                      <a:pt x="363" y="328"/>
                      <a:pt x="363" y="328"/>
                    </a:cubicBezTo>
                    <a:cubicBezTo>
                      <a:pt x="470" y="390"/>
                      <a:pt x="470" y="390"/>
                      <a:pt x="470" y="390"/>
                    </a:cubicBezTo>
                    <a:cubicBezTo>
                      <a:pt x="470" y="399"/>
                      <a:pt x="478" y="399"/>
                      <a:pt x="478" y="399"/>
                    </a:cubicBezTo>
                    <a:cubicBezTo>
                      <a:pt x="478" y="399"/>
                      <a:pt x="487" y="399"/>
                      <a:pt x="487" y="390"/>
                    </a:cubicBezTo>
                    <a:cubicBezTo>
                      <a:pt x="496" y="390"/>
                      <a:pt x="496" y="382"/>
                      <a:pt x="496" y="382"/>
                    </a:cubicBezTo>
                    <a:cubicBezTo>
                      <a:pt x="496" y="89"/>
                      <a:pt x="496" y="89"/>
                      <a:pt x="496" y="89"/>
                    </a:cubicBezTo>
                    <a:cubicBezTo>
                      <a:pt x="496" y="80"/>
                      <a:pt x="496" y="80"/>
                      <a:pt x="487" y="71"/>
                    </a:cubicBezTo>
                    <a:close/>
                    <a:moveTo>
                      <a:pt x="115" y="293"/>
                    </a:moveTo>
                    <a:lnTo>
                      <a:pt x="115" y="293"/>
                    </a:lnTo>
                    <a:cubicBezTo>
                      <a:pt x="35" y="346"/>
                      <a:pt x="35" y="346"/>
                      <a:pt x="35" y="346"/>
                    </a:cubicBezTo>
                    <a:cubicBezTo>
                      <a:pt x="35" y="98"/>
                      <a:pt x="35" y="98"/>
                      <a:pt x="35" y="98"/>
                    </a:cubicBezTo>
                    <a:cubicBezTo>
                      <a:pt x="115" y="44"/>
                      <a:pt x="115" y="44"/>
                      <a:pt x="115" y="44"/>
                    </a:cubicBezTo>
                    <a:lnTo>
                      <a:pt x="115" y="293"/>
                    </a:lnTo>
                    <a:close/>
                    <a:moveTo>
                      <a:pt x="230" y="346"/>
                    </a:moveTo>
                    <a:lnTo>
                      <a:pt x="230" y="346"/>
                    </a:lnTo>
                    <a:cubicBezTo>
                      <a:pt x="150" y="293"/>
                      <a:pt x="150" y="293"/>
                      <a:pt x="150" y="293"/>
                    </a:cubicBezTo>
                    <a:cubicBezTo>
                      <a:pt x="150" y="44"/>
                      <a:pt x="150" y="44"/>
                      <a:pt x="150" y="44"/>
                    </a:cubicBezTo>
                    <a:cubicBezTo>
                      <a:pt x="230" y="98"/>
                      <a:pt x="230" y="98"/>
                      <a:pt x="230" y="98"/>
                    </a:cubicBezTo>
                    <a:lnTo>
                      <a:pt x="230" y="346"/>
                    </a:lnTo>
                    <a:close/>
                    <a:moveTo>
                      <a:pt x="345" y="293"/>
                    </a:moveTo>
                    <a:lnTo>
                      <a:pt x="345" y="293"/>
                    </a:lnTo>
                    <a:cubicBezTo>
                      <a:pt x="266" y="346"/>
                      <a:pt x="266" y="346"/>
                      <a:pt x="266" y="346"/>
                    </a:cubicBezTo>
                    <a:cubicBezTo>
                      <a:pt x="266" y="98"/>
                      <a:pt x="266" y="98"/>
                      <a:pt x="266" y="98"/>
                    </a:cubicBezTo>
                    <a:cubicBezTo>
                      <a:pt x="345" y="44"/>
                      <a:pt x="345" y="44"/>
                      <a:pt x="345" y="44"/>
                    </a:cubicBezTo>
                    <a:lnTo>
                      <a:pt x="345" y="293"/>
                    </a:lnTo>
                    <a:close/>
                    <a:moveTo>
                      <a:pt x="461" y="346"/>
                    </a:moveTo>
                    <a:lnTo>
                      <a:pt x="461" y="346"/>
                    </a:lnTo>
                    <a:cubicBezTo>
                      <a:pt x="380" y="293"/>
                      <a:pt x="380" y="293"/>
                      <a:pt x="380" y="293"/>
                    </a:cubicBezTo>
                    <a:cubicBezTo>
                      <a:pt x="380" y="44"/>
                      <a:pt x="380" y="44"/>
                      <a:pt x="380" y="44"/>
                    </a:cubicBezTo>
                    <a:cubicBezTo>
                      <a:pt x="461" y="98"/>
                      <a:pt x="461" y="98"/>
                      <a:pt x="461" y="98"/>
                    </a:cubicBezTo>
                    <a:lnTo>
                      <a:pt x="461" y="346"/>
                    </a:lnTo>
                    <a:close/>
                  </a:path>
                </a:pathLst>
              </a:custGeom>
              <a:solidFill>
                <a:schemeClr val="bg1"/>
              </a:solidFill>
              <a:ln>
                <a:noFill/>
              </a:ln>
              <a:effectLst/>
            </p:spPr>
            <p:txBody>
              <a:bodyPr wrap="none" anchor="ctr"/>
              <a:lstStyle/>
              <a:p>
                <a:endParaRPr lang="en-US" dirty="0">
                  <a:latin typeface="Calibri Light" panose="020F0302020204030204"/>
                </a:endParaRPr>
              </a:p>
            </p:txBody>
          </p:sp>
        </p:grpSp>
        <p:grpSp>
          <p:nvGrpSpPr>
            <p:cNvPr id="55" name="Group 54"/>
            <p:cNvGrpSpPr/>
            <p:nvPr/>
          </p:nvGrpSpPr>
          <p:grpSpPr>
            <a:xfrm>
              <a:off x="12236" y="4154"/>
              <a:ext cx="1660" cy="1661"/>
              <a:chOff x="14361737" y="2978422"/>
              <a:chExt cx="1999231" cy="1999752"/>
            </a:xfrm>
          </p:grpSpPr>
          <p:grpSp>
            <p:nvGrpSpPr>
              <p:cNvPr id="75" name="Group 74"/>
              <p:cNvGrpSpPr/>
              <p:nvPr/>
            </p:nvGrpSpPr>
            <p:grpSpPr>
              <a:xfrm rot="21316916">
                <a:off x="14361737" y="2978422"/>
                <a:ext cx="1999231" cy="1999752"/>
                <a:chOff x="5013110" y="5059616"/>
                <a:chExt cx="3378533" cy="3379413"/>
              </a:xfrm>
            </p:grpSpPr>
            <p:sp>
              <p:nvSpPr>
                <p:cNvPr id="77" name="Oval 76"/>
                <p:cNvSpPr/>
                <p:nvPr/>
              </p:nvSpPr>
              <p:spPr>
                <a:xfrm>
                  <a:off x="5013110" y="5059616"/>
                  <a:ext cx="3378533" cy="3379413"/>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sp>
              <p:nvSpPr>
                <p:cNvPr id="78" name="Oval 77"/>
                <p:cNvSpPr/>
                <p:nvPr/>
              </p:nvSpPr>
              <p:spPr>
                <a:xfrm>
                  <a:off x="5286107" y="5332685"/>
                  <a:ext cx="2832537" cy="28332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grpSp>
          <p:sp>
            <p:nvSpPr>
              <p:cNvPr id="76" name="Freeform 22"/>
              <p:cNvSpPr>
                <a:spLocks noChangeArrowheads="1"/>
              </p:cNvSpPr>
              <p:nvPr/>
            </p:nvSpPr>
            <p:spPr bwMode="auto">
              <a:xfrm>
                <a:off x="15014064" y="3584307"/>
                <a:ext cx="747702" cy="747708"/>
              </a:xfrm>
              <a:custGeom>
                <a:avLst/>
                <a:gdLst>
                  <a:gd name="T0" fmla="*/ 230 w 461"/>
                  <a:gd name="T1" fmla="*/ 8 h 461"/>
                  <a:gd name="T2" fmla="*/ 230 w 461"/>
                  <a:gd name="T3" fmla="*/ 8 h 461"/>
                  <a:gd name="T4" fmla="*/ 0 w 461"/>
                  <a:gd name="T5" fmla="*/ 239 h 461"/>
                  <a:gd name="T6" fmla="*/ 230 w 461"/>
                  <a:gd name="T7" fmla="*/ 460 h 461"/>
                  <a:gd name="T8" fmla="*/ 460 w 461"/>
                  <a:gd name="T9" fmla="*/ 230 h 461"/>
                  <a:gd name="T10" fmla="*/ 230 w 461"/>
                  <a:gd name="T11" fmla="*/ 8 h 461"/>
                  <a:gd name="T12" fmla="*/ 230 w 461"/>
                  <a:gd name="T13" fmla="*/ 35 h 461"/>
                  <a:gd name="T14" fmla="*/ 230 w 461"/>
                  <a:gd name="T15" fmla="*/ 35 h 461"/>
                  <a:gd name="T16" fmla="*/ 319 w 461"/>
                  <a:gd name="T17" fmla="*/ 53 h 461"/>
                  <a:gd name="T18" fmla="*/ 291 w 461"/>
                  <a:gd name="T19" fmla="*/ 106 h 461"/>
                  <a:gd name="T20" fmla="*/ 230 w 461"/>
                  <a:gd name="T21" fmla="*/ 97 h 461"/>
                  <a:gd name="T22" fmla="*/ 168 w 461"/>
                  <a:gd name="T23" fmla="*/ 106 h 461"/>
                  <a:gd name="T24" fmla="*/ 141 w 461"/>
                  <a:gd name="T25" fmla="*/ 53 h 461"/>
                  <a:gd name="T26" fmla="*/ 230 w 461"/>
                  <a:gd name="T27" fmla="*/ 35 h 461"/>
                  <a:gd name="T28" fmla="*/ 106 w 461"/>
                  <a:gd name="T29" fmla="*/ 292 h 461"/>
                  <a:gd name="T30" fmla="*/ 106 w 461"/>
                  <a:gd name="T31" fmla="*/ 292 h 461"/>
                  <a:gd name="T32" fmla="*/ 53 w 461"/>
                  <a:gd name="T33" fmla="*/ 327 h 461"/>
                  <a:gd name="T34" fmla="*/ 35 w 461"/>
                  <a:gd name="T35" fmla="*/ 239 h 461"/>
                  <a:gd name="T36" fmla="*/ 53 w 461"/>
                  <a:gd name="T37" fmla="*/ 141 h 461"/>
                  <a:gd name="T38" fmla="*/ 106 w 461"/>
                  <a:gd name="T39" fmla="*/ 167 h 461"/>
                  <a:gd name="T40" fmla="*/ 88 w 461"/>
                  <a:gd name="T41" fmla="*/ 230 h 461"/>
                  <a:gd name="T42" fmla="*/ 106 w 461"/>
                  <a:gd name="T43" fmla="*/ 292 h 461"/>
                  <a:gd name="T44" fmla="*/ 230 w 461"/>
                  <a:gd name="T45" fmla="*/ 433 h 461"/>
                  <a:gd name="T46" fmla="*/ 230 w 461"/>
                  <a:gd name="T47" fmla="*/ 433 h 461"/>
                  <a:gd name="T48" fmla="*/ 141 w 461"/>
                  <a:gd name="T49" fmla="*/ 407 h 461"/>
                  <a:gd name="T50" fmla="*/ 168 w 461"/>
                  <a:gd name="T51" fmla="*/ 354 h 461"/>
                  <a:gd name="T52" fmla="*/ 230 w 461"/>
                  <a:gd name="T53" fmla="*/ 372 h 461"/>
                  <a:gd name="T54" fmla="*/ 291 w 461"/>
                  <a:gd name="T55" fmla="*/ 354 h 461"/>
                  <a:gd name="T56" fmla="*/ 319 w 461"/>
                  <a:gd name="T57" fmla="*/ 407 h 461"/>
                  <a:gd name="T58" fmla="*/ 230 w 461"/>
                  <a:gd name="T59" fmla="*/ 433 h 461"/>
                  <a:gd name="T60" fmla="*/ 230 w 461"/>
                  <a:gd name="T61" fmla="*/ 345 h 461"/>
                  <a:gd name="T62" fmla="*/ 230 w 461"/>
                  <a:gd name="T63" fmla="*/ 345 h 461"/>
                  <a:gd name="T64" fmla="*/ 124 w 461"/>
                  <a:gd name="T65" fmla="*/ 230 h 461"/>
                  <a:gd name="T66" fmla="*/ 230 w 461"/>
                  <a:gd name="T67" fmla="*/ 123 h 461"/>
                  <a:gd name="T68" fmla="*/ 336 w 461"/>
                  <a:gd name="T69" fmla="*/ 230 h 461"/>
                  <a:gd name="T70" fmla="*/ 230 w 461"/>
                  <a:gd name="T71" fmla="*/ 345 h 461"/>
                  <a:gd name="T72" fmla="*/ 354 w 461"/>
                  <a:gd name="T73" fmla="*/ 292 h 461"/>
                  <a:gd name="T74" fmla="*/ 354 w 461"/>
                  <a:gd name="T75" fmla="*/ 292 h 461"/>
                  <a:gd name="T76" fmla="*/ 372 w 461"/>
                  <a:gd name="T77" fmla="*/ 230 h 461"/>
                  <a:gd name="T78" fmla="*/ 354 w 461"/>
                  <a:gd name="T79" fmla="*/ 167 h 461"/>
                  <a:gd name="T80" fmla="*/ 407 w 461"/>
                  <a:gd name="T81" fmla="*/ 141 h 461"/>
                  <a:gd name="T82" fmla="*/ 425 w 461"/>
                  <a:gd name="T83" fmla="*/ 230 h 461"/>
                  <a:gd name="T84" fmla="*/ 407 w 461"/>
                  <a:gd name="T85" fmla="*/ 327 h 461"/>
                  <a:gd name="T86" fmla="*/ 354 w 461"/>
                  <a:gd name="T87" fmla="*/ 292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1" h="461">
                    <a:moveTo>
                      <a:pt x="230" y="8"/>
                    </a:moveTo>
                    <a:lnTo>
                      <a:pt x="230" y="8"/>
                    </a:lnTo>
                    <a:cubicBezTo>
                      <a:pt x="97" y="8"/>
                      <a:pt x="0" y="106"/>
                      <a:pt x="0" y="239"/>
                    </a:cubicBezTo>
                    <a:cubicBezTo>
                      <a:pt x="0" y="363"/>
                      <a:pt x="106" y="460"/>
                      <a:pt x="230" y="460"/>
                    </a:cubicBezTo>
                    <a:cubicBezTo>
                      <a:pt x="363" y="460"/>
                      <a:pt x="460" y="354"/>
                      <a:pt x="460" y="230"/>
                    </a:cubicBezTo>
                    <a:cubicBezTo>
                      <a:pt x="460" y="106"/>
                      <a:pt x="354" y="0"/>
                      <a:pt x="230" y="8"/>
                    </a:cubicBezTo>
                    <a:close/>
                    <a:moveTo>
                      <a:pt x="230" y="35"/>
                    </a:moveTo>
                    <a:lnTo>
                      <a:pt x="230" y="35"/>
                    </a:lnTo>
                    <a:cubicBezTo>
                      <a:pt x="256" y="35"/>
                      <a:pt x="291" y="44"/>
                      <a:pt x="319" y="53"/>
                    </a:cubicBezTo>
                    <a:cubicBezTo>
                      <a:pt x="291" y="106"/>
                      <a:pt x="291" y="106"/>
                      <a:pt x="291" y="106"/>
                    </a:cubicBezTo>
                    <a:cubicBezTo>
                      <a:pt x="275" y="97"/>
                      <a:pt x="247" y="97"/>
                      <a:pt x="230" y="97"/>
                    </a:cubicBezTo>
                    <a:cubicBezTo>
                      <a:pt x="203" y="97"/>
                      <a:pt x="185" y="97"/>
                      <a:pt x="168" y="106"/>
                    </a:cubicBezTo>
                    <a:cubicBezTo>
                      <a:pt x="141" y="53"/>
                      <a:pt x="141" y="53"/>
                      <a:pt x="141" y="53"/>
                    </a:cubicBezTo>
                    <a:cubicBezTo>
                      <a:pt x="168" y="44"/>
                      <a:pt x="194" y="35"/>
                      <a:pt x="230" y="35"/>
                    </a:cubicBezTo>
                    <a:close/>
                    <a:moveTo>
                      <a:pt x="106" y="292"/>
                    </a:moveTo>
                    <a:lnTo>
                      <a:pt x="106" y="292"/>
                    </a:lnTo>
                    <a:cubicBezTo>
                      <a:pt x="53" y="327"/>
                      <a:pt x="53" y="327"/>
                      <a:pt x="53" y="327"/>
                    </a:cubicBezTo>
                    <a:cubicBezTo>
                      <a:pt x="35" y="301"/>
                      <a:pt x="35" y="265"/>
                      <a:pt x="35" y="239"/>
                    </a:cubicBezTo>
                    <a:cubicBezTo>
                      <a:pt x="26" y="204"/>
                      <a:pt x="35" y="167"/>
                      <a:pt x="53" y="141"/>
                    </a:cubicBezTo>
                    <a:cubicBezTo>
                      <a:pt x="106" y="167"/>
                      <a:pt x="106" y="167"/>
                      <a:pt x="106" y="167"/>
                    </a:cubicBezTo>
                    <a:cubicBezTo>
                      <a:pt x="97" y="185"/>
                      <a:pt x="88" y="212"/>
                      <a:pt x="88" y="230"/>
                    </a:cubicBezTo>
                    <a:cubicBezTo>
                      <a:pt x="88" y="257"/>
                      <a:pt x="97" y="274"/>
                      <a:pt x="106" y="292"/>
                    </a:cubicBezTo>
                    <a:close/>
                    <a:moveTo>
                      <a:pt x="230" y="433"/>
                    </a:moveTo>
                    <a:lnTo>
                      <a:pt x="230" y="433"/>
                    </a:lnTo>
                    <a:cubicBezTo>
                      <a:pt x="194" y="433"/>
                      <a:pt x="168" y="425"/>
                      <a:pt x="141" y="407"/>
                    </a:cubicBezTo>
                    <a:cubicBezTo>
                      <a:pt x="168" y="354"/>
                      <a:pt x="168" y="354"/>
                      <a:pt x="168" y="354"/>
                    </a:cubicBezTo>
                    <a:cubicBezTo>
                      <a:pt x="185" y="363"/>
                      <a:pt x="203" y="372"/>
                      <a:pt x="230" y="372"/>
                    </a:cubicBezTo>
                    <a:cubicBezTo>
                      <a:pt x="247" y="372"/>
                      <a:pt x="275" y="363"/>
                      <a:pt x="291" y="354"/>
                    </a:cubicBezTo>
                    <a:cubicBezTo>
                      <a:pt x="319" y="407"/>
                      <a:pt x="319" y="407"/>
                      <a:pt x="319" y="407"/>
                    </a:cubicBezTo>
                    <a:cubicBezTo>
                      <a:pt x="291" y="425"/>
                      <a:pt x="266" y="433"/>
                      <a:pt x="230" y="433"/>
                    </a:cubicBezTo>
                    <a:close/>
                    <a:moveTo>
                      <a:pt x="230" y="345"/>
                    </a:moveTo>
                    <a:lnTo>
                      <a:pt x="230" y="345"/>
                    </a:lnTo>
                    <a:cubicBezTo>
                      <a:pt x="168" y="345"/>
                      <a:pt x="124" y="292"/>
                      <a:pt x="124" y="230"/>
                    </a:cubicBezTo>
                    <a:cubicBezTo>
                      <a:pt x="124" y="167"/>
                      <a:pt x="168" y="123"/>
                      <a:pt x="230" y="123"/>
                    </a:cubicBezTo>
                    <a:cubicBezTo>
                      <a:pt x="291" y="123"/>
                      <a:pt x="336" y="167"/>
                      <a:pt x="336" y="230"/>
                    </a:cubicBezTo>
                    <a:cubicBezTo>
                      <a:pt x="336" y="292"/>
                      <a:pt x="291" y="345"/>
                      <a:pt x="230" y="345"/>
                    </a:cubicBezTo>
                    <a:close/>
                    <a:moveTo>
                      <a:pt x="354" y="292"/>
                    </a:moveTo>
                    <a:lnTo>
                      <a:pt x="354" y="292"/>
                    </a:lnTo>
                    <a:cubicBezTo>
                      <a:pt x="363" y="274"/>
                      <a:pt x="372" y="257"/>
                      <a:pt x="372" y="230"/>
                    </a:cubicBezTo>
                    <a:cubicBezTo>
                      <a:pt x="372" y="212"/>
                      <a:pt x="363" y="185"/>
                      <a:pt x="354" y="167"/>
                    </a:cubicBezTo>
                    <a:cubicBezTo>
                      <a:pt x="407" y="141"/>
                      <a:pt x="407" y="141"/>
                      <a:pt x="407" y="141"/>
                    </a:cubicBezTo>
                    <a:cubicBezTo>
                      <a:pt x="416" y="167"/>
                      <a:pt x="425" y="195"/>
                      <a:pt x="425" y="230"/>
                    </a:cubicBezTo>
                    <a:cubicBezTo>
                      <a:pt x="425" y="265"/>
                      <a:pt x="416" y="292"/>
                      <a:pt x="407" y="327"/>
                    </a:cubicBezTo>
                    <a:lnTo>
                      <a:pt x="354" y="292"/>
                    </a:lnTo>
                    <a:close/>
                  </a:path>
                </a:pathLst>
              </a:custGeom>
              <a:solidFill>
                <a:schemeClr val="bg1"/>
              </a:solidFill>
              <a:ln>
                <a:noFill/>
              </a:ln>
              <a:effectLst/>
            </p:spPr>
            <p:txBody>
              <a:bodyPr wrap="none" anchor="ctr"/>
              <a:lstStyle/>
              <a:p>
                <a:endParaRPr lang="en-US" dirty="0">
                  <a:latin typeface="Calibri Light" panose="020F0302020204030204"/>
                </a:endParaRPr>
              </a:p>
            </p:txBody>
          </p:sp>
        </p:grpSp>
        <p:grpSp>
          <p:nvGrpSpPr>
            <p:cNvPr id="56" name="Group 55"/>
            <p:cNvGrpSpPr/>
            <p:nvPr/>
          </p:nvGrpSpPr>
          <p:grpSpPr>
            <a:xfrm>
              <a:off x="8987" y="4146"/>
              <a:ext cx="1660" cy="1661"/>
              <a:chOff x="12208441" y="5274469"/>
              <a:chExt cx="1999231" cy="1999752"/>
            </a:xfrm>
          </p:grpSpPr>
          <p:grpSp>
            <p:nvGrpSpPr>
              <p:cNvPr id="62" name="Group 61"/>
              <p:cNvGrpSpPr/>
              <p:nvPr/>
            </p:nvGrpSpPr>
            <p:grpSpPr>
              <a:xfrm rot="21316916">
                <a:off x="12208441" y="5274469"/>
                <a:ext cx="1999231" cy="1999752"/>
                <a:chOff x="5013110" y="5059616"/>
                <a:chExt cx="3378533" cy="3379413"/>
              </a:xfrm>
            </p:grpSpPr>
            <p:sp>
              <p:nvSpPr>
                <p:cNvPr id="64" name="Oval 63"/>
                <p:cNvSpPr/>
                <p:nvPr/>
              </p:nvSpPr>
              <p:spPr>
                <a:xfrm>
                  <a:off x="5013110" y="5059616"/>
                  <a:ext cx="3378533" cy="3379413"/>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sp>
              <p:nvSpPr>
                <p:cNvPr id="74" name="Oval 73"/>
                <p:cNvSpPr/>
                <p:nvPr/>
              </p:nvSpPr>
              <p:spPr>
                <a:xfrm>
                  <a:off x="5286107" y="5332685"/>
                  <a:ext cx="2832537" cy="28332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grpSp>
          <p:sp>
            <p:nvSpPr>
              <p:cNvPr id="63" name="Freeform 101"/>
              <p:cNvSpPr>
                <a:spLocks noChangeArrowheads="1"/>
              </p:cNvSpPr>
              <p:nvPr/>
            </p:nvSpPr>
            <p:spPr bwMode="auto">
              <a:xfrm>
                <a:off x="12885009" y="5933249"/>
                <a:ext cx="804670" cy="619524"/>
              </a:xfrm>
              <a:custGeom>
                <a:avLst/>
                <a:gdLst>
                  <a:gd name="T0" fmla="*/ 80 w 497"/>
                  <a:gd name="T1" fmla="*/ 248 h 382"/>
                  <a:gd name="T2" fmla="*/ 80 w 497"/>
                  <a:gd name="T3" fmla="*/ 248 h 382"/>
                  <a:gd name="T4" fmla="*/ 159 w 497"/>
                  <a:gd name="T5" fmla="*/ 328 h 382"/>
                  <a:gd name="T6" fmla="*/ 248 w 497"/>
                  <a:gd name="T7" fmla="*/ 381 h 382"/>
                  <a:gd name="T8" fmla="*/ 337 w 497"/>
                  <a:gd name="T9" fmla="*/ 337 h 382"/>
                  <a:gd name="T10" fmla="*/ 390 w 497"/>
                  <a:gd name="T11" fmla="*/ 258 h 382"/>
                  <a:gd name="T12" fmla="*/ 248 w 497"/>
                  <a:gd name="T13" fmla="*/ 328 h 382"/>
                  <a:gd name="T14" fmla="*/ 80 w 497"/>
                  <a:gd name="T15" fmla="*/ 248 h 382"/>
                  <a:gd name="T16" fmla="*/ 487 w 497"/>
                  <a:gd name="T17" fmla="*/ 124 h 382"/>
                  <a:gd name="T18" fmla="*/ 487 w 497"/>
                  <a:gd name="T19" fmla="*/ 124 h 382"/>
                  <a:gd name="T20" fmla="*/ 274 w 497"/>
                  <a:gd name="T21" fmla="*/ 9 h 382"/>
                  <a:gd name="T22" fmla="*/ 221 w 497"/>
                  <a:gd name="T23" fmla="*/ 9 h 382"/>
                  <a:gd name="T24" fmla="*/ 9 w 497"/>
                  <a:gd name="T25" fmla="*/ 124 h 382"/>
                  <a:gd name="T26" fmla="*/ 9 w 497"/>
                  <a:gd name="T27" fmla="*/ 160 h 382"/>
                  <a:gd name="T28" fmla="*/ 221 w 497"/>
                  <a:gd name="T29" fmla="*/ 275 h 382"/>
                  <a:gd name="T30" fmla="*/ 274 w 497"/>
                  <a:gd name="T31" fmla="*/ 275 h 382"/>
                  <a:gd name="T32" fmla="*/ 408 w 497"/>
                  <a:gd name="T33" fmla="*/ 195 h 382"/>
                  <a:gd name="T34" fmla="*/ 266 w 497"/>
                  <a:gd name="T35" fmla="*/ 160 h 382"/>
                  <a:gd name="T36" fmla="*/ 248 w 497"/>
                  <a:gd name="T37" fmla="*/ 168 h 382"/>
                  <a:gd name="T38" fmla="*/ 203 w 497"/>
                  <a:gd name="T39" fmla="*/ 133 h 382"/>
                  <a:gd name="T40" fmla="*/ 248 w 497"/>
                  <a:gd name="T41" fmla="*/ 107 h 382"/>
                  <a:gd name="T42" fmla="*/ 293 w 497"/>
                  <a:gd name="T43" fmla="*/ 124 h 382"/>
                  <a:gd name="T44" fmla="*/ 443 w 497"/>
                  <a:gd name="T45" fmla="*/ 177 h 382"/>
                  <a:gd name="T46" fmla="*/ 487 w 497"/>
                  <a:gd name="T47" fmla="*/ 160 h 382"/>
                  <a:gd name="T48" fmla="*/ 487 w 497"/>
                  <a:gd name="T49" fmla="*/ 124 h 382"/>
                  <a:gd name="T50" fmla="*/ 425 w 497"/>
                  <a:gd name="T51" fmla="*/ 346 h 382"/>
                  <a:gd name="T52" fmla="*/ 425 w 497"/>
                  <a:gd name="T53" fmla="*/ 346 h 382"/>
                  <a:gd name="T54" fmla="*/ 461 w 497"/>
                  <a:gd name="T55" fmla="*/ 337 h 382"/>
                  <a:gd name="T56" fmla="*/ 443 w 497"/>
                  <a:gd name="T57" fmla="*/ 177 h 382"/>
                  <a:gd name="T58" fmla="*/ 408 w 497"/>
                  <a:gd name="T59" fmla="*/ 195 h 382"/>
                  <a:gd name="T60" fmla="*/ 425 w 497"/>
                  <a:gd name="T61" fmla="*/ 34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7" h="382">
                    <a:moveTo>
                      <a:pt x="80" y="248"/>
                    </a:moveTo>
                    <a:lnTo>
                      <a:pt x="80" y="248"/>
                    </a:lnTo>
                    <a:cubicBezTo>
                      <a:pt x="97" y="293"/>
                      <a:pt x="106" y="311"/>
                      <a:pt x="159" y="328"/>
                    </a:cubicBezTo>
                    <a:cubicBezTo>
                      <a:pt x="203" y="355"/>
                      <a:pt x="230" y="381"/>
                      <a:pt x="248" y="381"/>
                    </a:cubicBezTo>
                    <a:cubicBezTo>
                      <a:pt x="266" y="381"/>
                      <a:pt x="293" y="355"/>
                      <a:pt x="337" y="337"/>
                    </a:cubicBezTo>
                    <a:cubicBezTo>
                      <a:pt x="390" y="311"/>
                      <a:pt x="372" y="311"/>
                      <a:pt x="390" y="258"/>
                    </a:cubicBezTo>
                    <a:cubicBezTo>
                      <a:pt x="248" y="328"/>
                      <a:pt x="248" y="328"/>
                      <a:pt x="248" y="328"/>
                    </a:cubicBezTo>
                    <a:lnTo>
                      <a:pt x="80" y="248"/>
                    </a:lnTo>
                    <a:close/>
                    <a:moveTo>
                      <a:pt x="487" y="124"/>
                    </a:moveTo>
                    <a:lnTo>
                      <a:pt x="487" y="124"/>
                    </a:lnTo>
                    <a:cubicBezTo>
                      <a:pt x="274" y="9"/>
                      <a:pt x="274" y="9"/>
                      <a:pt x="274" y="9"/>
                    </a:cubicBezTo>
                    <a:cubicBezTo>
                      <a:pt x="266" y="0"/>
                      <a:pt x="239" y="0"/>
                      <a:pt x="221" y="9"/>
                    </a:cubicBezTo>
                    <a:cubicBezTo>
                      <a:pt x="9" y="124"/>
                      <a:pt x="9" y="124"/>
                      <a:pt x="9" y="124"/>
                    </a:cubicBezTo>
                    <a:cubicBezTo>
                      <a:pt x="0" y="133"/>
                      <a:pt x="0" y="142"/>
                      <a:pt x="9" y="160"/>
                    </a:cubicBezTo>
                    <a:cubicBezTo>
                      <a:pt x="221" y="275"/>
                      <a:pt x="221" y="275"/>
                      <a:pt x="221" y="275"/>
                    </a:cubicBezTo>
                    <a:cubicBezTo>
                      <a:pt x="239" y="284"/>
                      <a:pt x="266" y="284"/>
                      <a:pt x="274" y="275"/>
                    </a:cubicBezTo>
                    <a:cubicBezTo>
                      <a:pt x="408" y="195"/>
                      <a:pt x="408" y="195"/>
                      <a:pt x="408" y="195"/>
                    </a:cubicBezTo>
                    <a:cubicBezTo>
                      <a:pt x="266" y="160"/>
                      <a:pt x="266" y="160"/>
                      <a:pt x="266" y="160"/>
                    </a:cubicBezTo>
                    <a:cubicBezTo>
                      <a:pt x="257" y="160"/>
                      <a:pt x="257" y="168"/>
                      <a:pt x="248" y="168"/>
                    </a:cubicBezTo>
                    <a:cubicBezTo>
                      <a:pt x="221" y="168"/>
                      <a:pt x="203" y="151"/>
                      <a:pt x="203" y="133"/>
                    </a:cubicBezTo>
                    <a:cubicBezTo>
                      <a:pt x="203" y="124"/>
                      <a:pt x="221" y="107"/>
                      <a:pt x="248" y="107"/>
                    </a:cubicBezTo>
                    <a:cubicBezTo>
                      <a:pt x="266" y="107"/>
                      <a:pt x="284" y="115"/>
                      <a:pt x="293" y="124"/>
                    </a:cubicBezTo>
                    <a:cubicBezTo>
                      <a:pt x="443" y="177"/>
                      <a:pt x="443" y="177"/>
                      <a:pt x="443" y="177"/>
                    </a:cubicBezTo>
                    <a:cubicBezTo>
                      <a:pt x="487" y="160"/>
                      <a:pt x="487" y="160"/>
                      <a:pt x="487" y="160"/>
                    </a:cubicBezTo>
                    <a:cubicBezTo>
                      <a:pt x="496" y="142"/>
                      <a:pt x="496" y="133"/>
                      <a:pt x="487" y="124"/>
                    </a:cubicBezTo>
                    <a:close/>
                    <a:moveTo>
                      <a:pt x="425" y="346"/>
                    </a:moveTo>
                    <a:lnTo>
                      <a:pt x="425" y="346"/>
                    </a:lnTo>
                    <a:cubicBezTo>
                      <a:pt x="416" y="355"/>
                      <a:pt x="452" y="364"/>
                      <a:pt x="461" y="337"/>
                    </a:cubicBezTo>
                    <a:cubicBezTo>
                      <a:pt x="469" y="213"/>
                      <a:pt x="443" y="177"/>
                      <a:pt x="443" y="177"/>
                    </a:cubicBezTo>
                    <a:cubicBezTo>
                      <a:pt x="408" y="195"/>
                      <a:pt x="408" y="195"/>
                      <a:pt x="408" y="195"/>
                    </a:cubicBezTo>
                    <a:cubicBezTo>
                      <a:pt x="408" y="195"/>
                      <a:pt x="443" y="222"/>
                      <a:pt x="425" y="346"/>
                    </a:cubicBezTo>
                    <a:close/>
                  </a:path>
                </a:pathLst>
              </a:custGeom>
              <a:solidFill>
                <a:schemeClr val="bg1"/>
              </a:solidFill>
              <a:ln>
                <a:noFill/>
              </a:ln>
              <a:effectLst/>
            </p:spPr>
            <p:txBody>
              <a:bodyPr wrap="none" anchor="ctr"/>
              <a:lstStyle/>
              <a:p>
                <a:endParaRPr lang="en-US" dirty="0">
                  <a:latin typeface="Calibri Light" panose="020F0302020204030204"/>
                </a:endParaRPr>
              </a:p>
            </p:txBody>
          </p:sp>
        </p:grpSp>
        <p:grpSp>
          <p:nvGrpSpPr>
            <p:cNvPr id="57" name="Group 56"/>
            <p:cNvGrpSpPr/>
            <p:nvPr/>
          </p:nvGrpSpPr>
          <p:grpSpPr>
            <a:xfrm>
              <a:off x="5731" y="4141"/>
              <a:ext cx="1660" cy="1661"/>
              <a:chOff x="9907711" y="7463571"/>
              <a:chExt cx="1999231" cy="1999752"/>
            </a:xfrm>
          </p:grpSpPr>
          <p:grpSp>
            <p:nvGrpSpPr>
              <p:cNvPr id="58" name="Group 57"/>
              <p:cNvGrpSpPr/>
              <p:nvPr/>
            </p:nvGrpSpPr>
            <p:grpSpPr>
              <a:xfrm rot="21316916">
                <a:off x="9907711" y="7463571"/>
                <a:ext cx="1999231" cy="1999752"/>
                <a:chOff x="5013110" y="5059616"/>
                <a:chExt cx="3378533" cy="3379413"/>
              </a:xfrm>
            </p:grpSpPr>
            <p:sp>
              <p:nvSpPr>
                <p:cNvPr id="60" name="Oval 59"/>
                <p:cNvSpPr/>
                <p:nvPr/>
              </p:nvSpPr>
              <p:spPr>
                <a:xfrm>
                  <a:off x="5013110" y="5059616"/>
                  <a:ext cx="3378533" cy="3379413"/>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sp>
              <p:nvSpPr>
                <p:cNvPr id="61" name="Oval 60"/>
                <p:cNvSpPr/>
                <p:nvPr/>
              </p:nvSpPr>
              <p:spPr>
                <a:xfrm>
                  <a:off x="5286108" y="5332684"/>
                  <a:ext cx="2832536" cy="283327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grpSp>
          <p:sp>
            <p:nvSpPr>
              <p:cNvPr id="59" name="Freeform 104"/>
              <p:cNvSpPr>
                <a:spLocks noChangeArrowheads="1"/>
              </p:cNvSpPr>
              <p:nvPr/>
            </p:nvSpPr>
            <p:spPr bwMode="auto">
              <a:xfrm>
                <a:off x="10528124" y="8136492"/>
                <a:ext cx="804676" cy="541196"/>
              </a:xfrm>
              <a:custGeom>
                <a:avLst/>
                <a:gdLst>
                  <a:gd name="T0" fmla="*/ 203 w 497"/>
                  <a:gd name="T1" fmla="*/ 257 h 337"/>
                  <a:gd name="T2" fmla="*/ 203 w 497"/>
                  <a:gd name="T3" fmla="*/ 257 h 337"/>
                  <a:gd name="T4" fmla="*/ 221 w 497"/>
                  <a:gd name="T5" fmla="*/ 327 h 337"/>
                  <a:gd name="T6" fmla="*/ 283 w 497"/>
                  <a:gd name="T7" fmla="*/ 310 h 337"/>
                  <a:gd name="T8" fmla="*/ 398 w 497"/>
                  <a:gd name="T9" fmla="*/ 9 h 337"/>
                  <a:gd name="T10" fmla="*/ 203 w 497"/>
                  <a:gd name="T11" fmla="*/ 257 h 337"/>
                  <a:gd name="T12" fmla="*/ 248 w 497"/>
                  <a:gd name="T13" fmla="*/ 71 h 337"/>
                  <a:gd name="T14" fmla="*/ 248 w 497"/>
                  <a:gd name="T15" fmla="*/ 71 h 337"/>
                  <a:gd name="T16" fmla="*/ 274 w 497"/>
                  <a:gd name="T17" fmla="*/ 71 h 337"/>
                  <a:gd name="T18" fmla="*/ 310 w 497"/>
                  <a:gd name="T19" fmla="*/ 26 h 337"/>
                  <a:gd name="T20" fmla="*/ 248 w 497"/>
                  <a:gd name="T21" fmla="*/ 17 h 337"/>
                  <a:gd name="T22" fmla="*/ 0 w 497"/>
                  <a:gd name="T23" fmla="*/ 283 h 337"/>
                  <a:gd name="T24" fmla="*/ 0 w 497"/>
                  <a:gd name="T25" fmla="*/ 310 h 337"/>
                  <a:gd name="T26" fmla="*/ 26 w 497"/>
                  <a:gd name="T27" fmla="*/ 336 h 337"/>
                  <a:gd name="T28" fmla="*/ 53 w 497"/>
                  <a:gd name="T29" fmla="*/ 310 h 337"/>
                  <a:gd name="T30" fmla="*/ 53 w 497"/>
                  <a:gd name="T31" fmla="*/ 283 h 337"/>
                  <a:gd name="T32" fmla="*/ 248 w 497"/>
                  <a:gd name="T33" fmla="*/ 71 h 337"/>
                  <a:gd name="T34" fmla="*/ 425 w 497"/>
                  <a:gd name="T35" fmla="*/ 98 h 337"/>
                  <a:gd name="T36" fmla="*/ 425 w 497"/>
                  <a:gd name="T37" fmla="*/ 98 h 337"/>
                  <a:gd name="T38" fmla="*/ 407 w 497"/>
                  <a:gd name="T39" fmla="*/ 151 h 337"/>
                  <a:gd name="T40" fmla="*/ 442 w 497"/>
                  <a:gd name="T41" fmla="*/ 283 h 337"/>
                  <a:gd name="T42" fmla="*/ 442 w 497"/>
                  <a:gd name="T43" fmla="*/ 310 h 337"/>
                  <a:gd name="T44" fmla="*/ 469 w 497"/>
                  <a:gd name="T45" fmla="*/ 336 h 337"/>
                  <a:gd name="T46" fmla="*/ 469 w 497"/>
                  <a:gd name="T47" fmla="*/ 336 h 337"/>
                  <a:gd name="T48" fmla="*/ 496 w 497"/>
                  <a:gd name="T49" fmla="*/ 310 h 337"/>
                  <a:gd name="T50" fmla="*/ 496 w 497"/>
                  <a:gd name="T51" fmla="*/ 283 h 337"/>
                  <a:gd name="T52" fmla="*/ 425 w 497"/>
                  <a:gd name="T53" fmla="*/ 9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7" h="337">
                    <a:moveTo>
                      <a:pt x="203" y="257"/>
                    </a:moveTo>
                    <a:lnTo>
                      <a:pt x="203" y="257"/>
                    </a:lnTo>
                    <a:cubicBezTo>
                      <a:pt x="186" y="283"/>
                      <a:pt x="194" y="310"/>
                      <a:pt x="221" y="327"/>
                    </a:cubicBezTo>
                    <a:cubicBezTo>
                      <a:pt x="239" y="336"/>
                      <a:pt x="266" y="336"/>
                      <a:pt x="283" y="310"/>
                    </a:cubicBezTo>
                    <a:cubicBezTo>
                      <a:pt x="301" y="274"/>
                      <a:pt x="407" y="9"/>
                      <a:pt x="398" y="9"/>
                    </a:cubicBezTo>
                    <a:cubicBezTo>
                      <a:pt x="389" y="0"/>
                      <a:pt x="221" y="230"/>
                      <a:pt x="203" y="257"/>
                    </a:cubicBezTo>
                    <a:close/>
                    <a:moveTo>
                      <a:pt x="248" y="71"/>
                    </a:moveTo>
                    <a:lnTo>
                      <a:pt x="248" y="71"/>
                    </a:lnTo>
                    <a:cubicBezTo>
                      <a:pt x="257" y="71"/>
                      <a:pt x="266" y="71"/>
                      <a:pt x="274" y="71"/>
                    </a:cubicBezTo>
                    <a:cubicBezTo>
                      <a:pt x="292" y="53"/>
                      <a:pt x="301" y="44"/>
                      <a:pt x="310" y="26"/>
                    </a:cubicBezTo>
                    <a:cubicBezTo>
                      <a:pt x="292" y="17"/>
                      <a:pt x="274" y="17"/>
                      <a:pt x="248" y="17"/>
                    </a:cubicBezTo>
                    <a:cubicBezTo>
                      <a:pt x="106" y="17"/>
                      <a:pt x="0" y="133"/>
                      <a:pt x="0" y="283"/>
                    </a:cubicBezTo>
                    <a:cubicBezTo>
                      <a:pt x="0" y="292"/>
                      <a:pt x="0" y="301"/>
                      <a:pt x="0" y="310"/>
                    </a:cubicBezTo>
                    <a:cubicBezTo>
                      <a:pt x="0" y="327"/>
                      <a:pt x="17" y="336"/>
                      <a:pt x="26" y="336"/>
                    </a:cubicBezTo>
                    <a:cubicBezTo>
                      <a:pt x="44" y="336"/>
                      <a:pt x="53" y="319"/>
                      <a:pt x="53" y="310"/>
                    </a:cubicBezTo>
                    <a:cubicBezTo>
                      <a:pt x="53" y="301"/>
                      <a:pt x="53" y="292"/>
                      <a:pt x="53" y="283"/>
                    </a:cubicBezTo>
                    <a:cubicBezTo>
                      <a:pt x="53" y="160"/>
                      <a:pt x="132" y="71"/>
                      <a:pt x="248" y="71"/>
                    </a:cubicBezTo>
                    <a:close/>
                    <a:moveTo>
                      <a:pt x="425" y="98"/>
                    </a:moveTo>
                    <a:lnTo>
                      <a:pt x="425" y="98"/>
                    </a:lnTo>
                    <a:cubicBezTo>
                      <a:pt x="416" y="115"/>
                      <a:pt x="416" y="133"/>
                      <a:pt x="407" y="151"/>
                    </a:cubicBezTo>
                    <a:cubicBezTo>
                      <a:pt x="433" y="186"/>
                      <a:pt x="442" y="239"/>
                      <a:pt x="442" y="283"/>
                    </a:cubicBezTo>
                    <a:cubicBezTo>
                      <a:pt x="442" y="292"/>
                      <a:pt x="442" y="301"/>
                      <a:pt x="442" y="310"/>
                    </a:cubicBezTo>
                    <a:cubicBezTo>
                      <a:pt x="442" y="319"/>
                      <a:pt x="451" y="336"/>
                      <a:pt x="469" y="336"/>
                    </a:cubicBezTo>
                    <a:lnTo>
                      <a:pt x="469" y="336"/>
                    </a:lnTo>
                    <a:cubicBezTo>
                      <a:pt x="478" y="336"/>
                      <a:pt x="496" y="327"/>
                      <a:pt x="496" y="310"/>
                    </a:cubicBezTo>
                    <a:cubicBezTo>
                      <a:pt x="496" y="301"/>
                      <a:pt x="496" y="292"/>
                      <a:pt x="496" y="283"/>
                    </a:cubicBezTo>
                    <a:cubicBezTo>
                      <a:pt x="496" y="213"/>
                      <a:pt x="469" y="151"/>
                      <a:pt x="425" y="98"/>
                    </a:cubicBezTo>
                    <a:close/>
                  </a:path>
                </a:pathLst>
              </a:custGeom>
              <a:solidFill>
                <a:schemeClr val="bg1"/>
              </a:solidFill>
              <a:ln>
                <a:noFill/>
              </a:ln>
              <a:effectLst/>
            </p:spPr>
            <p:txBody>
              <a:bodyPr wrap="none" anchor="ctr"/>
              <a:lstStyle/>
              <a:p>
                <a:endParaRPr lang="en-US" dirty="0">
                  <a:latin typeface="Calibri Light" panose="020F0302020204030204"/>
                </a:endParaRPr>
              </a:p>
            </p:txBody>
          </p:sp>
        </p:grpSp>
        <p:grpSp>
          <p:nvGrpSpPr>
            <p:cNvPr id="84" name="Group 83"/>
            <p:cNvGrpSpPr/>
            <p:nvPr/>
          </p:nvGrpSpPr>
          <p:grpSpPr>
            <a:xfrm>
              <a:off x="9134" y="4221"/>
              <a:ext cx="2973" cy="1549"/>
              <a:chOff x="3913901" y="5865040"/>
              <a:chExt cx="3322518" cy="1730427"/>
            </a:xfrm>
          </p:grpSpPr>
          <p:cxnSp>
            <p:nvCxnSpPr>
              <p:cNvPr id="93" name="直接连接符 84"/>
              <p:cNvCxnSpPr/>
              <p:nvPr/>
            </p:nvCxnSpPr>
            <p:spPr>
              <a:xfrm flipV="1">
                <a:off x="5664989" y="6731856"/>
                <a:ext cx="1571430" cy="1"/>
              </a:xfrm>
              <a:prstGeom prst="line">
                <a:avLst/>
              </a:prstGeom>
              <a:noFill/>
              <a:ln w="38100">
                <a:solidFill>
                  <a:schemeClr val="tx1"/>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01" name="弧形 85"/>
              <p:cNvSpPr/>
              <p:nvPr/>
            </p:nvSpPr>
            <p:spPr>
              <a:xfrm rot="16200000">
                <a:off x="3913901" y="5865040"/>
                <a:ext cx="1730427" cy="1730428"/>
              </a:xfrm>
              <a:prstGeom prst="arc">
                <a:avLst>
                  <a:gd name="adj1" fmla="val 2657162"/>
                  <a:gd name="adj2" fmla="val 81760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40">
                  <a:latin typeface="Calibri Light" panose="020F0302020204030204"/>
                </a:endParaRPr>
              </a:p>
            </p:txBody>
          </p:sp>
        </p:grpSp>
        <p:grpSp>
          <p:nvGrpSpPr>
            <p:cNvPr id="102" name="Group 101"/>
            <p:cNvGrpSpPr/>
            <p:nvPr/>
          </p:nvGrpSpPr>
          <p:grpSpPr>
            <a:xfrm>
              <a:off x="12382" y="4221"/>
              <a:ext cx="2973" cy="1549"/>
              <a:chOff x="3913901" y="5865040"/>
              <a:chExt cx="3322518" cy="1730427"/>
            </a:xfrm>
          </p:grpSpPr>
          <p:cxnSp>
            <p:nvCxnSpPr>
              <p:cNvPr id="103" name="直接连接符 84"/>
              <p:cNvCxnSpPr/>
              <p:nvPr/>
            </p:nvCxnSpPr>
            <p:spPr>
              <a:xfrm flipV="1">
                <a:off x="5664989" y="6731856"/>
                <a:ext cx="1571430" cy="1"/>
              </a:xfrm>
              <a:prstGeom prst="line">
                <a:avLst/>
              </a:prstGeom>
              <a:noFill/>
              <a:ln w="38100">
                <a:solidFill>
                  <a:schemeClr val="tx1"/>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04" name="弧形 85"/>
              <p:cNvSpPr/>
              <p:nvPr/>
            </p:nvSpPr>
            <p:spPr>
              <a:xfrm rot="16200000">
                <a:off x="3913901" y="5865040"/>
                <a:ext cx="1730427" cy="1730428"/>
              </a:xfrm>
              <a:prstGeom prst="arc">
                <a:avLst>
                  <a:gd name="adj1" fmla="val 2657162"/>
                  <a:gd name="adj2" fmla="val 81760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40">
                  <a:latin typeface="Calibri Light" panose="020F0302020204030204"/>
                </a:endParaRPr>
              </a:p>
            </p:txBody>
          </p:sp>
        </p:grpSp>
        <p:grpSp>
          <p:nvGrpSpPr>
            <p:cNvPr id="105" name="Group 104"/>
            <p:cNvGrpSpPr/>
            <p:nvPr/>
          </p:nvGrpSpPr>
          <p:grpSpPr>
            <a:xfrm>
              <a:off x="2628" y="4221"/>
              <a:ext cx="2973" cy="1549"/>
              <a:chOff x="3913901" y="5865040"/>
              <a:chExt cx="3322518" cy="1730427"/>
            </a:xfrm>
          </p:grpSpPr>
          <p:cxnSp>
            <p:nvCxnSpPr>
              <p:cNvPr id="106" name="直接连接符 84"/>
              <p:cNvCxnSpPr/>
              <p:nvPr/>
            </p:nvCxnSpPr>
            <p:spPr>
              <a:xfrm flipV="1">
                <a:off x="5664989" y="6731856"/>
                <a:ext cx="1571430" cy="1"/>
              </a:xfrm>
              <a:prstGeom prst="line">
                <a:avLst/>
              </a:prstGeom>
              <a:noFill/>
              <a:ln w="38100">
                <a:solidFill>
                  <a:schemeClr val="tx1"/>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07" name="弧形 85"/>
              <p:cNvSpPr/>
              <p:nvPr/>
            </p:nvSpPr>
            <p:spPr>
              <a:xfrm rot="16200000">
                <a:off x="3913901" y="5865040"/>
                <a:ext cx="1730427" cy="1730428"/>
              </a:xfrm>
              <a:prstGeom prst="arc">
                <a:avLst>
                  <a:gd name="adj1" fmla="val 2657162"/>
                  <a:gd name="adj2" fmla="val 81760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40">
                  <a:latin typeface="Calibri Light" panose="020F0302020204030204"/>
                </a:endParaRPr>
              </a:p>
            </p:txBody>
          </p:sp>
        </p:grpSp>
        <p:grpSp>
          <p:nvGrpSpPr>
            <p:cNvPr id="108" name="Group 107"/>
            <p:cNvGrpSpPr/>
            <p:nvPr/>
          </p:nvGrpSpPr>
          <p:grpSpPr>
            <a:xfrm>
              <a:off x="15411" y="4154"/>
              <a:ext cx="1660" cy="1661"/>
              <a:chOff x="9907711" y="7463571"/>
              <a:chExt cx="1999231" cy="1999752"/>
            </a:xfrm>
          </p:grpSpPr>
          <p:grpSp>
            <p:nvGrpSpPr>
              <p:cNvPr id="109" name="Group 108"/>
              <p:cNvGrpSpPr/>
              <p:nvPr/>
            </p:nvGrpSpPr>
            <p:grpSpPr>
              <a:xfrm rot="21316916">
                <a:off x="9907711" y="7463571"/>
                <a:ext cx="1999231" cy="1999752"/>
                <a:chOff x="5013110" y="5059616"/>
                <a:chExt cx="3378533" cy="3379413"/>
              </a:xfrm>
            </p:grpSpPr>
            <p:sp>
              <p:nvSpPr>
                <p:cNvPr id="111" name="Oval 110"/>
                <p:cNvSpPr/>
                <p:nvPr/>
              </p:nvSpPr>
              <p:spPr>
                <a:xfrm>
                  <a:off x="5013110" y="5059616"/>
                  <a:ext cx="3378533" cy="3379413"/>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sp>
              <p:nvSpPr>
                <p:cNvPr id="112" name="Oval 111"/>
                <p:cNvSpPr/>
                <p:nvPr/>
              </p:nvSpPr>
              <p:spPr>
                <a:xfrm>
                  <a:off x="5286108" y="5332684"/>
                  <a:ext cx="2832536" cy="283327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15703" tIns="57852" rIns="115703" bIns="57852" rtlCol="0" anchor="ctr"/>
                <a:lstStyle/>
                <a:p>
                  <a:pPr algn="ctr"/>
                  <a:endParaRPr lang="bg-BG">
                    <a:latin typeface="Calibri Light" panose="020F0302020204030204"/>
                  </a:endParaRPr>
                </a:p>
              </p:txBody>
            </p:sp>
          </p:grpSp>
          <p:sp>
            <p:nvSpPr>
              <p:cNvPr id="110" name="Freeform 104"/>
              <p:cNvSpPr>
                <a:spLocks noChangeArrowheads="1"/>
              </p:cNvSpPr>
              <p:nvPr/>
            </p:nvSpPr>
            <p:spPr bwMode="auto">
              <a:xfrm>
                <a:off x="10528124" y="8136492"/>
                <a:ext cx="804676" cy="541196"/>
              </a:xfrm>
              <a:custGeom>
                <a:avLst/>
                <a:gdLst>
                  <a:gd name="T0" fmla="*/ 203 w 497"/>
                  <a:gd name="T1" fmla="*/ 257 h 337"/>
                  <a:gd name="T2" fmla="*/ 203 w 497"/>
                  <a:gd name="T3" fmla="*/ 257 h 337"/>
                  <a:gd name="T4" fmla="*/ 221 w 497"/>
                  <a:gd name="T5" fmla="*/ 327 h 337"/>
                  <a:gd name="T6" fmla="*/ 283 w 497"/>
                  <a:gd name="T7" fmla="*/ 310 h 337"/>
                  <a:gd name="T8" fmla="*/ 398 w 497"/>
                  <a:gd name="T9" fmla="*/ 9 h 337"/>
                  <a:gd name="T10" fmla="*/ 203 w 497"/>
                  <a:gd name="T11" fmla="*/ 257 h 337"/>
                  <a:gd name="T12" fmla="*/ 248 w 497"/>
                  <a:gd name="T13" fmla="*/ 71 h 337"/>
                  <a:gd name="T14" fmla="*/ 248 w 497"/>
                  <a:gd name="T15" fmla="*/ 71 h 337"/>
                  <a:gd name="T16" fmla="*/ 274 w 497"/>
                  <a:gd name="T17" fmla="*/ 71 h 337"/>
                  <a:gd name="T18" fmla="*/ 310 w 497"/>
                  <a:gd name="T19" fmla="*/ 26 h 337"/>
                  <a:gd name="T20" fmla="*/ 248 w 497"/>
                  <a:gd name="T21" fmla="*/ 17 h 337"/>
                  <a:gd name="T22" fmla="*/ 0 w 497"/>
                  <a:gd name="T23" fmla="*/ 283 h 337"/>
                  <a:gd name="T24" fmla="*/ 0 w 497"/>
                  <a:gd name="T25" fmla="*/ 310 h 337"/>
                  <a:gd name="T26" fmla="*/ 26 w 497"/>
                  <a:gd name="T27" fmla="*/ 336 h 337"/>
                  <a:gd name="T28" fmla="*/ 53 w 497"/>
                  <a:gd name="T29" fmla="*/ 310 h 337"/>
                  <a:gd name="T30" fmla="*/ 53 w 497"/>
                  <a:gd name="T31" fmla="*/ 283 h 337"/>
                  <a:gd name="T32" fmla="*/ 248 w 497"/>
                  <a:gd name="T33" fmla="*/ 71 h 337"/>
                  <a:gd name="T34" fmla="*/ 425 w 497"/>
                  <a:gd name="T35" fmla="*/ 98 h 337"/>
                  <a:gd name="T36" fmla="*/ 425 w 497"/>
                  <a:gd name="T37" fmla="*/ 98 h 337"/>
                  <a:gd name="T38" fmla="*/ 407 w 497"/>
                  <a:gd name="T39" fmla="*/ 151 h 337"/>
                  <a:gd name="T40" fmla="*/ 442 w 497"/>
                  <a:gd name="T41" fmla="*/ 283 h 337"/>
                  <a:gd name="T42" fmla="*/ 442 w 497"/>
                  <a:gd name="T43" fmla="*/ 310 h 337"/>
                  <a:gd name="T44" fmla="*/ 469 w 497"/>
                  <a:gd name="T45" fmla="*/ 336 h 337"/>
                  <a:gd name="T46" fmla="*/ 469 w 497"/>
                  <a:gd name="T47" fmla="*/ 336 h 337"/>
                  <a:gd name="T48" fmla="*/ 496 w 497"/>
                  <a:gd name="T49" fmla="*/ 310 h 337"/>
                  <a:gd name="T50" fmla="*/ 496 w 497"/>
                  <a:gd name="T51" fmla="*/ 283 h 337"/>
                  <a:gd name="T52" fmla="*/ 425 w 497"/>
                  <a:gd name="T53" fmla="*/ 9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7" h="337">
                    <a:moveTo>
                      <a:pt x="203" y="257"/>
                    </a:moveTo>
                    <a:lnTo>
                      <a:pt x="203" y="257"/>
                    </a:lnTo>
                    <a:cubicBezTo>
                      <a:pt x="186" y="283"/>
                      <a:pt x="194" y="310"/>
                      <a:pt x="221" y="327"/>
                    </a:cubicBezTo>
                    <a:cubicBezTo>
                      <a:pt x="239" y="336"/>
                      <a:pt x="266" y="336"/>
                      <a:pt x="283" y="310"/>
                    </a:cubicBezTo>
                    <a:cubicBezTo>
                      <a:pt x="301" y="274"/>
                      <a:pt x="407" y="9"/>
                      <a:pt x="398" y="9"/>
                    </a:cubicBezTo>
                    <a:cubicBezTo>
                      <a:pt x="389" y="0"/>
                      <a:pt x="221" y="230"/>
                      <a:pt x="203" y="257"/>
                    </a:cubicBezTo>
                    <a:close/>
                    <a:moveTo>
                      <a:pt x="248" y="71"/>
                    </a:moveTo>
                    <a:lnTo>
                      <a:pt x="248" y="71"/>
                    </a:lnTo>
                    <a:cubicBezTo>
                      <a:pt x="257" y="71"/>
                      <a:pt x="266" y="71"/>
                      <a:pt x="274" y="71"/>
                    </a:cubicBezTo>
                    <a:cubicBezTo>
                      <a:pt x="292" y="53"/>
                      <a:pt x="301" y="44"/>
                      <a:pt x="310" y="26"/>
                    </a:cubicBezTo>
                    <a:cubicBezTo>
                      <a:pt x="292" y="17"/>
                      <a:pt x="274" y="17"/>
                      <a:pt x="248" y="17"/>
                    </a:cubicBezTo>
                    <a:cubicBezTo>
                      <a:pt x="106" y="17"/>
                      <a:pt x="0" y="133"/>
                      <a:pt x="0" y="283"/>
                    </a:cubicBezTo>
                    <a:cubicBezTo>
                      <a:pt x="0" y="292"/>
                      <a:pt x="0" y="301"/>
                      <a:pt x="0" y="310"/>
                    </a:cubicBezTo>
                    <a:cubicBezTo>
                      <a:pt x="0" y="327"/>
                      <a:pt x="17" y="336"/>
                      <a:pt x="26" y="336"/>
                    </a:cubicBezTo>
                    <a:cubicBezTo>
                      <a:pt x="44" y="336"/>
                      <a:pt x="53" y="319"/>
                      <a:pt x="53" y="310"/>
                    </a:cubicBezTo>
                    <a:cubicBezTo>
                      <a:pt x="53" y="301"/>
                      <a:pt x="53" y="292"/>
                      <a:pt x="53" y="283"/>
                    </a:cubicBezTo>
                    <a:cubicBezTo>
                      <a:pt x="53" y="160"/>
                      <a:pt x="132" y="71"/>
                      <a:pt x="248" y="71"/>
                    </a:cubicBezTo>
                    <a:close/>
                    <a:moveTo>
                      <a:pt x="425" y="98"/>
                    </a:moveTo>
                    <a:lnTo>
                      <a:pt x="425" y="98"/>
                    </a:lnTo>
                    <a:cubicBezTo>
                      <a:pt x="416" y="115"/>
                      <a:pt x="416" y="133"/>
                      <a:pt x="407" y="151"/>
                    </a:cubicBezTo>
                    <a:cubicBezTo>
                      <a:pt x="433" y="186"/>
                      <a:pt x="442" y="239"/>
                      <a:pt x="442" y="283"/>
                    </a:cubicBezTo>
                    <a:cubicBezTo>
                      <a:pt x="442" y="292"/>
                      <a:pt x="442" y="301"/>
                      <a:pt x="442" y="310"/>
                    </a:cubicBezTo>
                    <a:cubicBezTo>
                      <a:pt x="442" y="319"/>
                      <a:pt x="451" y="336"/>
                      <a:pt x="469" y="336"/>
                    </a:cubicBezTo>
                    <a:lnTo>
                      <a:pt x="469" y="336"/>
                    </a:lnTo>
                    <a:cubicBezTo>
                      <a:pt x="478" y="336"/>
                      <a:pt x="496" y="327"/>
                      <a:pt x="496" y="310"/>
                    </a:cubicBezTo>
                    <a:cubicBezTo>
                      <a:pt x="496" y="301"/>
                      <a:pt x="496" y="292"/>
                      <a:pt x="496" y="283"/>
                    </a:cubicBezTo>
                    <a:cubicBezTo>
                      <a:pt x="496" y="213"/>
                      <a:pt x="469" y="151"/>
                      <a:pt x="425" y="98"/>
                    </a:cubicBezTo>
                    <a:close/>
                  </a:path>
                </a:pathLst>
              </a:custGeom>
              <a:solidFill>
                <a:schemeClr val="bg1"/>
              </a:solidFill>
              <a:ln>
                <a:noFill/>
              </a:ln>
              <a:effectLst/>
            </p:spPr>
            <p:txBody>
              <a:bodyPr wrap="none" anchor="ctr"/>
              <a:lstStyle/>
              <a:p>
                <a:endParaRPr lang="en-US" dirty="0">
                  <a:latin typeface="Calibri Light" panose="020F0302020204030204"/>
                </a:endParaRPr>
              </a:p>
            </p:txBody>
          </p:sp>
        </p:grpSp>
      </p:grpSp>
      <p:grpSp>
        <p:nvGrpSpPr>
          <p:cNvPr id="42" name="组合 41"/>
          <p:cNvGrpSpPr/>
          <p:nvPr/>
        </p:nvGrpSpPr>
        <p:grpSpPr>
          <a:xfrm>
            <a:off x="1271905" y="4192270"/>
            <a:ext cx="1665641" cy="1370549"/>
            <a:chOff x="1578" y="7359"/>
            <a:chExt cx="2842" cy="2339"/>
          </a:xfrm>
        </p:grpSpPr>
        <p:sp>
          <p:nvSpPr>
            <p:cNvPr id="43" name="矩形 42"/>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4" name="矩形 43"/>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1 </a:t>
              </a:r>
            </a:p>
          </p:txBody>
        </p:sp>
      </p:grpSp>
      <p:grpSp>
        <p:nvGrpSpPr>
          <p:cNvPr id="6" name="组合 5"/>
          <p:cNvGrpSpPr/>
          <p:nvPr/>
        </p:nvGrpSpPr>
        <p:grpSpPr>
          <a:xfrm>
            <a:off x="3247390" y="4192270"/>
            <a:ext cx="1665641" cy="1370549"/>
            <a:chOff x="1578" y="7359"/>
            <a:chExt cx="2842" cy="2339"/>
          </a:xfrm>
        </p:grpSpPr>
        <p:sp>
          <p:nvSpPr>
            <p:cNvPr id="7" name="矩形 6"/>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11" name="矩形 10"/>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2</a:t>
              </a:r>
            </a:p>
          </p:txBody>
        </p:sp>
      </p:grpSp>
      <p:grpSp>
        <p:nvGrpSpPr>
          <p:cNvPr id="12" name="组合 11"/>
          <p:cNvGrpSpPr/>
          <p:nvPr/>
        </p:nvGrpSpPr>
        <p:grpSpPr>
          <a:xfrm>
            <a:off x="5244465" y="4192270"/>
            <a:ext cx="1665641" cy="1370549"/>
            <a:chOff x="1578" y="7359"/>
            <a:chExt cx="2842" cy="2339"/>
          </a:xfrm>
        </p:grpSpPr>
        <p:sp>
          <p:nvSpPr>
            <p:cNvPr id="13" name="矩形 12"/>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14" name="矩形 13"/>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3</a:t>
              </a:r>
            </a:p>
          </p:txBody>
        </p:sp>
      </p:grpSp>
      <p:grpSp>
        <p:nvGrpSpPr>
          <p:cNvPr id="15" name="组合 14"/>
          <p:cNvGrpSpPr/>
          <p:nvPr/>
        </p:nvGrpSpPr>
        <p:grpSpPr>
          <a:xfrm>
            <a:off x="7327900" y="4192270"/>
            <a:ext cx="1665641" cy="1370549"/>
            <a:chOff x="1578" y="7359"/>
            <a:chExt cx="2842" cy="2339"/>
          </a:xfrm>
        </p:grpSpPr>
        <p:sp>
          <p:nvSpPr>
            <p:cNvPr id="17" name="矩形 16"/>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18" name="矩形 17"/>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4</a:t>
              </a:r>
            </a:p>
          </p:txBody>
        </p:sp>
      </p:grpSp>
      <p:grpSp>
        <p:nvGrpSpPr>
          <p:cNvPr id="19" name="组合 18"/>
          <p:cNvGrpSpPr/>
          <p:nvPr/>
        </p:nvGrpSpPr>
        <p:grpSpPr>
          <a:xfrm>
            <a:off x="9298940" y="4192270"/>
            <a:ext cx="1665641" cy="1370549"/>
            <a:chOff x="1578" y="7359"/>
            <a:chExt cx="2842" cy="2339"/>
          </a:xfrm>
        </p:grpSpPr>
        <p:sp>
          <p:nvSpPr>
            <p:cNvPr id="20" name="矩形 19"/>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21" name="矩形 20"/>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5</a:t>
              </a:r>
            </a:p>
          </p:txBody>
        </p:sp>
      </p:grpSp>
    </p:spTree>
    <p:extLst>
      <p:ext uri="{BB962C8B-B14F-4D97-AF65-F5344CB8AC3E}">
        <p14:creationId xmlns:p14="http://schemas.microsoft.com/office/powerpoint/2010/main" val="1287771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11" name="组合 10"/>
          <p:cNvGrpSpPr/>
          <p:nvPr/>
        </p:nvGrpSpPr>
        <p:grpSpPr>
          <a:xfrm>
            <a:off x="2277110" y="2148205"/>
            <a:ext cx="7472680" cy="2561590"/>
            <a:chOff x="5492" y="3382"/>
            <a:chExt cx="11768" cy="4034"/>
          </a:xfrm>
        </p:grpSpPr>
        <p:grpSp>
          <p:nvGrpSpPr>
            <p:cNvPr id="14" name="组合 13"/>
            <p:cNvGrpSpPr/>
            <p:nvPr/>
          </p:nvGrpSpPr>
          <p:grpSpPr>
            <a:xfrm>
              <a:off x="5492" y="3382"/>
              <a:ext cx="11768" cy="4035"/>
              <a:chOff x="4983" y="2805"/>
              <a:chExt cx="11768" cy="4035"/>
            </a:xfrm>
          </p:grpSpPr>
          <p:sp>
            <p:nvSpPr>
              <p:cNvPr id="57" name="Freeform 6"/>
              <p:cNvSpPr/>
              <p:nvPr/>
            </p:nvSpPr>
            <p:spPr bwMode="auto">
              <a:xfrm>
                <a:off x="4983"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58" name="Freeform 7"/>
              <p:cNvSpPr/>
              <p:nvPr/>
            </p:nvSpPr>
            <p:spPr bwMode="auto">
              <a:xfrm>
                <a:off x="4983" y="4575"/>
                <a:ext cx="418" cy="783"/>
              </a:xfrm>
              <a:custGeom>
                <a:avLst/>
                <a:gdLst>
                  <a:gd name="T0" fmla="*/ 11 w 68"/>
                  <a:gd name="T1" fmla="*/ 0 h 128"/>
                  <a:gd name="T2" fmla="*/ 57 w 68"/>
                  <a:gd name="T3" fmla="*/ 0 h 128"/>
                  <a:gd name="T4" fmla="*/ 68 w 68"/>
                  <a:gd name="T5" fmla="*/ 11 h 128"/>
                  <a:gd name="T6" fmla="*/ 68 w 68"/>
                  <a:gd name="T7" fmla="*/ 128 h 128"/>
                  <a:gd name="T8" fmla="*/ 0 w 68"/>
                  <a:gd name="T9" fmla="*/ 128 h 128"/>
                  <a:gd name="T10" fmla="*/ 0 w 68"/>
                  <a:gd name="T11" fmla="*/ 11 h 128"/>
                  <a:gd name="T12" fmla="*/ 11 w 68"/>
                  <a:gd name="T13" fmla="*/ 0 h 128"/>
                </a:gdLst>
                <a:ahLst/>
                <a:cxnLst>
                  <a:cxn ang="0">
                    <a:pos x="T0" y="T1"/>
                  </a:cxn>
                  <a:cxn ang="0">
                    <a:pos x="T2" y="T3"/>
                  </a:cxn>
                  <a:cxn ang="0">
                    <a:pos x="T4" y="T5"/>
                  </a:cxn>
                  <a:cxn ang="0">
                    <a:pos x="T6" y="T7"/>
                  </a:cxn>
                  <a:cxn ang="0">
                    <a:pos x="T8" y="T9"/>
                  </a:cxn>
                  <a:cxn ang="0">
                    <a:pos x="T10" y="T11"/>
                  </a:cxn>
                  <a:cxn ang="0">
                    <a:pos x="T12" y="T13"/>
                  </a:cxn>
                </a:cxnLst>
                <a:rect l="0" t="0" r="r" b="b"/>
                <a:pathLst>
                  <a:path w="68" h="128">
                    <a:moveTo>
                      <a:pt x="11" y="0"/>
                    </a:moveTo>
                    <a:cubicBezTo>
                      <a:pt x="57" y="0"/>
                      <a:pt x="57" y="0"/>
                      <a:pt x="57" y="0"/>
                    </a:cubicBezTo>
                    <a:cubicBezTo>
                      <a:pt x="63" y="0"/>
                      <a:pt x="68" y="5"/>
                      <a:pt x="68" y="11"/>
                    </a:cubicBezTo>
                    <a:cubicBezTo>
                      <a:pt x="68" y="128"/>
                      <a:pt x="68" y="128"/>
                      <a:pt x="68" y="128"/>
                    </a:cubicBezTo>
                    <a:cubicBezTo>
                      <a:pt x="0" y="128"/>
                      <a:pt x="0" y="128"/>
                      <a:pt x="0" y="12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59" name="Freeform 8"/>
              <p:cNvSpPr/>
              <p:nvPr/>
            </p:nvSpPr>
            <p:spPr bwMode="auto">
              <a:xfrm>
                <a:off x="5516"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60" name="Freeform 9"/>
              <p:cNvSpPr/>
              <p:nvPr/>
            </p:nvSpPr>
            <p:spPr bwMode="auto">
              <a:xfrm>
                <a:off x="6049"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61" name="Freeform 10"/>
              <p:cNvSpPr/>
              <p:nvPr/>
            </p:nvSpPr>
            <p:spPr bwMode="auto">
              <a:xfrm>
                <a:off x="6584" y="2805"/>
                <a:ext cx="420" cy="2553"/>
              </a:xfrm>
              <a:custGeom>
                <a:avLst/>
                <a:gdLst>
                  <a:gd name="T0" fmla="*/ 12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2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2"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2"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62" name="Freeform 11"/>
              <p:cNvSpPr/>
              <p:nvPr/>
            </p:nvSpPr>
            <p:spPr bwMode="auto">
              <a:xfrm>
                <a:off x="5516" y="4042"/>
                <a:ext cx="418" cy="1317"/>
              </a:xfrm>
              <a:custGeom>
                <a:avLst/>
                <a:gdLst>
                  <a:gd name="T0" fmla="*/ 11 w 68"/>
                  <a:gd name="T1" fmla="*/ 0 h 215"/>
                  <a:gd name="T2" fmla="*/ 57 w 68"/>
                  <a:gd name="T3" fmla="*/ 0 h 215"/>
                  <a:gd name="T4" fmla="*/ 68 w 68"/>
                  <a:gd name="T5" fmla="*/ 11 h 215"/>
                  <a:gd name="T6" fmla="*/ 68 w 68"/>
                  <a:gd name="T7" fmla="*/ 215 h 215"/>
                  <a:gd name="T8" fmla="*/ 0 w 68"/>
                  <a:gd name="T9" fmla="*/ 215 h 215"/>
                  <a:gd name="T10" fmla="*/ 0 w 68"/>
                  <a:gd name="T11" fmla="*/ 11 h 215"/>
                  <a:gd name="T12" fmla="*/ 11 w 68"/>
                  <a:gd name="T13" fmla="*/ 0 h 215"/>
                </a:gdLst>
                <a:ahLst/>
                <a:cxnLst>
                  <a:cxn ang="0">
                    <a:pos x="T0" y="T1"/>
                  </a:cxn>
                  <a:cxn ang="0">
                    <a:pos x="T2" y="T3"/>
                  </a:cxn>
                  <a:cxn ang="0">
                    <a:pos x="T4" y="T5"/>
                  </a:cxn>
                  <a:cxn ang="0">
                    <a:pos x="T6" y="T7"/>
                  </a:cxn>
                  <a:cxn ang="0">
                    <a:pos x="T8" y="T9"/>
                  </a:cxn>
                  <a:cxn ang="0">
                    <a:pos x="T10" y="T11"/>
                  </a:cxn>
                  <a:cxn ang="0">
                    <a:pos x="T12" y="T13"/>
                  </a:cxn>
                </a:cxnLst>
                <a:rect l="0" t="0" r="r" b="b"/>
                <a:pathLst>
                  <a:path w="68" h="215">
                    <a:moveTo>
                      <a:pt x="11" y="0"/>
                    </a:moveTo>
                    <a:cubicBezTo>
                      <a:pt x="57" y="0"/>
                      <a:pt x="57" y="0"/>
                      <a:pt x="57" y="0"/>
                    </a:cubicBezTo>
                    <a:cubicBezTo>
                      <a:pt x="63" y="0"/>
                      <a:pt x="68" y="5"/>
                      <a:pt x="68" y="11"/>
                    </a:cubicBezTo>
                    <a:cubicBezTo>
                      <a:pt x="68" y="215"/>
                      <a:pt x="68" y="215"/>
                      <a:pt x="68" y="215"/>
                    </a:cubicBezTo>
                    <a:cubicBezTo>
                      <a:pt x="0" y="215"/>
                      <a:pt x="0" y="215"/>
                      <a:pt x="0" y="215"/>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63" name="Freeform 12"/>
              <p:cNvSpPr/>
              <p:nvPr/>
            </p:nvSpPr>
            <p:spPr bwMode="auto">
              <a:xfrm>
                <a:off x="6049" y="3490"/>
                <a:ext cx="420" cy="1868"/>
              </a:xfrm>
              <a:custGeom>
                <a:avLst/>
                <a:gdLst>
                  <a:gd name="T0" fmla="*/ 11 w 68"/>
                  <a:gd name="T1" fmla="*/ 0 h 305"/>
                  <a:gd name="T2" fmla="*/ 57 w 68"/>
                  <a:gd name="T3" fmla="*/ 0 h 305"/>
                  <a:gd name="T4" fmla="*/ 68 w 68"/>
                  <a:gd name="T5" fmla="*/ 11 h 305"/>
                  <a:gd name="T6" fmla="*/ 68 w 68"/>
                  <a:gd name="T7" fmla="*/ 238 h 305"/>
                  <a:gd name="T8" fmla="*/ 68 w 68"/>
                  <a:gd name="T9" fmla="*/ 305 h 305"/>
                  <a:gd name="T10" fmla="*/ 0 w 68"/>
                  <a:gd name="T11" fmla="*/ 305 h 305"/>
                  <a:gd name="T12" fmla="*/ 0 w 68"/>
                  <a:gd name="T13" fmla="*/ 238 h 305"/>
                  <a:gd name="T14" fmla="*/ 0 w 68"/>
                  <a:gd name="T15" fmla="*/ 11 h 305"/>
                  <a:gd name="T16" fmla="*/ 11 w 68"/>
                  <a:gd name="T17"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05">
                    <a:moveTo>
                      <a:pt x="11" y="0"/>
                    </a:moveTo>
                    <a:cubicBezTo>
                      <a:pt x="57" y="0"/>
                      <a:pt x="57" y="0"/>
                      <a:pt x="57" y="0"/>
                    </a:cubicBezTo>
                    <a:cubicBezTo>
                      <a:pt x="63" y="0"/>
                      <a:pt x="68" y="5"/>
                      <a:pt x="68" y="11"/>
                    </a:cubicBezTo>
                    <a:cubicBezTo>
                      <a:pt x="68" y="238"/>
                      <a:pt x="68" y="238"/>
                      <a:pt x="68" y="238"/>
                    </a:cubicBezTo>
                    <a:cubicBezTo>
                      <a:pt x="68" y="305"/>
                      <a:pt x="68" y="305"/>
                      <a:pt x="68" y="305"/>
                    </a:cubicBezTo>
                    <a:cubicBezTo>
                      <a:pt x="0" y="305"/>
                      <a:pt x="0" y="305"/>
                      <a:pt x="0" y="305"/>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64" name="Freeform 13"/>
              <p:cNvSpPr/>
              <p:nvPr/>
            </p:nvSpPr>
            <p:spPr bwMode="auto">
              <a:xfrm>
                <a:off x="6584" y="3129"/>
                <a:ext cx="420" cy="2229"/>
              </a:xfrm>
              <a:custGeom>
                <a:avLst/>
                <a:gdLst>
                  <a:gd name="T0" fmla="*/ 12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2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2"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2"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65" name="Freeform 14"/>
              <p:cNvSpPr/>
              <p:nvPr/>
            </p:nvSpPr>
            <p:spPr bwMode="auto">
              <a:xfrm>
                <a:off x="8232"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66" name="Freeform 15"/>
              <p:cNvSpPr/>
              <p:nvPr/>
            </p:nvSpPr>
            <p:spPr bwMode="auto">
              <a:xfrm>
                <a:off x="8764"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67" name="Freeform 16"/>
              <p:cNvSpPr/>
              <p:nvPr/>
            </p:nvSpPr>
            <p:spPr bwMode="auto">
              <a:xfrm>
                <a:off x="9299"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68" name="Freeform 17"/>
              <p:cNvSpPr/>
              <p:nvPr/>
            </p:nvSpPr>
            <p:spPr bwMode="auto">
              <a:xfrm>
                <a:off x="9834"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70" name="Freeform 19"/>
              <p:cNvSpPr/>
              <p:nvPr/>
            </p:nvSpPr>
            <p:spPr bwMode="auto">
              <a:xfrm>
                <a:off x="8764" y="4053"/>
                <a:ext cx="420" cy="1305"/>
              </a:xfrm>
              <a:custGeom>
                <a:avLst/>
                <a:gdLst>
                  <a:gd name="T0" fmla="*/ 11 w 68"/>
                  <a:gd name="T1" fmla="*/ 0 h 213"/>
                  <a:gd name="T2" fmla="*/ 57 w 68"/>
                  <a:gd name="T3" fmla="*/ 0 h 213"/>
                  <a:gd name="T4" fmla="*/ 68 w 68"/>
                  <a:gd name="T5" fmla="*/ 11 h 213"/>
                  <a:gd name="T6" fmla="*/ 68 w 68"/>
                  <a:gd name="T7" fmla="*/ 213 h 213"/>
                  <a:gd name="T8" fmla="*/ 0 w 68"/>
                  <a:gd name="T9" fmla="*/ 213 h 213"/>
                  <a:gd name="T10" fmla="*/ 0 w 68"/>
                  <a:gd name="T11" fmla="*/ 11 h 213"/>
                  <a:gd name="T12" fmla="*/ 11 w 68"/>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68" h="213">
                    <a:moveTo>
                      <a:pt x="11" y="0"/>
                    </a:moveTo>
                    <a:cubicBezTo>
                      <a:pt x="57" y="0"/>
                      <a:pt x="57" y="0"/>
                      <a:pt x="57" y="0"/>
                    </a:cubicBezTo>
                    <a:cubicBezTo>
                      <a:pt x="63" y="0"/>
                      <a:pt x="68" y="5"/>
                      <a:pt x="68" y="11"/>
                    </a:cubicBezTo>
                    <a:cubicBezTo>
                      <a:pt x="68" y="213"/>
                      <a:pt x="68" y="213"/>
                      <a:pt x="68" y="213"/>
                    </a:cubicBezTo>
                    <a:cubicBezTo>
                      <a:pt x="0" y="213"/>
                      <a:pt x="0" y="213"/>
                      <a:pt x="0" y="213"/>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71" name="Freeform 20"/>
              <p:cNvSpPr/>
              <p:nvPr/>
            </p:nvSpPr>
            <p:spPr bwMode="auto">
              <a:xfrm>
                <a:off x="9299" y="3129"/>
                <a:ext cx="420" cy="2229"/>
              </a:xfrm>
              <a:custGeom>
                <a:avLst/>
                <a:gdLst>
                  <a:gd name="T0" fmla="*/ 11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1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1"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72" name="Freeform 21"/>
              <p:cNvSpPr/>
              <p:nvPr/>
            </p:nvSpPr>
            <p:spPr bwMode="auto">
              <a:xfrm>
                <a:off x="9834" y="4379"/>
                <a:ext cx="420" cy="980"/>
              </a:xfrm>
              <a:custGeom>
                <a:avLst/>
                <a:gdLst>
                  <a:gd name="T0" fmla="*/ 11 w 68"/>
                  <a:gd name="T1" fmla="*/ 0 h 160"/>
                  <a:gd name="T2" fmla="*/ 57 w 68"/>
                  <a:gd name="T3" fmla="*/ 0 h 160"/>
                  <a:gd name="T4" fmla="*/ 68 w 68"/>
                  <a:gd name="T5" fmla="*/ 11 h 160"/>
                  <a:gd name="T6" fmla="*/ 68 w 68"/>
                  <a:gd name="T7" fmla="*/ 160 h 160"/>
                  <a:gd name="T8" fmla="*/ 0 w 68"/>
                  <a:gd name="T9" fmla="*/ 160 h 160"/>
                  <a:gd name="T10" fmla="*/ 0 w 68"/>
                  <a:gd name="T11" fmla="*/ 11 h 160"/>
                  <a:gd name="T12" fmla="*/ 11 w 68"/>
                  <a:gd name="T13" fmla="*/ 0 h 160"/>
                </a:gdLst>
                <a:ahLst/>
                <a:cxnLst>
                  <a:cxn ang="0">
                    <a:pos x="T0" y="T1"/>
                  </a:cxn>
                  <a:cxn ang="0">
                    <a:pos x="T2" y="T3"/>
                  </a:cxn>
                  <a:cxn ang="0">
                    <a:pos x="T4" y="T5"/>
                  </a:cxn>
                  <a:cxn ang="0">
                    <a:pos x="T6" y="T7"/>
                  </a:cxn>
                  <a:cxn ang="0">
                    <a:pos x="T8" y="T9"/>
                  </a:cxn>
                  <a:cxn ang="0">
                    <a:pos x="T10" y="T11"/>
                  </a:cxn>
                  <a:cxn ang="0">
                    <a:pos x="T12" y="T13"/>
                  </a:cxn>
                </a:cxnLst>
                <a:rect l="0" t="0" r="r" b="b"/>
                <a:pathLst>
                  <a:path w="68" h="160">
                    <a:moveTo>
                      <a:pt x="11" y="0"/>
                    </a:moveTo>
                    <a:cubicBezTo>
                      <a:pt x="57" y="0"/>
                      <a:pt x="57" y="0"/>
                      <a:pt x="57" y="0"/>
                    </a:cubicBezTo>
                    <a:cubicBezTo>
                      <a:pt x="63" y="0"/>
                      <a:pt x="68" y="5"/>
                      <a:pt x="68" y="11"/>
                    </a:cubicBezTo>
                    <a:cubicBezTo>
                      <a:pt x="68" y="160"/>
                      <a:pt x="68" y="160"/>
                      <a:pt x="68" y="160"/>
                    </a:cubicBezTo>
                    <a:cubicBezTo>
                      <a:pt x="0" y="160"/>
                      <a:pt x="0" y="160"/>
                      <a:pt x="0" y="160"/>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73" name="Freeform 22"/>
              <p:cNvSpPr/>
              <p:nvPr/>
            </p:nvSpPr>
            <p:spPr bwMode="auto">
              <a:xfrm>
                <a:off x="11480"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74" name="Freeform 23"/>
              <p:cNvSpPr/>
              <p:nvPr/>
            </p:nvSpPr>
            <p:spPr bwMode="auto">
              <a:xfrm>
                <a:off x="12016"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75" name="Freeform 24"/>
              <p:cNvSpPr/>
              <p:nvPr/>
            </p:nvSpPr>
            <p:spPr bwMode="auto">
              <a:xfrm>
                <a:off x="12549"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76" name="Freeform 25"/>
              <p:cNvSpPr/>
              <p:nvPr/>
            </p:nvSpPr>
            <p:spPr bwMode="auto">
              <a:xfrm>
                <a:off x="13083"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77" name="Freeform 26"/>
              <p:cNvSpPr/>
              <p:nvPr/>
            </p:nvSpPr>
            <p:spPr bwMode="auto">
              <a:xfrm>
                <a:off x="13083" y="3118"/>
                <a:ext cx="420" cy="2240"/>
              </a:xfrm>
              <a:custGeom>
                <a:avLst/>
                <a:gdLst>
                  <a:gd name="T0" fmla="*/ 11 w 68"/>
                  <a:gd name="T1" fmla="*/ 0 h 366"/>
                  <a:gd name="T2" fmla="*/ 57 w 68"/>
                  <a:gd name="T3" fmla="*/ 0 h 366"/>
                  <a:gd name="T4" fmla="*/ 68 w 68"/>
                  <a:gd name="T5" fmla="*/ 11 h 366"/>
                  <a:gd name="T6" fmla="*/ 68 w 68"/>
                  <a:gd name="T7" fmla="*/ 238 h 366"/>
                  <a:gd name="T8" fmla="*/ 68 w 68"/>
                  <a:gd name="T9" fmla="*/ 366 h 366"/>
                  <a:gd name="T10" fmla="*/ 0 w 68"/>
                  <a:gd name="T11" fmla="*/ 366 h 366"/>
                  <a:gd name="T12" fmla="*/ 0 w 68"/>
                  <a:gd name="T13" fmla="*/ 238 h 366"/>
                  <a:gd name="T14" fmla="*/ 0 w 68"/>
                  <a:gd name="T15" fmla="*/ 11 h 366"/>
                  <a:gd name="T16" fmla="*/ 11 w 68"/>
                  <a:gd name="T17"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6">
                    <a:moveTo>
                      <a:pt x="11" y="0"/>
                    </a:moveTo>
                    <a:cubicBezTo>
                      <a:pt x="57" y="0"/>
                      <a:pt x="57" y="0"/>
                      <a:pt x="57" y="0"/>
                    </a:cubicBezTo>
                    <a:cubicBezTo>
                      <a:pt x="63" y="0"/>
                      <a:pt x="68" y="5"/>
                      <a:pt x="68" y="11"/>
                    </a:cubicBezTo>
                    <a:cubicBezTo>
                      <a:pt x="68" y="238"/>
                      <a:pt x="68" y="238"/>
                      <a:pt x="68" y="238"/>
                    </a:cubicBezTo>
                    <a:cubicBezTo>
                      <a:pt x="68" y="366"/>
                      <a:pt x="68" y="366"/>
                      <a:pt x="68" y="366"/>
                    </a:cubicBezTo>
                    <a:cubicBezTo>
                      <a:pt x="0" y="366"/>
                      <a:pt x="0" y="366"/>
                      <a:pt x="0" y="366"/>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78" name="Freeform 27"/>
              <p:cNvSpPr/>
              <p:nvPr/>
            </p:nvSpPr>
            <p:spPr bwMode="auto">
              <a:xfrm>
                <a:off x="12549" y="3533"/>
                <a:ext cx="418" cy="1825"/>
              </a:xfrm>
              <a:custGeom>
                <a:avLst/>
                <a:gdLst>
                  <a:gd name="T0" fmla="*/ 11 w 68"/>
                  <a:gd name="T1" fmla="*/ 0 h 298"/>
                  <a:gd name="T2" fmla="*/ 57 w 68"/>
                  <a:gd name="T3" fmla="*/ 0 h 298"/>
                  <a:gd name="T4" fmla="*/ 68 w 68"/>
                  <a:gd name="T5" fmla="*/ 11 h 298"/>
                  <a:gd name="T6" fmla="*/ 68 w 68"/>
                  <a:gd name="T7" fmla="*/ 238 h 298"/>
                  <a:gd name="T8" fmla="*/ 68 w 68"/>
                  <a:gd name="T9" fmla="*/ 298 h 298"/>
                  <a:gd name="T10" fmla="*/ 0 w 68"/>
                  <a:gd name="T11" fmla="*/ 298 h 298"/>
                  <a:gd name="T12" fmla="*/ 0 w 68"/>
                  <a:gd name="T13" fmla="*/ 238 h 298"/>
                  <a:gd name="T14" fmla="*/ 0 w 68"/>
                  <a:gd name="T15" fmla="*/ 11 h 298"/>
                  <a:gd name="T16" fmla="*/ 11 w 68"/>
                  <a:gd name="T17"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8">
                    <a:moveTo>
                      <a:pt x="11" y="0"/>
                    </a:moveTo>
                    <a:cubicBezTo>
                      <a:pt x="57" y="0"/>
                      <a:pt x="57" y="0"/>
                      <a:pt x="57" y="0"/>
                    </a:cubicBezTo>
                    <a:cubicBezTo>
                      <a:pt x="63" y="0"/>
                      <a:pt x="68" y="5"/>
                      <a:pt x="68" y="11"/>
                    </a:cubicBezTo>
                    <a:cubicBezTo>
                      <a:pt x="68" y="238"/>
                      <a:pt x="68" y="238"/>
                      <a:pt x="68" y="238"/>
                    </a:cubicBezTo>
                    <a:cubicBezTo>
                      <a:pt x="68" y="298"/>
                      <a:pt x="68" y="298"/>
                      <a:pt x="68" y="298"/>
                    </a:cubicBezTo>
                    <a:cubicBezTo>
                      <a:pt x="0" y="298"/>
                      <a:pt x="0" y="298"/>
                      <a:pt x="0" y="298"/>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79" name="Freeform 28"/>
              <p:cNvSpPr/>
              <p:nvPr/>
            </p:nvSpPr>
            <p:spPr bwMode="auto">
              <a:xfrm>
                <a:off x="12016" y="4053"/>
                <a:ext cx="418" cy="1305"/>
              </a:xfrm>
              <a:custGeom>
                <a:avLst/>
                <a:gdLst>
                  <a:gd name="T0" fmla="*/ 11 w 68"/>
                  <a:gd name="T1" fmla="*/ 0 h 213"/>
                  <a:gd name="T2" fmla="*/ 57 w 68"/>
                  <a:gd name="T3" fmla="*/ 0 h 213"/>
                  <a:gd name="T4" fmla="*/ 68 w 68"/>
                  <a:gd name="T5" fmla="*/ 11 h 213"/>
                  <a:gd name="T6" fmla="*/ 68 w 68"/>
                  <a:gd name="T7" fmla="*/ 213 h 213"/>
                  <a:gd name="T8" fmla="*/ 0 w 68"/>
                  <a:gd name="T9" fmla="*/ 213 h 213"/>
                  <a:gd name="T10" fmla="*/ 0 w 68"/>
                  <a:gd name="T11" fmla="*/ 11 h 213"/>
                  <a:gd name="T12" fmla="*/ 11 w 68"/>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68" h="213">
                    <a:moveTo>
                      <a:pt x="11" y="0"/>
                    </a:moveTo>
                    <a:cubicBezTo>
                      <a:pt x="57" y="0"/>
                      <a:pt x="57" y="0"/>
                      <a:pt x="57" y="0"/>
                    </a:cubicBezTo>
                    <a:cubicBezTo>
                      <a:pt x="63" y="0"/>
                      <a:pt x="68" y="5"/>
                      <a:pt x="68" y="11"/>
                    </a:cubicBezTo>
                    <a:cubicBezTo>
                      <a:pt x="68" y="213"/>
                      <a:pt x="68" y="213"/>
                      <a:pt x="68" y="213"/>
                    </a:cubicBezTo>
                    <a:cubicBezTo>
                      <a:pt x="0" y="213"/>
                      <a:pt x="0" y="213"/>
                      <a:pt x="0" y="213"/>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80" name="Freeform 29"/>
              <p:cNvSpPr/>
              <p:nvPr/>
            </p:nvSpPr>
            <p:spPr bwMode="auto">
              <a:xfrm>
                <a:off x="11480" y="4593"/>
                <a:ext cx="420" cy="765"/>
              </a:xfrm>
              <a:custGeom>
                <a:avLst/>
                <a:gdLst>
                  <a:gd name="T0" fmla="*/ 11 w 68"/>
                  <a:gd name="T1" fmla="*/ 0 h 125"/>
                  <a:gd name="T2" fmla="*/ 57 w 68"/>
                  <a:gd name="T3" fmla="*/ 0 h 125"/>
                  <a:gd name="T4" fmla="*/ 68 w 68"/>
                  <a:gd name="T5" fmla="*/ 11 h 125"/>
                  <a:gd name="T6" fmla="*/ 68 w 68"/>
                  <a:gd name="T7" fmla="*/ 125 h 125"/>
                  <a:gd name="T8" fmla="*/ 0 w 68"/>
                  <a:gd name="T9" fmla="*/ 125 h 125"/>
                  <a:gd name="T10" fmla="*/ 0 w 68"/>
                  <a:gd name="T11" fmla="*/ 11 h 125"/>
                  <a:gd name="T12" fmla="*/ 11 w 68"/>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68" h="125">
                    <a:moveTo>
                      <a:pt x="11" y="0"/>
                    </a:moveTo>
                    <a:cubicBezTo>
                      <a:pt x="57" y="0"/>
                      <a:pt x="57" y="0"/>
                      <a:pt x="57" y="0"/>
                    </a:cubicBezTo>
                    <a:cubicBezTo>
                      <a:pt x="63" y="0"/>
                      <a:pt x="68" y="5"/>
                      <a:pt x="68" y="11"/>
                    </a:cubicBezTo>
                    <a:cubicBezTo>
                      <a:pt x="68" y="125"/>
                      <a:pt x="68" y="125"/>
                      <a:pt x="68" y="125"/>
                    </a:cubicBezTo>
                    <a:cubicBezTo>
                      <a:pt x="0" y="125"/>
                      <a:pt x="0" y="125"/>
                      <a:pt x="0" y="125"/>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81" name="Freeform 30"/>
              <p:cNvSpPr/>
              <p:nvPr/>
            </p:nvSpPr>
            <p:spPr bwMode="auto">
              <a:xfrm>
                <a:off x="14730" y="2805"/>
                <a:ext cx="420" cy="2553"/>
              </a:xfrm>
              <a:custGeom>
                <a:avLst/>
                <a:gdLst>
                  <a:gd name="T0" fmla="*/ 11 w 68"/>
                  <a:gd name="T1" fmla="*/ 0 h 417"/>
                  <a:gd name="T2" fmla="*/ 56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6" y="0"/>
                      <a:pt x="56" y="0"/>
                      <a:pt x="56"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82" name="Freeform 31"/>
              <p:cNvSpPr/>
              <p:nvPr/>
            </p:nvSpPr>
            <p:spPr bwMode="auto">
              <a:xfrm>
                <a:off x="15265" y="2805"/>
                <a:ext cx="420"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83" name="Freeform 32"/>
              <p:cNvSpPr/>
              <p:nvPr/>
            </p:nvSpPr>
            <p:spPr bwMode="auto">
              <a:xfrm>
                <a:off x="15800"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84" name="Freeform 33"/>
              <p:cNvSpPr/>
              <p:nvPr/>
            </p:nvSpPr>
            <p:spPr bwMode="auto">
              <a:xfrm>
                <a:off x="16333" y="2805"/>
                <a:ext cx="418" cy="2553"/>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noFill/>
              <a:ln>
                <a:solidFill>
                  <a:schemeClr val="tx1"/>
                </a:solidFill>
              </a:ln>
              <a:extLst>
                <a:ext uri="{909E8E84-426E-40DD-AFC4-6F175D3DCCD1}">
                  <a14:hiddenFill xmlns:a14="http://schemas.microsoft.com/office/drawing/2010/main">
                    <a:solidFill>
                      <a:srgbClr val="669B69"/>
                    </a:solidFill>
                  </a14:hiddenFill>
                </a:ext>
              </a:extLst>
            </p:spPr>
            <p:txBody>
              <a:bodyPr vert="horz" wrap="square" lIns="81887" tIns="40943" rIns="81887" bIns="40943" numCol="1" anchor="t" anchorCtr="0" compatLnSpc="1"/>
              <a:lstStyle/>
              <a:p>
                <a:endParaRPr lang="zh-CN" altLang="en-US"/>
              </a:p>
            </p:txBody>
          </p:sp>
          <p:sp>
            <p:nvSpPr>
              <p:cNvPr id="85" name="Freeform 34"/>
              <p:cNvSpPr/>
              <p:nvPr/>
            </p:nvSpPr>
            <p:spPr bwMode="auto">
              <a:xfrm>
                <a:off x="16333" y="3142"/>
                <a:ext cx="418" cy="2216"/>
              </a:xfrm>
              <a:custGeom>
                <a:avLst/>
                <a:gdLst>
                  <a:gd name="T0" fmla="*/ 11 w 68"/>
                  <a:gd name="T1" fmla="*/ 0 h 362"/>
                  <a:gd name="T2" fmla="*/ 57 w 68"/>
                  <a:gd name="T3" fmla="*/ 0 h 362"/>
                  <a:gd name="T4" fmla="*/ 68 w 68"/>
                  <a:gd name="T5" fmla="*/ 11 h 362"/>
                  <a:gd name="T6" fmla="*/ 68 w 68"/>
                  <a:gd name="T7" fmla="*/ 238 h 362"/>
                  <a:gd name="T8" fmla="*/ 68 w 68"/>
                  <a:gd name="T9" fmla="*/ 362 h 362"/>
                  <a:gd name="T10" fmla="*/ 0 w 68"/>
                  <a:gd name="T11" fmla="*/ 362 h 362"/>
                  <a:gd name="T12" fmla="*/ 0 w 68"/>
                  <a:gd name="T13" fmla="*/ 238 h 362"/>
                  <a:gd name="T14" fmla="*/ 0 w 68"/>
                  <a:gd name="T15" fmla="*/ 11 h 362"/>
                  <a:gd name="T16" fmla="*/ 11 w 68"/>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2">
                    <a:moveTo>
                      <a:pt x="11" y="0"/>
                    </a:moveTo>
                    <a:cubicBezTo>
                      <a:pt x="57" y="0"/>
                      <a:pt x="57" y="0"/>
                      <a:pt x="57" y="0"/>
                    </a:cubicBezTo>
                    <a:cubicBezTo>
                      <a:pt x="63" y="0"/>
                      <a:pt x="68" y="5"/>
                      <a:pt x="68" y="11"/>
                    </a:cubicBezTo>
                    <a:cubicBezTo>
                      <a:pt x="68" y="238"/>
                      <a:pt x="68" y="238"/>
                      <a:pt x="68" y="238"/>
                    </a:cubicBezTo>
                    <a:cubicBezTo>
                      <a:pt x="68" y="362"/>
                      <a:pt x="68" y="362"/>
                      <a:pt x="68" y="362"/>
                    </a:cubicBezTo>
                    <a:cubicBezTo>
                      <a:pt x="0" y="362"/>
                      <a:pt x="0" y="362"/>
                      <a:pt x="0" y="362"/>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86" name="Freeform 35"/>
              <p:cNvSpPr/>
              <p:nvPr/>
            </p:nvSpPr>
            <p:spPr bwMode="auto">
              <a:xfrm>
                <a:off x="15800" y="3337"/>
                <a:ext cx="418" cy="2022"/>
              </a:xfrm>
              <a:custGeom>
                <a:avLst/>
                <a:gdLst>
                  <a:gd name="T0" fmla="*/ 11 w 68"/>
                  <a:gd name="T1" fmla="*/ 0 h 330"/>
                  <a:gd name="T2" fmla="*/ 57 w 68"/>
                  <a:gd name="T3" fmla="*/ 0 h 330"/>
                  <a:gd name="T4" fmla="*/ 68 w 68"/>
                  <a:gd name="T5" fmla="*/ 11 h 330"/>
                  <a:gd name="T6" fmla="*/ 68 w 68"/>
                  <a:gd name="T7" fmla="*/ 238 h 330"/>
                  <a:gd name="T8" fmla="*/ 68 w 68"/>
                  <a:gd name="T9" fmla="*/ 330 h 330"/>
                  <a:gd name="T10" fmla="*/ 0 w 68"/>
                  <a:gd name="T11" fmla="*/ 330 h 330"/>
                  <a:gd name="T12" fmla="*/ 0 w 68"/>
                  <a:gd name="T13" fmla="*/ 238 h 330"/>
                  <a:gd name="T14" fmla="*/ 0 w 68"/>
                  <a:gd name="T15" fmla="*/ 11 h 330"/>
                  <a:gd name="T16" fmla="*/ 11 w 68"/>
                  <a:gd name="T17"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30">
                    <a:moveTo>
                      <a:pt x="11" y="0"/>
                    </a:moveTo>
                    <a:cubicBezTo>
                      <a:pt x="57" y="0"/>
                      <a:pt x="57" y="0"/>
                      <a:pt x="57" y="0"/>
                    </a:cubicBezTo>
                    <a:cubicBezTo>
                      <a:pt x="63" y="0"/>
                      <a:pt x="68" y="5"/>
                      <a:pt x="68" y="11"/>
                    </a:cubicBezTo>
                    <a:cubicBezTo>
                      <a:pt x="68" y="238"/>
                      <a:pt x="68" y="238"/>
                      <a:pt x="68" y="238"/>
                    </a:cubicBezTo>
                    <a:cubicBezTo>
                      <a:pt x="68" y="330"/>
                      <a:pt x="68" y="330"/>
                      <a:pt x="68" y="330"/>
                    </a:cubicBezTo>
                    <a:cubicBezTo>
                      <a:pt x="0" y="330"/>
                      <a:pt x="0" y="330"/>
                      <a:pt x="0" y="330"/>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87" name="Freeform 36"/>
              <p:cNvSpPr/>
              <p:nvPr/>
            </p:nvSpPr>
            <p:spPr bwMode="auto">
              <a:xfrm>
                <a:off x="15265" y="4814"/>
                <a:ext cx="420" cy="544"/>
              </a:xfrm>
              <a:custGeom>
                <a:avLst/>
                <a:gdLst>
                  <a:gd name="T0" fmla="*/ 11 w 68"/>
                  <a:gd name="T1" fmla="*/ 0 h 89"/>
                  <a:gd name="T2" fmla="*/ 57 w 68"/>
                  <a:gd name="T3" fmla="*/ 0 h 89"/>
                  <a:gd name="T4" fmla="*/ 68 w 68"/>
                  <a:gd name="T5" fmla="*/ 11 h 89"/>
                  <a:gd name="T6" fmla="*/ 68 w 68"/>
                  <a:gd name="T7" fmla="*/ 89 h 89"/>
                  <a:gd name="T8" fmla="*/ 0 w 68"/>
                  <a:gd name="T9" fmla="*/ 89 h 89"/>
                  <a:gd name="T10" fmla="*/ 0 w 68"/>
                  <a:gd name="T11" fmla="*/ 11 h 89"/>
                  <a:gd name="T12" fmla="*/ 11 w 68"/>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68" h="89">
                    <a:moveTo>
                      <a:pt x="11" y="0"/>
                    </a:moveTo>
                    <a:cubicBezTo>
                      <a:pt x="57" y="0"/>
                      <a:pt x="57" y="0"/>
                      <a:pt x="57" y="0"/>
                    </a:cubicBezTo>
                    <a:cubicBezTo>
                      <a:pt x="63" y="0"/>
                      <a:pt x="68" y="5"/>
                      <a:pt x="68" y="11"/>
                    </a:cubicBezTo>
                    <a:cubicBezTo>
                      <a:pt x="68" y="89"/>
                      <a:pt x="68" y="89"/>
                      <a:pt x="68" y="89"/>
                    </a:cubicBezTo>
                    <a:cubicBezTo>
                      <a:pt x="0" y="89"/>
                      <a:pt x="0" y="89"/>
                      <a:pt x="0" y="89"/>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88" name="Freeform 37"/>
              <p:cNvSpPr/>
              <p:nvPr/>
            </p:nvSpPr>
            <p:spPr bwMode="auto">
              <a:xfrm>
                <a:off x="14730" y="3803"/>
                <a:ext cx="420" cy="1555"/>
              </a:xfrm>
              <a:custGeom>
                <a:avLst/>
                <a:gdLst>
                  <a:gd name="T0" fmla="*/ 11 w 68"/>
                  <a:gd name="T1" fmla="*/ 0 h 254"/>
                  <a:gd name="T2" fmla="*/ 56 w 68"/>
                  <a:gd name="T3" fmla="*/ 0 h 254"/>
                  <a:gd name="T4" fmla="*/ 68 w 68"/>
                  <a:gd name="T5" fmla="*/ 11 h 254"/>
                  <a:gd name="T6" fmla="*/ 68 w 68"/>
                  <a:gd name="T7" fmla="*/ 238 h 254"/>
                  <a:gd name="T8" fmla="*/ 68 w 68"/>
                  <a:gd name="T9" fmla="*/ 254 h 254"/>
                  <a:gd name="T10" fmla="*/ 0 w 68"/>
                  <a:gd name="T11" fmla="*/ 254 h 254"/>
                  <a:gd name="T12" fmla="*/ 0 w 68"/>
                  <a:gd name="T13" fmla="*/ 238 h 254"/>
                  <a:gd name="T14" fmla="*/ 0 w 68"/>
                  <a:gd name="T15" fmla="*/ 11 h 254"/>
                  <a:gd name="T16" fmla="*/ 11 w 68"/>
                  <a:gd name="T17"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54">
                    <a:moveTo>
                      <a:pt x="11" y="0"/>
                    </a:moveTo>
                    <a:cubicBezTo>
                      <a:pt x="56" y="0"/>
                      <a:pt x="56" y="0"/>
                      <a:pt x="56" y="0"/>
                    </a:cubicBezTo>
                    <a:cubicBezTo>
                      <a:pt x="63" y="0"/>
                      <a:pt x="68" y="5"/>
                      <a:pt x="68" y="11"/>
                    </a:cubicBezTo>
                    <a:cubicBezTo>
                      <a:pt x="68" y="238"/>
                      <a:pt x="68" y="238"/>
                      <a:pt x="68" y="238"/>
                    </a:cubicBezTo>
                    <a:cubicBezTo>
                      <a:pt x="68" y="254"/>
                      <a:pt x="68" y="254"/>
                      <a:pt x="68" y="254"/>
                    </a:cubicBezTo>
                    <a:cubicBezTo>
                      <a:pt x="0" y="254"/>
                      <a:pt x="0" y="254"/>
                      <a:pt x="0" y="254"/>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89" name="Oval 38"/>
              <p:cNvSpPr>
                <a:spLocks noChangeArrowheads="1"/>
              </p:cNvSpPr>
              <p:nvPr/>
            </p:nvSpPr>
            <p:spPr bwMode="auto">
              <a:xfrm>
                <a:off x="5450" y="5784"/>
                <a:ext cx="1060" cy="1057"/>
              </a:xfrm>
              <a:prstGeom prst="ellipse">
                <a:avLst/>
              </a:prstGeom>
              <a:noFill/>
              <a:ln w="3175" cap="flat">
                <a:solidFill>
                  <a:schemeClr val="tx1"/>
                </a:solidFill>
                <a:prstDash val="solid"/>
                <a:miter lim="800000"/>
              </a:ln>
              <a:extLst>
                <a:ext uri="{909E8E84-426E-40DD-AFC4-6F175D3DCCD1}">
                  <a14:hiddenFill xmlns:a14="http://schemas.microsoft.com/office/drawing/2010/main">
                    <a:solidFill>
                      <a:srgbClr val="88CBAF"/>
                    </a:solidFill>
                  </a14:hiddenFill>
                </a:ext>
              </a:extLst>
            </p:spPr>
            <p:txBody>
              <a:bodyPr vert="horz" wrap="square" lIns="81887" tIns="40943" rIns="81887" bIns="40943" numCol="1" anchor="t" anchorCtr="0" compatLnSpc="1"/>
              <a:lstStyle/>
              <a:p>
                <a:endParaRPr lang="zh-CN" altLang="en-US"/>
              </a:p>
            </p:txBody>
          </p:sp>
          <p:sp>
            <p:nvSpPr>
              <p:cNvPr id="90" name="Freeform 39"/>
              <p:cNvSpPr>
                <a:spLocks noEditPoints="1"/>
              </p:cNvSpPr>
              <p:nvPr/>
            </p:nvSpPr>
            <p:spPr bwMode="auto">
              <a:xfrm>
                <a:off x="5702" y="6029"/>
                <a:ext cx="562" cy="566"/>
              </a:xfrm>
              <a:custGeom>
                <a:avLst/>
                <a:gdLst>
                  <a:gd name="T0" fmla="*/ 43 w 57"/>
                  <a:gd name="T1" fmla="*/ 9 h 58"/>
                  <a:gd name="T2" fmla="*/ 4 w 57"/>
                  <a:gd name="T3" fmla="*/ 22 h 58"/>
                  <a:gd name="T4" fmla="*/ 5 w 57"/>
                  <a:gd name="T5" fmla="*/ 25 h 58"/>
                  <a:gd name="T6" fmla="*/ 6 w 57"/>
                  <a:gd name="T7" fmla="*/ 30 h 58"/>
                  <a:gd name="T8" fmla="*/ 7 w 57"/>
                  <a:gd name="T9" fmla="*/ 35 h 58"/>
                  <a:gd name="T10" fmla="*/ 10 w 57"/>
                  <a:gd name="T11" fmla="*/ 39 h 58"/>
                  <a:gd name="T12" fmla="*/ 12 w 57"/>
                  <a:gd name="T13" fmla="*/ 41 h 58"/>
                  <a:gd name="T14" fmla="*/ 13 w 57"/>
                  <a:gd name="T15" fmla="*/ 49 h 58"/>
                  <a:gd name="T16" fmla="*/ 16 w 57"/>
                  <a:gd name="T17" fmla="*/ 52 h 58"/>
                  <a:gd name="T18" fmla="*/ 17 w 57"/>
                  <a:gd name="T19" fmla="*/ 51 h 58"/>
                  <a:gd name="T20" fmla="*/ 18 w 57"/>
                  <a:gd name="T21" fmla="*/ 47 h 58"/>
                  <a:gd name="T22" fmla="*/ 20 w 57"/>
                  <a:gd name="T23" fmla="*/ 41 h 58"/>
                  <a:gd name="T24" fmla="*/ 24 w 57"/>
                  <a:gd name="T25" fmla="*/ 36 h 58"/>
                  <a:gd name="T26" fmla="*/ 26 w 57"/>
                  <a:gd name="T27" fmla="*/ 33 h 58"/>
                  <a:gd name="T28" fmla="*/ 22 w 57"/>
                  <a:gd name="T29" fmla="*/ 30 h 58"/>
                  <a:gd name="T30" fmla="*/ 19 w 57"/>
                  <a:gd name="T31" fmla="*/ 29 h 58"/>
                  <a:gd name="T32" fmla="*/ 16 w 57"/>
                  <a:gd name="T33" fmla="*/ 26 h 58"/>
                  <a:gd name="T34" fmla="*/ 12 w 57"/>
                  <a:gd name="T35" fmla="*/ 24 h 58"/>
                  <a:gd name="T36" fmla="*/ 8 w 57"/>
                  <a:gd name="T37" fmla="*/ 24 h 58"/>
                  <a:gd name="T38" fmla="*/ 6 w 57"/>
                  <a:gd name="T39" fmla="*/ 22 h 58"/>
                  <a:gd name="T40" fmla="*/ 6 w 57"/>
                  <a:gd name="T41" fmla="*/ 18 h 58"/>
                  <a:gd name="T42" fmla="*/ 4 w 57"/>
                  <a:gd name="T43" fmla="*/ 19 h 58"/>
                  <a:gd name="T44" fmla="*/ 6 w 57"/>
                  <a:gd name="T45" fmla="*/ 15 h 58"/>
                  <a:gd name="T46" fmla="*/ 9 w 57"/>
                  <a:gd name="T47" fmla="*/ 15 h 58"/>
                  <a:gd name="T48" fmla="*/ 11 w 57"/>
                  <a:gd name="T49" fmla="*/ 13 h 58"/>
                  <a:gd name="T50" fmla="*/ 15 w 57"/>
                  <a:gd name="T51" fmla="*/ 9 h 58"/>
                  <a:gd name="T52" fmla="*/ 16 w 57"/>
                  <a:gd name="T53" fmla="*/ 8 h 58"/>
                  <a:gd name="T54" fmla="*/ 21 w 57"/>
                  <a:gd name="T55" fmla="*/ 6 h 58"/>
                  <a:gd name="T56" fmla="*/ 17 w 57"/>
                  <a:gd name="T57" fmla="*/ 4 h 58"/>
                  <a:gd name="T58" fmla="*/ 16 w 57"/>
                  <a:gd name="T59" fmla="*/ 4 h 58"/>
                  <a:gd name="T60" fmla="*/ 24 w 57"/>
                  <a:gd name="T61" fmla="*/ 1 h 58"/>
                  <a:gd name="T62" fmla="*/ 27 w 57"/>
                  <a:gd name="T63" fmla="*/ 3 h 58"/>
                  <a:gd name="T64" fmla="*/ 41 w 57"/>
                  <a:gd name="T65" fmla="*/ 3 h 58"/>
                  <a:gd name="T66" fmla="*/ 39 w 57"/>
                  <a:gd name="T67" fmla="*/ 6 h 58"/>
                  <a:gd name="T68" fmla="*/ 42 w 57"/>
                  <a:gd name="T69" fmla="*/ 10 h 58"/>
                  <a:gd name="T70" fmla="*/ 44 w 57"/>
                  <a:gd name="T71" fmla="*/ 10 h 58"/>
                  <a:gd name="T72" fmla="*/ 46 w 57"/>
                  <a:gd name="T73" fmla="*/ 9 h 58"/>
                  <a:gd name="T74" fmla="*/ 48 w 57"/>
                  <a:gd name="T75" fmla="*/ 12 h 58"/>
                  <a:gd name="T76" fmla="*/ 50 w 57"/>
                  <a:gd name="T77" fmla="*/ 13 h 58"/>
                  <a:gd name="T78" fmla="*/ 47 w 57"/>
                  <a:gd name="T79" fmla="*/ 14 h 58"/>
                  <a:gd name="T80" fmla="*/ 44 w 57"/>
                  <a:gd name="T81" fmla="*/ 12 h 58"/>
                  <a:gd name="T82" fmla="*/ 40 w 57"/>
                  <a:gd name="T83" fmla="*/ 12 h 58"/>
                  <a:gd name="T84" fmla="*/ 36 w 57"/>
                  <a:gd name="T85" fmla="*/ 15 h 58"/>
                  <a:gd name="T86" fmla="*/ 34 w 57"/>
                  <a:gd name="T87" fmla="*/ 20 h 58"/>
                  <a:gd name="T88" fmla="*/ 36 w 57"/>
                  <a:gd name="T89" fmla="*/ 25 h 58"/>
                  <a:gd name="T90" fmla="*/ 40 w 57"/>
                  <a:gd name="T91" fmla="*/ 27 h 58"/>
                  <a:gd name="T92" fmla="*/ 45 w 57"/>
                  <a:gd name="T93" fmla="*/ 27 h 58"/>
                  <a:gd name="T94" fmla="*/ 47 w 57"/>
                  <a:gd name="T95" fmla="*/ 30 h 58"/>
                  <a:gd name="T96" fmla="*/ 47 w 57"/>
                  <a:gd name="T97" fmla="*/ 35 h 58"/>
                  <a:gd name="T98" fmla="*/ 47 w 57"/>
                  <a:gd name="T99" fmla="*/ 40 h 58"/>
                  <a:gd name="T100" fmla="*/ 50 w 57"/>
                  <a:gd name="T101" fmla="*/ 45 h 58"/>
                  <a:gd name="T102" fmla="*/ 53 w 57"/>
                  <a:gd name="T103" fmla="*/ 41 h 58"/>
                  <a:gd name="T104" fmla="*/ 56 w 57"/>
                  <a:gd name="T105" fmla="*/ 34 h 58"/>
                  <a:gd name="T106" fmla="*/ 56 w 57"/>
                  <a:gd name="T107" fmla="*/ 26 h 58"/>
                  <a:gd name="T108" fmla="*/ 54 w 57"/>
                  <a:gd name="T109" fmla="*/ 19 h 58"/>
                  <a:gd name="T110" fmla="*/ 52 w 57"/>
                  <a:gd name="T111" fmla="*/ 16 h 58"/>
                  <a:gd name="T112" fmla="*/ 55 w 57"/>
                  <a:gd name="T113" fmla="*/ 20 h 58"/>
                  <a:gd name="T114" fmla="*/ 39 w 57"/>
                  <a:gd name="T115" fmla="*/ 5 h 58"/>
                  <a:gd name="T116" fmla="*/ 37 w 57"/>
                  <a:gd name="T117" fmla="*/ 3 h 58"/>
                  <a:gd name="T118" fmla="*/ 38 w 57"/>
                  <a:gd name="T119" fmla="*/ 5 h 58"/>
                  <a:gd name="T120" fmla="*/ 36 w 57"/>
                  <a:gd name="T121" fmla="*/ 2 h 58"/>
                  <a:gd name="T122" fmla="*/ 54 w 57"/>
                  <a:gd name="T123" fmla="*/ 4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7" h="58">
                    <a:moveTo>
                      <a:pt x="3" y="17"/>
                    </a:moveTo>
                    <a:cubicBezTo>
                      <a:pt x="3" y="17"/>
                      <a:pt x="3" y="17"/>
                      <a:pt x="3" y="17"/>
                    </a:cubicBezTo>
                    <a:cubicBezTo>
                      <a:pt x="3" y="17"/>
                      <a:pt x="2" y="17"/>
                      <a:pt x="2" y="17"/>
                    </a:cubicBezTo>
                    <a:cubicBezTo>
                      <a:pt x="3" y="17"/>
                      <a:pt x="3" y="17"/>
                      <a:pt x="3" y="17"/>
                    </a:cubicBezTo>
                    <a:cubicBezTo>
                      <a:pt x="3" y="17"/>
                      <a:pt x="3" y="17"/>
                      <a:pt x="3" y="17"/>
                    </a:cubicBezTo>
                    <a:cubicBezTo>
                      <a:pt x="3" y="17"/>
                      <a:pt x="3" y="17"/>
                      <a:pt x="3" y="17"/>
                    </a:cubicBezTo>
                    <a:close/>
                    <a:moveTo>
                      <a:pt x="2" y="17"/>
                    </a:moveTo>
                    <a:cubicBezTo>
                      <a:pt x="2" y="17"/>
                      <a:pt x="2" y="17"/>
                      <a:pt x="2" y="17"/>
                    </a:cubicBezTo>
                    <a:cubicBezTo>
                      <a:pt x="2" y="17"/>
                      <a:pt x="2" y="17"/>
                      <a:pt x="2" y="17"/>
                    </a:cubicBezTo>
                    <a:cubicBezTo>
                      <a:pt x="2" y="17"/>
                      <a:pt x="2" y="17"/>
                      <a:pt x="2" y="17"/>
                    </a:cubicBezTo>
                    <a:cubicBezTo>
                      <a:pt x="2" y="17"/>
                      <a:pt x="2" y="17"/>
                      <a:pt x="2" y="17"/>
                    </a:cubicBezTo>
                    <a:cubicBezTo>
                      <a:pt x="2" y="17"/>
                      <a:pt x="2" y="17"/>
                      <a:pt x="2" y="17"/>
                    </a:cubicBezTo>
                    <a:close/>
                    <a:moveTo>
                      <a:pt x="43" y="9"/>
                    </a:move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2" y="9"/>
                      <a:pt x="42" y="9"/>
                      <a:pt x="42" y="9"/>
                    </a:cubicBezTo>
                    <a:cubicBezTo>
                      <a:pt x="42" y="8"/>
                      <a:pt x="42" y="8"/>
                      <a:pt x="42" y="8"/>
                    </a:cubicBezTo>
                    <a:cubicBezTo>
                      <a:pt x="42" y="8"/>
                      <a:pt x="42" y="8"/>
                      <a:pt x="42" y="8"/>
                    </a:cubicBezTo>
                    <a:cubicBezTo>
                      <a:pt x="42" y="8"/>
                      <a:pt x="42" y="8"/>
                      <a:pt x="42" y="8"/>
                    </a:cubicBezTo>
                    <a:cubicBezTo>
                      <a:pt x="42" y="8"/>
                      <a:pt x="42" y="8"/>
                      <a:pt x="42" y="8"/>
                    </a:cubicBezTo>
                    <a:cubicBezTo>
                      <a:pt x="42" y="8"/>
                      <a:pt x="42" y="8"/>
                      <a:pt x="42" y="8"/>
                    </a:cubicBezTo>
                    <a:cubicBezTo>
                      <a:pt x="42" y="9"/>
                      <a:pt x="42"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lose/>
                    <a:moveTo>
                      <a:pt x="55" y="19"/>
                    </a:moveTo>
                    <a:cubicBezTo>
                      <a:pt x="56" y="22"/>
                      <a:pt x="57" y="25"/>
                      <a:pt x="57" y="29"/>
                    </a:cubicBezTo>
                    <a:cubicBezTo>
                      <a:pt x="57" y="45"/>
                      <a:pt x="44" y="58"/>
                      <a:pt x="28" y="58"/>
                    </a:cubicBezTo>
                    <a:cubicBezTo>
                      <a:pt x="13" y="58"/>
                      <a:pt x="0" y="45"/>
                      <a:pt x="0" y="29"/>
                    </a:cubicBezTo>
                    <a:cubicBezTo>
                      <a:pt x="0" y="25"/>
                      <a:pt x="1" y="21"/>
                      <a:pt x="2" y="18"/>
                    </a:cubicBezTo>
                    <a:cubicBezTo>
                      <a:pt x="2" y="21"/>
                      <a:pt x="2" y="21"/>
                      <a:pt x="2" y="21"/>
                    </a:cubicBezTo>
                    <a:cubicBezTo>
                      <a:pt x="2" y="21"/>
                      <a:pt x="2" y="21"/>
                      <a:pt x="2" y="21"/>
                    </a:cubicBezTo>
                    <a:cubicBezTo>
                      <a:pt x="2" y="21"/>
                      <a:pt x="2" y="21"/>
                      <a:pt x="2" y="21"/>
                    </a:cubicBezTo>
                    <a:cubicBezTo>
                      <a:pt x="2" y="21"/>
                      <a:pt x="2" y="21"/>
                      <a:pt x="2" y="21"/>
                    </a:cubicBezTo>
                    <a:cubicBezTo>
                      <a:pt x="2" y="21"/>
                      <a:pt x="2" y="21"/>
                      <a:pt x="3" y="21"/>
                    </a:cubicBezTo>
                    <a:cubicBezTo>
                      <a:pt x="3" y="21"/>
                      <a:pt x="3" y="21"/>
                      <a:pt x="3" y="21"/>
                    </a:cubicBezTo>
                    <a:cubicBezTo>
                      <a:pt x="3" y="21"/>
                      <a:pt x="3" y="21"/>
                      <a:pt x="3" y="21"/>
                    </a:cubicBezTo>
                    <a:cubicBezTo>
                      <a:pt x="3" y="21"/>
                      <a:pt x="3" y="21"/>
                      <a:pt x="3" y="21"/>
                    </a:cubicBezTo>
                    <a:cubicBezTo>
                      <a:pt x="3" y="22"/>
                      <a:pt x="3" y="22"/>
                      <a:pt x="3" y="22"/>
                    </a:cubicBezTo>
                    <a:cubicBezTo>
                      <a:pt x="3" y="22"/>
                      <a:pt x="3" y="22"/>
                      <a:pt x="3" y="22"/>
                    </a:cubicBezTo>
                    <a:cubicBezTo>
                      <a:pt x="3" y="22"/>
                      <a:pt x="3" y="22"/>
                      <a:pt x="3" y="22"/>
                    </a:cubicBezTo>
                    <a:cubicBezTo>
                      <a:pt x="3" y="22"/>
                      <a:pt x="3" y="22"/>
                      <a:pt x="3" y="22"/>
                    </a:cubicBezTo>
                    <a:cubicBezTo>
                      <a:pt x="3"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3"/>
                      <a:pt x="4" y="23"/>
                      <a:pt x="4" y="23"/>
                    </a:cubicBezTo>
                    <a:cubicBezTo>
                      <a:pt x="4" y="23"/>
                      <a:pt x="4" y="23"/>
                      <a:pt x="4" y="23"/>
                    </a:cubicBezTo>
                    <a:cubicBezTo>
                      <a:pt x="4" y="23"/>
                      <a:pt x="4" y="23"/>
                      <a:pt x="4" y="23"/>
                    </a:cubicBezTo>
                    <a:cubicBezTo>
                      <a:pt x="4" y="23"/>
                      <a:pt x="4" y="23"/>
                      <a:pt x="4" y="23"/>
                    </a:cubicBezTo>
                    <a:cubicBezTo>
                      <a:pt x="4" y="23"/>
                      <a:pt x="4" y="23"/>
                      <a:pt x="4" y="23"/>
                    </a:cubicBezTo>
                    <a:cubicBezTo>
                      <a:pt x="5" y="23"/>
                      <a:pt x="5" y="23"/>
                      <a:pt x="5" y="23"/>
                    </a:cubicBezTo>
                    <a:cubicBezTo>
                      <a:pt x="5" y="23"/>
                      <a:pt x="5" y="23"/>
                      <a:pt x="5" y="23"/>
                    </a:cubicBezTo>
                    <a:cubicBezTo>
                      <a:pt x="5" y="23"/>
                      <a:pt x="5" y="23"/>
                      <a:pt x="5" y="23"/>
                    </a:cubicBezTo>
                    <a:cubicBezTo>
                      <a:pt x="5" y="23"/>
                      <a:pt x="5" y="23"/>
                      <a:pt x="5" y="23"/>
                    </a:cubicBezTo>
                    <a:cubicBezTo>
                      <a:pt x="5" y="23"/>
                      <a:pt x="5" y="23"/>
                      <a:pt x="5" y="23"/>
                    </a:cubicBezTo>
                    <a:cubicBezTo>
                      <a:pt x="5" y="23"/>
                      <a:pt x="5" y="24"/>
                      <a:pt x="5" y="24"/>
                    </a:cubicBezTo>
                    <a:cubicBezTo>
                      <a:pt x="5" y="24"/>
                      <a:pt x="5" y="24"/>
                      <a:pt x="5" y="24"/>
                    </a:cubicBezTo>
                    <a:cubicBezTo>
                      <a:pt x="5" y="24"/>
                      <a:pt x="5" y="24"/>
                      <a:pt x="5" y="24"/>
                    </a:cubicBezTo>
                    <a:cubicBezTo>
                      <a:pt x="5" y="24"/>
                      <a:pt x="5" y="24"/>
                      <a:pt x="5" y="24"/>
                    </a:cubicBezTo>
                    <a:cubicBezTo>
                      <a:pt x="5" y="24"/>
                      <a:pt x="5" y="24"/>
                      <a:pt x="5" y="24"/>
                    </a:cubicBezTo>
                    <a:cubicBezTo>
                      <a:pt x="5" y="24"/>
                      <a:pt x="5" y="24"/>
                      <a:pt x="5" y="24"/>
                    </a:cubicBezTo>
                    <a:cubicBezTo>
                      <a:pt x="5" y="24"/>
                      <a:pt x="5" y="24"/>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6" y="25"/>
                      <a:pt x="6" y="25"/>
                      <a:pt x="6" y="25"/>
                    </a:cubicBezTo>
                    <a:cubicBezTo>
                      <a:pt x="6" y="25"/>
                      <a:pt x="6" y="25"/>
                      <a:pt x="6" y="25"/>
                    </a:cubicBezTo>
                    <a:cubicBezTo>
                      <a:pt x="6" y="25"/>
                      <a:pt x="6" y="25"/>
                      <a:pt x="6" y="25"/>
                    </a:cubicBezTo>
                    <a:cubicBezTo>
                      <a:pt x="6" y="25"/>
                      <a:pt x="6" y="25"/>
                      <a:pt x="6" y="25"/>
                    </a:cubicBezTo>
                    <a:cubicBezTo>
                      <a:pt x="6" y="25"/>
                      <a:pt x="6" y="25"/>
                      <a:pt x="6" y="25"/>
                    </a:cubicBezTo>
                    <a:cubicBezTo>
                      <a:pt x="6" y="26"/>
                      <a:pt x="7" y="26"/>
                      <a:pt x="7" y="26"/>
                    </a:cubicBezTo>
                    <a:cubicBezTo>
                      <a:pt x="7" y="26"/>
                      <a:pt x="7" y="26"/>
                      <a:pt x="7" y="26"/>
                    </a:cubicBezTo>
                    <a:cubicBezTo>
                      <a:pt x="7" y="26"/>
                      <a:pt x="7" y="26"/>
                      <a:pt x="7" y="26"/>
                    </a:cubicBezTo>
                    <a:cubicBezTo>
                      <a:pt x="7" y="26"/>
                      <a:pt x="7" y="26"/>
                      <a:pt x="7" y="26"/>
                    </a:cubicBezTo>
                    <a:cubicBezTo>
                      <a:pt x="7" y="27"/>
                      <a:pt x="7" y="27"/>
                      <a:pt x="7" y="27"/>
                    </a:cubicBezTo>
                    <a:cubicBezTo>
                      <a:pt x="7" y="26"/>
                      <a:pt x="7" y="26"/>
                      <a:pt x="7" y="26"/>
                    </a:cubicBezTo>
                    <a:cubicBezTo>
                      <a:pt x="7" y="26"/>
                      <a:pt x="7" y="27"/>
                      <a:pt x="7" y="27"/>
                    </a:cubicBezTo>
                    <a:cubicBezTo>
                      <a:pt x="7" y="27"/>
                      <a:pt x="7" y="27"/>
                      <a:pt x="7" y="27"/>
                    </a:cubicBezTo>
                    <a:cubicBezTo>
                      <a:pt x="7" y="27"/>
                      <a:pt x="7" y="27"/>
                      <a:pt x="7" y="27"/>
                    </a:cubicBezTo>
                    <a:cubicBezTo>
                      <a:pt x="7" y="28"/>
                      <a:pt x="7" y="28"/>
                      <a:pt x="7" y="28"/>
                    </a:cubicBezTo>
                    <a:cubicBezTo>
                      <a:pt x="7" y="28"/>
                      <a:pt x="7" y="28"/>
                      <a:pt x="7" y="28"/>
                    </a:cubicBezTo>
                    <a:cubicBezTo>
                      <a:pt x="7" y="28"/>
                      <a:pt x="7" y="28"/>
                      <a:pt x="7" y="28"/>
                    </a:cubicBezTo>
                    <a:cubicBezTo>
                      <a:pt x="6" y="28"/>
                      <a:pt x="6" y="28"/>
                      <a:pt x="6" y="28"/>
                    </a:cubicBezTo>
                    <a:cubicBezTo>
                      <a:pt x="6" y="28"/>
                      <a:pt x="6" y="28"/>
                      <a:pt x="6" y="28"/>
                    </a:cubicBezTo>
                    <a:cubicBezTo>
                      <a:pt x="6" y="28"/>
                      <a:pt x="6" y="28"/>
                      <a:pt x="6" y="29"/>
                    </a:cubicBezTo>
                    <a:cubicBezTo>
                      <a:pt x="6" y="29"/>
                      <a:pt x="6" y="29"/>
                      <a:pt x="6" y="29"/>
                    </a:cubicBezTo>
                    <a:cubicBezTo>
                      <a:pt x="6" y="29"/>
                      <a:pt x="6" y="29"/>
                      <a:pt x="6" y="29"/>
                    </a:cubicBezTo>
                    <a:cubicBezTo>
                      <a:pt x="6" y="29"/>
                      <a:pt x="6" y="29"/>
                      <a:pt x="6" y="29"/>
                    </a:cubicBezTo>
                    <a:cubicBezTo>
                      <a:pt x="6" y="29"/>
                      <a:pt x="6" y="29"/>
                      <a:pt x="6" y="29"/>
                    </a:cubicBezTo>
                    <a:cubicBezTo>
                      <a:pt x="6" y="29"/>
                      <a:pt x="6" y="29"/>
                      <a:pt x="6" y="29"/>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1"/>
                    </a:cubicBezTo>
                    <a:cubicBezTo>
                      <a:pt x="6" y="31"/>
                      <a:pt x="6" y="31"/>
                      <a:pt x="6" y="31"/>
                    </a:cubicBezTo>
                    <a:cubicBezTo>
                      <a:pt x="6" y="31"/>
                      <a:pt x="6" y="31"/>
                      <a:pt x="6" y="31"/>
                    </a:cubicBezTo>
                    <a:cubicBezTo>
                      <a:pt x="6" y="31"/>
                      <a:pt x="6" y="31"/>
                      <a:pt x="6" y="31"/>
                    </a:cubicBezTo>
                    <a:cubicBezTo>
                      <a:pt x="6" y="31"/>
                      <a:pt x="6" y="31"/>
                      <a:pt x="6" y="31"/>
                    </a:cubicBezTo>
                    <a:cubicBezTo>
                      <a:pt x="6" y="32"/>
                      <a:pt x="6" y="32"/>
                      <a:pt x="6" y="32"/>
                    </a:cubicBezTo>
                    <a:cubicBezTo>
                      <a:pt x="6" y="32"/>
                      <a:pt x="6" y="32"/>
                      <a:pt x="6" y="32"/>
                    </a:cubicBezTo>
                    <a:cubicBezTo>
                      <a:pt x="6" y="32"/>
                      <a:pt x="6" y="32"/>
                      <a:pt x="6" y="32"/>
                    </a:cubicBezTo>
                    <a:cubicBezTo>
                      <a:pt x="6" y="32"/>
                      <a:pt x="6" y="32"/>
                      <a:pt x="6" y="32"/>
                    </a:cubicBezTo>
                    <a:cubicBezTo>
                      <a:pt x="6" y="32"/>
                      <a:pt x="6" y="33"/>
                      <a:pt x="6" y="33"/>
                    </a:cubicBezTo>
                    <a:cubicBezTo>
                      <a:pt x="7" y="33"/>
                      <a:pt x="7" y="33"/>
                      <a:pt x="7" y="33"/>
                    </a:cubicBezTo>
                    <a:cubicBezTo>
                      <a:pt x="7" y="33"/>
                      <a:pt x="7" y="33"/>
                      <a:pt x="7" y="33"/>
                    </a:cubicBezTo>
                    <a:cubicBezTo>
                      <a:pt x="7" y="33"/>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5"/>
                      <a:pt x="7" y="35"/>
                      <a:pt x="7" y="35"/>
                    </a:cubicBezTo>
                    <a:cubicBezTo>
                      <a:pt x="7" y="35"/>
                      <a:pt x="7" y="35"/>
                      <a:pt x="7" y="35"/>
                    </a:cubicBezTo>
                    <a:cubicBezTo>
                      <a:pt x="7" y="35"/>
                      <a:pt x="7" y="35"/>
                      <a:pt x="7" y="35"/>
                    </a:cubicBezTo>
                    <a:cubicBezTo>
                      <a:pt x="8" y="35"/>
                      <a:pt x="8" y="35"/>
                      <a:pt x="8" y="35"/>
                    </a:cubicBezTo>
                    <a:cubicBezTo>
                      <a:pt x="8" y="35"/>
                      <a:pt x="8" y="35"/>
                      <a:pt x="8" y="35"/>
                    </a:cubicBezTo>
                    <a:cubicBezTo>
                      <a:pt x="8" y="35"/>
                      <a:pt x="8" y="35"/>
                      <a:pt x="8" y="35"/>
                    </a:cubicBezTo>
                    <a:cubicBezTo>
                      <a:pt x="8" y="35"/>
                      <a:pt x="8" y="35"/>
                      <a:pt x="8" y="36"/>
                    </a:cubicBezTo>
                    <a:cubicBezTo>
                      <a:pt x="8" y="36"/>
                      <a:pt x="8" y="36"/>
                      <a:pt x="8" y="36"/>
                    </a:cubicBezTo>
                    <a:cubicBezTo>
                      <a:pt x="8" y="36"/>
                      <a:pt x="8" y="36"/>
                      <a:pt x="8" y="36"/>
                    </a:cubicBezTo>
                    <a:cubicBezTo>
                      <a:pt x="8" y="36"/>
                      <a:pt x="8" y="36"/>
                      <a:pt x="8" y="36"/>
                    </a:cubicBezTo>
                    <a:cubicBezTo>
                      <a:pt x="8" y="36"/>
                      <a:pt x="8" y="36"/>
                      <a:pt x="8" y="36"/>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9" y="37"/>
                      <a:pt x="9" y="38"/>
                      <a:pt x="9" y="38"/>
                    </a:cubicBezTo>
                    <a:cubicBezTo>
                      <a:pt x="8" y="38"/>
                      <a:pt x="8" y="38"/>
                      <a:pt x="8" y="38"/>
                    </a:cubicBezTo>
                    <a:cubicBezTo>
                      <a:pt x="9" y="38"/>
                      <a:pt x="9" y="38"/>
                      <a:pt x="9" y="38"/>
                    </a:cubicBezTo>
                    <a:cubicBezTo>
                      <a:pt x="9" y="38"/>
                      <a:pt x="10" y="38"/>
                      <a:pt x="10" y="38"/>
                    </a:cubicBezTo>
                    <a:cubicBezTo>
                      <a:pt x="10" y="38"/>
                      <a:pt x="10" y="38"/>
                      <a:pt x="10" y="38"/>
                    </a:cubicBezTo>
                    <a:cubicBezTo>
                      <a:pt x="10" y="38"/>
                      <a:pt x="10" y="38"/>
                      <a:pt x="10" y="38"/>
                    </a:cubicBezTo>
                    <a:cubicBezTo>
                      <a:pt x="10" y="38"/>
                      <a:pt x="10" y="38"/>
                      <a:pt x="10" y="38"/>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40"/>
                      <a:pt x="11" y="40"/>
                    </a:cubicBezTo>
                    <a:cubicBezTo>
                      <a:pt x="11" y="40"/>
                      <a:pt x="11" y="40"/>
                      <a:pt x="11" y="40"/>
                    </a:cubicBezTo>
                    <a:cubicBezTo>
                      <a:pt x="11" y="40"/>
                      <a:pt x="11" y="40"/>
                      <a:pt x="11" y="40"/>
                    </a:cubicBezTo>
                    <a:cubicBezTo>
                      <a:pt x="11" y="40"/>
                      <a:pt x="11" y="40"/>
                      <a:pt x="11" y="40"/>
                    </a:cubicBezTo>
                    <a:cubicBezTo>
                      <a:pt x="11" y="40"/>
                      <a:pt x="11" y="40"/>
                      <a:pt x="11" y="40"/>
                    </a:cubicBezTo>
                    <a:cubicBezTo>
                      <a:pt x="11" y="40"/>
                      <a:pt x="11" y="40"/>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2" y="41"/>
                      <a:pt x="12" y="41"/>
                      <a:pt x="12" y="41"/>
                    </a:cubicBezTo>
                    <a:cubicBezTo>
                      <a:pt x="12" y="41"/>
                      <a:pt x="12" y="42"/>
                      <a:pt x="12" y="42"/>
                    </a:cubicBezTo>
                    <a:cubicBezTo>
                      <a:pt x="12" y="42"/>
                      <a:pt x="12" y="42"/>
                      <a:pt x="12" y="42"/>
                    </a:cubicBezTo>
                    <a:cubicBezTo>
                      <a:pt x="12" y="42"/>
                      <a:pt x="12" y="42"/>
                      <a:pt x="12" y="42"/>
                    </a:cubicBezTo>
                    <a:cubicBezTo>
                      <a:pt x="12" y="44"/>
                      <a:pt x="12" y="44"/>
                      <a:pt x="12" y="44"/>
                    </a:cubicBezTo>
                    <a:cubicBezTo>
                      <a:pt x="12" y="44"/>
                      <a:pt x="12" y="44"/>
                      <a:pt x="12" y="44"/>
                    </a:cubicBezTo>
                    <a:cubicBezTo>
                      <a:pt x="12" y="44"/>
                      <a:pt x="12" y="44"/>
                      <a:pt x="12" y="44"/>
                    </a:cubicBezTo>
                    <a:cubicBezTo>
                      <a:pt x="12" y="44"/>
                      <a:pt x="12" y="44"/>
                      <a:pt x="12" y="44"/>
                    </a:cubicBezTo>
                    <a:cubicBezTo>
                      <a:pt x="12" y="44"/>
                      <a:pt x="12" y="45"/>
                      <a:pt x="12" y="45"/>
                    </a:cubicBezTo>
                    <a:cubicBezTo>
                      <a:pt x="12" y="45"/>
                      <a:pt x="12" y="45"/>
                      <a:pt x="12" y="45"/>
                    </a:cubicBezTo>
                    <a:cubicBezTo>
                      <a:pt x="12" y="45"/>
                      <a:pt x="12" y="45"/>
                      <a:pt x="12" y="45"/>
                    </a:cubicBezTo>
                    <a:cubicBezTo>
                      <a:pt x="12" y="45"/>
                      <a:pt x="12" y="45"/>
                      <a:pt x="12" y="45"/>
                    </a:cubicBezTo>
                    <a:cubicBezTo>
                      <a:pt x="12" y="45"/>
                      <a:pt x="12" y="45"/>
                      <a:pt x="12" y="45"/>
                    </a:cubicBezTo>
                    <a:cubicBezTo>
                      <a:pt x="12" y="45"/>
                      <a:pt x="12" y="45"/>
                      <a:pt x="12" y="45"/>
                    </a:cubicBezTo>
                    <a:cubicBezTo>
                      <a:pt x="12" y="45"/>
                      <a:pt x="12" y="46"/>
                      <a:pt x="12" y="46"/>
                    </a:cubicBezTo>
                    <a:cubicBezTo>
                      <a:pt x="12" y="46"/>
                      <a:pt x="12" y="46"/>
                      <a:pt x="12" y="46"/>
                    </a:cubicBezTo>
                    <a:cubicBezTo>
                      <a:pt x="12" y="46"/>
                      <a:pt x="12" y="46"/>
                      <a:pt x="12" y="46"/>
                    </a:cubicBezTo>
                    <a:cubicBezTo>
                      <a:pt x="12" y="46"/>
                      <a:pt x="12" y="46"/>
                      <a:pt x="12" y="46"/>
                    </a:cubicBezTo>
                    <a:cubicBezTo>
                      <a:pt x="12" y="46"/>
                      <a:pt x="12" y="46"/>
                      <a:pt x="12" y="46"/>
                    </a:cubicBezTo>
                    <a:cubicBezTo>
                      <a:pt x="12" y="46"/>
                      <a:pt x="12" y="46"/>
                      <a:pt x="12" y="46"/>
                    </a:cubicBezTo>
                    <a:cubicBezTo>
                      <a:pt x="12" y="46"/>
                      <a:pt x="12" y="46"/>
                      <a:pt x="12" y="47"/>
                    </a:cubicBezTo>
                    <a:cubicBezTo>
                      <a:pt x="12" y="47"/>
                      <a:pt x="12" y="47"/>
                      <a:pt x="12" y="47"/>
                    </a:cubicBezTo>
                    <a:cubicBezTo>
                      <a:pt x="12" y="47"/>
                      <a:pt x="12" y="47"/>
                      <a:pt x="12" y="47"/>
                    </a:cubicBezTo>
                    <a:cubicBezTo>
                      <a:pt x="12" y="47"/>
                      <a:pt x="12" y="47"/>
                      <a:pt x="12" y="47"/>
                    </a:cubicBezTo>
                    <a:cubicBezTo>
                      <a:pt x="12" y="47"/>
                      <a:pt x="12" y="47"/>
                      <a:pt x="12" y="47"/>
                    </a:cubicBezTo>
                    <a:cubicBezTo>
                      <a:pt x="12" y="48"/>
                      <a:pt x="12" y="48"/>
                      <a:pt x="13" y="48"/>
                    </a:cubicBezTo>
                    <a:cubicBezTo>
                      <a:pt x="13" y="48"/>
                      <a:pt x="13" y="48"/>
                      <a:pt x="13" y="48"/>
                    </a:cubicBezTo>
                    <a:cubicBezTo>
                      <a:pt x="13" y="48"/>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4" y="49"/>
                    </a:cubicBezTo>
                    <a:cubicBezTo>
                      <a:pt x="14" y="49"/>
                      <a:pt x="14" y="49"/>
                      <a:pt x="14" y="49"/>
                    </a:cubicBezTo>
                    <a:cubicBezTo>
                      <a:pt x="14" y="50"/>
                      <a:pt x="14" y="50"/>
                      <a:pt x="14" y="50"/>
                    </a:cubicBezTo>
                    <a:cubicBezTo>
                      <a:pt x="14" y="50"/>
                      <a:pt x="14" y="50"/>
                      <a:pt x="14" y="50"/>
                    </a:cubicBezTo>
                    <a:cubicBezTo>
                      <a:pt x="14" y="50"/>
                      <a:pt x="14" y="50"/>
                      <a:pt x="14" y="50"/>
                    </a:cubicBezTo>
                    <a:cubicBezTo>
                      <a:pt x="14" y="50"/>
                      <a:pt x="14" y="50"/>
                      <a:pt x="14" y="50"/>
                    </a:cubicBezTo>
                    <a:cubicBezTo>
                      <a:pt x="14" y="50"/>
                      <a:pt x="14" y="50"/>
                      <a:pt x="14" y="50"/>
                    </a:cubicBezTo>
                    <a:cubicBezTo>
                      <a:pt x="15" y="50"/>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2"/>
                      <a:pt x="15" y="52"/>
                      <a:pt x="15" y="52"/>
                    </a:cubicBezTo>
                    <a:cubicBezTo>
                      <a:pt x="15" y="52"/>
                      <a:pt x="15" y="52"/>
                      <a:pt x="15" y="52"/>
                    </a:cubicBezTo>
                    <a:cubicBezTo>
                      <a:pt x="15" y="52"/>
                      <a:pt x="15" y="52"/>
                      <a:pt x="15" y="52"/>
                    </a:cubicBezTo>
                    <a:cubicBezTo>
                      <a:pt x="15" y="52"/>
                      <a:pt x="15" y="52"/>
                      <a:pt x="15"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3"/>
                      <a:pt x="16" y="53"/>
                      <a:pt x="16" y="53"/>
                    </a:cubicBezTo>
                    <a:cubicBezTo>
                      <a:pt x="17" y="53"/>
                      <a:pt x="17" y="53"/>
                      <a:pt x="17" y="53"/>
                    </a:cubicBezTo>
                    <a:cubicBezTo>
                      <a:pt x="17" y="53"/>
                      <a:pt x="17" y="53"/>
                      <a:pt x="17" y="53"/>
                    </a:cubicBezTo>
                    <a:cubicBezTo>
                      <a:pt x="17" y="53"/>
                      <a:pt x="17" y="53"/>
                      <a:pt x="17" y="53"/>
                    </a:cubicBezTo>
                    <a:cubicBezTo>
                      <a:pt x="17" y="53"/>
                      <a:pt x="17" y="53"/>
                      <a:pt x="17" y="53"/>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0"/>
                      <a:pt x="17" y="50"/>
                    </a:cubicBezTo>
                    <a:cubicBezTo>
                      <a:pt x="17" y="50"/>
                      <a:pt x="17" y="50"/>
                      <a:pt x="17" y="50"/>
                    </a:cubicBezTo>
                    <a:cubicBezTo>
                      <a:pt x="17" y="50"/>
                      <a:pt x="17" y="50"/>
                      <a:pt x="17" y="50"/>
                    </a:cubicBezTo>
                    <a:cubicBezTo>
                      <a:pt x="17" y="50"/>
                      <a:pt x="17" y="50"/>
                      <a:pt x="17" y="50"/>
                    </a:cubicBezTo>
                    <a:cubicBezTo>
                      <a:pt x="17" y="50"/>
                      <a:pt x="17" y="50"/>
                      <a:pt x="17" y="49"/>
                    </a:cubicBezTo>
                    <a:cubicBezTo>
                      <a:pt x="17"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8" y="48"/>
                    </a:cubicBezTo>
                    <a:cubicBezTo>
                      <a:pt x="18" y="48"/>
                      <a:pt x="18" y="47"/>
                      <a:pt x="18" y="47"/>
                    </a:cubicBezTo>
                    <a:cubicBezTo>
                      <a:pt x="18" y="47"/>
                      <a:pt x="18" y="47"/>
                      <a:pt x="18" y="47"/>
                    </a:cubicBezTo>
                    <a:cubicBezTo>
                      <a:pt x="18" y="47"/>
                      <a:pt x="18" y="46"/>
                      <a:pt x="18" y="46"/>
                    </a:cubicBezTo>
                    <a:cubicBezTo>
                      <a:pt x="18" y="46"/>
                      <a:pt x="18" y="46"/>
                      <a:pt x="18" y="46"/>
                    </a:cubicBezTo>
                    <a:cubicBezTo>
                      <a:pt x="18" y="46"/>
                      <a:pt x="18" y="46"/>
                      <a:pt x="18" y="46"/>
                    </a:cubicBezTo>
                    <a:cubicBezTo>
                      <a:pt x="18" y="46"/>
                      <a:pt x="18" y="46"/>
                      <a:pt x="18" y="46"/>
                    </a:cubicBezTo>
                    <a:cubicBezTo>
                      <a:pt x="17" y="46"/>
                      <a:pt x="17" y="46"/>
                      <a:pt x="17" y="46"/>
                    </a:cubicBezTo>
                    <a:cubicBezTo>
                      <a:pt x="17" y="46"/>
                      <a:pt x="17" y="46"/>
                      <a:pt x="17" y="46"/>
                    </a:cubicBezTo>
                    <a:cubicBezTo>
                      <a:pt x="18" y="46"/>
                      <a:pt x="18" y="46"/>
                      <a:pt x="18" y="46"/>
                    </a:cubicBezTo>
                    <a:cubicBezTo>
                      <a:pt x="18" y="46"/>
                      <a:pt x="18" y="46"/>
                      <a:pt x="18" y="46"/>
                    </a:cubicBezTo>
                    <a:cubicBezTo>
                      <a:pt x="18" y="46"/>
                      <a:pt x="18" y="46"/>
                      <a:pt x="18" y="46"/>
                    </a:cubicBezTo>
                    <a:cubicBezTo>
                      <a:pt x="18" y="46"/>
                      <a:pt x="18" y="46"/>
                      <a:pt x="18" y="46"/>
                    </a:cubicBezTo>
                    <a:cubicBezTo>
                      <a:pt x="19" y="46"/>
                      <a:pt x="19" y="46"/>
                      <a:pt x="19" y="46"/>
                    </a:cubicBezTo>
                    <a:cubicBezTo>
                      <a:pt x="19" y="46"/>
                      <a:pt x="19" y="46"/>
                      <a:pt x="19" y="46"/>
                    </a:cubicBezTo>
                    <a:cubicBezTo>
                      <a:pt x="19" y="46"/>
                      <a:pt x="19" y="45"/>
                      <a:pt x="19" y="45"/>
                    </a:cubicBezTo>
                    <a:cubicBezTo>
                      <a:pt x="19" y="45"/>
                      <a:pt x="19" y="45"/>
                      <a:pt x="19" y="45"/>
                    </a:cubicBezTo>
                    <a:cubicBezTo>
                      <a:pt x="19" y="45"/>
                      <a:pt x="19" y="45"/>
                      <a:pt x="19" y="45"/>
                    </a:cubicBezTo>
                    <a:cubicBezTo>
                      <a:pt x="19" y="45"/>
                      <a:pt x="19" y="45"/>
                      <a:pt x="19" y="45"/>
                    </a:cubicBezTo>
                    <a:cubicBezTo>
                      <a:pt x="19" y="45"/>
                      <a:pt x="19" y="45"/>
                      <a:pt x="19" y="45"/>
                    </a:cubicBezTo>
                    <a:cubicBezTo>
                      <a:pt x="19" y="45"/>
                      <a:pt x="19" y="45"/>
                      <a:pt x="19" y="45"/>
                    </a:cubicBezTo>
                    <a:cubicBezTo>
                      <a:pt x="19" y="45"/>
                      <a:pt x="19" y="45"/>
                      <a:pt x="20" y="44"/>
                    </a:cubicBezTo>
                    <a:cubicBezTo>
                      <a:pt x="20" y="44"/>
                      <a:pt x="20" y="44"/>
                      <a:pt x="20" y="44"/>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1"/>
                    </a:cubicBezTo>
                    <a:cubicBezTo>
                      <a:pt x="20" y="41"/>
                      <a:pt x="20" y="41"/>
                      <a:pt x="20" y="41"/>
                    </a:cubicBezTo>
                    <a:cubicBezTo>
                      <a:pt x="20" y="41"/>
                      <a:pt x="20" y="41"/>
                      <a:pt x="20" y="41"/>
                    </a:cubicBezTo>
                    <a:cubicBezTo>
                      <a:pt x="21" y="41"/>
                      <a:pt x="21" y="41"/>
                      <a:pt x="21" y="41"/>
                    </a:cubicBezTo>
                    <a:cubicBezTo>
                      <a:pt x="21" y="41"/>
                      <a:pt x="21" y="41"/>
                      <a:pt x="21" y="41"/>
                    </a:cubicBezTo>
                    <a:cubicBezTo>
                      <a:pt x="21" y="41"/>
                      <a:pt x="21" y="41"/>
                      <a:pt x="21"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0"/>
                      <a:pt x="22" y="40"/>
                    </a:cubicBezTo>
                    <a:cubicBezTo>
                      <a:pt x="22" y="40"/>
                      <a:pt x="22" y="40"/>
                      <a:pt x="22" y="40"/>
                    </a:cubicBezTo>
                    <a:cubicBezTo>
                      <a:pt x="22" y="40"/>
                      <a:pt x="22"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39"/>
                      <a:pt x="24" y="39"/>
                      <a:pt x="24" y="39"/>
                    </a:cubicBezTo>
                    <a:cubicBezTo>
                      <a:pt x="24" y="39"/>
                      <a:pt x="24" y="39"/>
                      <a:pt x="24" y="39"/>
                    </a:cubicBezTo>
                    <a:cubicBezTo>
                      <a:pt x="24" y="39"/>
                      <a:pt x="24" y="39"/>
                      <a:pt x="24" y="39"/>
                    </a:cubicBezTo>
                    <a:cubicBezTo>
                      <a:pt x="24" y="38"/>
                      <a:pt x="24" y="38"/>
                      <a:pt x="24" y="38"/>
                    </a:cubicBezTo>
                    <a:cubicBezTo>
                      <a:pt x="24" y="38"/>
                      <a:pt x="24" y="38"/>
                      <a:pt x="24" y="37"/>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5" y="36"/>
                      <a:pt x="25" y="36"/>
                      <a:pt x="25" y="36"/>
                    </a:cubicBezTo>
                    <a:cubicBezTo>
                      <a:pt x="25" y="36"/>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6" y="34"/>
                      <a:pt x="26" y="34"/>
                      <a:pt x="26" y="34"/>
                    </a:cubicBezTo>
                    <a:cubicBezTo>
                      <a:pt x="26" y="34"/>
                      <a:pt x="26" y="34"/>
                      <a:pt x="26" y="34"/>
                    </a:cubicBezTo>
                    <a:cubicBezTo>
                      <a:pt x="26" y="34"/>
                      <a:pt x="26" y="34"/>
                      <a:pt x="26" y="34"/>
                    </a:cubicBezTo>
                    <a:cubicBezTo>
                      <a:pt x="26" y="34"/>
                      <a:pt x="26" y="34"/>
                      <a:pt x="26" y="34"/>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5" y="32"/>
                    </a:cubicBezTo>
                    <a:cubicBezTo>
                      <a:pt x="25" y="32"/>
                      <a:pt x="25" y="32"/>
                      <a:pt x="25" y="31"/>
                    </a:cubicBezTo>
                    <a:cubicBezTo>
                      <a:pt x="25" y="31"/>
                      <a:pt x="25" y="31"/>
                      <a:pt x="25" y="31"/>
                    </a:cubicBezTo>
                    <a:cubicBezTo>
                      <a:pt x="25" y="31"/>
                      <a:pt x="25" y="31"/>
                      <a:pt x="25" y="31"/>
                    </a:cubicBezTo>
                    <a:cubicBezTo>
                      <a:pt x="25" y="31"/>
                      <a:pt x="25" y="31"/>
                      <a:pt x="25"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3" y="31"/>
                      <a:pt x="23" y="31"/>
                      <a:pt x="23" y="31"/>
                    </a:cubicBezTo>
                    <a:cubicBezTo>
                      <a:pt x="23" y="31"/>
                      <a:pt x="23" y="31"/>
                      <a:pt x="23" y="31"/>
                    </a:cubicBezTo>
                    <a:cubicBezTo>
                      <a:pt x="23" y="31"/>
                      <a:pt x="23" y="31"/>
                      <a:pt x="23" y="31"/>
                    </a:cubicBezTo>
                    <a:cubicBezTo>
                      <a:pt x="23" y="31"/>
                      <a:pt x="23" y="31"/>
                      <a:pt x="23" y="31"/>
                    </a:cubicBezTo>
                    <a:cubicBezTo>
                      <a:pt x="23" y="30"/>
                      <a:pt x="23" y="30"/>
                      <a:pt x="23" y="30"/>
                    </a:cubicBezTo>
                    <a:cubicBezTo>
                      <a:pt x="23" y="30"/>
                      <a:pt x="22" y="30"/>
                      <a:pt x="22" y="30"/>
                    </a:cubicBezTo>
                    <a:cubicBezTo>
                      <a:pt x="22" y="30"/>
                      <a:pt x="22" y="30"/>
                      <a:pt x="22" y="30"/>
                    </a:cubicBezTo>
                    <a:cubicBezTo>
                      <a:pt x="22" y="30"/>
                      <a:pt x="22" y="30"/>
                      <a:pt x="22" y="30"/>
                    </a:cubicBezTo>
                    <a:cubicBezTo>
                      <a:pt x="22" y="30"/>
                      <a:pt x="22" y="30"/>
                      <a:pt x="22"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0" y="30"/>
                    </a:cubicBezTo>
                    <a:cubicBezTo>
                      <a:pt x="20" y="30"/>
                      <a:pt x="20" y="30"/>
                      <a:pt x="20" y="30"/>
                    </a:cubicBezTo>
                    <a:cubicBezTo>
                      <a:pt x="20" y="30"/>
                      <a:pt x="20" y="30"/>
                      <a:pt x="20" y="30"/>
                    </a:cubicBezTo>
                    <a:cubicBezTo>
                      <a:pt x="20" y="30"/>
                      <a:pt x="20" y="30"/>
                      <a:pt x="20" y="30"/>
                    </a:cubicBezTo>
                    <a:cubicBezTo>
                      <a:pt x="20" y="30"/>
                      <a:pt x="20" y="29"/>
                      <a:pt x="20" y="29"/>
                    </a:cubicBezTo>
                    <a:cubicBezTo>
                      <a:pt x="20" y="29"/>
                      <a:pt x="20" y="29"/>
                      <a:pt x="20" y="29"/>
                    </a:cubicBezTo>
                    <a:cubicBezTo>
                      <a:pt x="20" y="29"/>
                      <a:pt x="20" y="29"/>
                      <a:pt x="20" y="29"/>
                    </a:cubicBezTo>
                    <a:cubicBezTo>
                      <a:pt x="19" y="29"/>
                      <a:pt x="19" y="29"/>
                      <a:pt x="19" y="29"/>
                    </a:cubicBezTo>
                    <a:cubicBezTo>
                      <a:pt x="19" y="29"/>
                      <a:pt x="19" y="29"/>
                      <a:pt x="19" y="29"/>
                    </a:cubicBezTo>
                    <a:cubicBezTo>
                      <a:pt x="19" y="29"/>
                      <a:pt x="19" y="29"/>
                      <a:pt x="19" y="30"/>
                    </a:cubicBezTo>
                    <a:cubicBezTo>
                      <a:pt x="19" y="30"/>
                      <a:pt x="19" y="30"/>
                      <a:pt x="19" y="30"/>
                    </a:cubicBezTo>
                    <a:cubicBezTo>
                      <a:pt x="19" y="30"/>
                      <a:pt x="18" y="30"/>
                      <a:pt x="18" y="30"/>
                    </a:cubicBezTo>
                    <a:cubicBezTo>
                      <a:pt x="18" y="30"/>
                      <a:pt x="18" y="30"/>
                      <a:pt x="18" y="29"/>
                    </a:cubicBezTo>
                    <a:cubicBezTo>
                      <a:pt x="18" y="29"/>
                      <a:pt x="18" y="29"/>
                      <a:pt x="18" y="29"/>
                    </a:cubicBezTo>
                    <a:cubicBezTo>
                      <a:pt x="18" y="29"/>
                      <a:pt x="18" y="29"/>
                      <a:pt x="18" y="29"/>
                    </a:cubicBezTo>
                    <a:cubicBezTo>
                      <a:pt x="18" y="29"/>
                      <a:pt x="18" y="29"/>
                      <a:pt x="18" y="29"/>
                    </a:cubicBezTo>
                    <a:cubicBezTo>
                      <a:pt x="18" y="29"/>
                      <a:pt x="18" y="29"/>
                      <a:pt x="18" y="29"/>
                    </a:cubicBezTo>
                    <a:cubicBezTo>
                      <a:pt x="18" y="29"/>
                      <a:pt x="18" y="29"/>
                      <a:pt x="18" y="29"/>
                    </a:cubicBezTo>
                    <a:cubicBezTo>
                      <a:pt x="18" y="29"/>
                      <a:pt x="18"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8"/>
                      <a:pt x="19" y="28"/>
                    </a:cubicBezTo>
                    <a:cubicBezTo>
                      <a:pt x="19" y="28"/>
                      <a:pt x="19" y="28"/>
                      <a:pt x="19" y="28"/>
                    </a:cubicBezTo>
                    <a:cubicBezTo>
                      <a:pt x="19" y="28"/>
                      <a:pt x="19" y="28"/>
                      <a:pt x="19" y="28"/>
                    </a:cubicBezTo>
                    <a:cubicBezTo>
                      <a:pt x="18" y="28"/>
                      <a:pt x="18" y="28"/>
                      <a:pt x="18" y="28"/>
                    </a:cubicBezTo>
                    <a:cubicBezTo>
                      <a:pt x="18" y="28"/>
                      <a:pt x="18" y="28"/>
                      <a:pt x="18" y="28"/>
                    </a:cubicBezTo>
                    <a:cubicBezTo>
                      <a:pt x="18" y="28"/>
                      <a:pt x="18" y="28"/>
                      <a:pt x="18" y="28"/>
                    </a:cubicBezTo>
                    <a:cubicBezTo>
                      <a:pt x="18" y="28"/>
                      <a:pt x="18" y="28"/>
                      <a:pt x="18" y="28"/>
                    </a:cubicBezTo>
                    <a:cubicBezTo>
                      <a:pt x="18" y="28"/>
                      <a:pt x="18" y="28"/>
                      <a:pt x="18" y="28"/>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7" y="27"/>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5" y="26"/>
                      <a:pt x="15" y="26"/>
                      <a:pt x="15" y="26"/>
                    </a:cubicBezTo>
                    <a:cubicBezTo>
                      <a:pt x="15" y="26"/>
                      <a:pt x="15" y="26"/>
                      <a:pt x="15" y="25"/>
                    </a:cubicBezTo>
                    <a:cubicBezTo>
                      <a:pt x="15" y="25"/>
                      <a:pt x="15" y="25"/>
                      <a:pt x="15" y="25"/>
                    </a:cubicBezTo>
                    <a:cubicBezTo>
                      <a:pt x="15" y="25"/>
                      <a:pt x="15" y="25"/>
                      <a:pt x="15" y="25"/>
                    </a:cubicBezTo>
                    <a:cubicBezTo>
                      <a:pt x="15" y="25"/>
                      <a:pt x="15" y="25"/>
                      <a:pt x="15" y="25"/>
                    </a:cubicBezTo>
                    <a:cubicBezTo>
                      <a:pt x="15" y="25"/>
                      <a:pt x="15" y="25"/>
                      <a:pt x="15" y="25"/>
                    </a:cubicBezTo>
                    <a:cubicBezTo>
                      <a:pt x="15" y="25"/>
                      <a:pt x="15" y="25"/>
                      <a:pt x="15" y="25"/>
                    </a:cubicBezTo>
                    <a:cubicBezTo>
                      <a:pt x="15" y="25"/>
                      <a:pt x="14" y="25"/>
                      <a:pt x="14" y="25"/>
                    </a:cubicBezTo>
                    <a:cubicBezTo>
                      <a:pt x="14" y="25"/>
                      <a:pt x="14" y="25"/>
                      <a:pt x="14" y="25"/>
                    </a:cubicBezTo>
                    <a:cubicBezTo>
                      <a:pt x="14" y="25"/>
                      <a:pt x="14" y="25"/>
                      <a:pt x="14" y="25"/>
                    </a:cubicBezTo>
                    <a:cubicBezTo>
                      <a:pt x="14" y="25"/>
                      <a:pt x="14" y="25"/>
                      <a:pt x="13" y="25"/>
                    </a:cubicBezTo>
                    <a:cubicBezTo>
                      <a:pt x="14" y="25"/>
                      <a:pt x="14" y="24"/>
                      <a:pt x="14" y="24"/>
                    </a:cubicBezTo>
                    <a:cubicBezTo>
                      <a:pt x="14" y="24"/>
                      <a:pt x="14" y="24"/>
                      <a:pt x="14" y="24"/>
                    </a:cubicBezTo>
                    <a:cubicBezTo>
                      <a:pt x="14" y="24"/>
                      <a:pt x="14" y="24"/>
                      <a:pt x="14"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2" y="24"/>
                      <a:pt x="12" y="24"/>
                    </a:cubicBezTo>
                    <a:cubicBezTo>
                      <a:pt x="12" y="24"/>
                      <a:pt x="12" y="24"/>
                      <a:pt x="12" y="24"/>
                    </a:cubicBezTo>
                    <a:cubicBezTo>
                      <a:pt x="12" y="24"/>
                      <a:pt x="12" y="24"/>
                      <a:pt x="12" y="24"/>
                    </a:cubicBezTo>
                    <a:cubicBezTo>
                      <a:pt x="12" y="24"/>
                      <a:pt x="12" y="24"/>
                      <a:pt x="12" y="24"/>
                    </a:cubicBezTo>
                    <a:cubicBezTo>
                      <a:pt x="12" y="24"/>
                      <a:pt x="11" y="24"/>
                      <a:pt x="11" y="24"/>
                    </a:cubicBezTo>
                    <a:cubicBezTo>
                      <a:pt x="11" y="24"/>
                      <a:pt x="11" y="23"/>
                      <a:pt x="11" y="23"/>
                    </a:cubicBezTo>
                    <a:cubicBezTo>
                      <a:pt x="11" y="23"/>
                      <a:pt x="11" y="23"/>
                      <a:pt x="11" y="23"/>
                    </a:cubicBezTo>
                    <a:cubicBezTo>
                      <a:pt x="11"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7" y="25"/>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3"/>
                    </a:cubicBezTo>
                    <a:cubicBezTo>
                      <a:pt x="6" y="23"/>
                      <a:pt x="6" y="23"/>
                      <a:pt x="6" y="23"/>
                    </a:cubicBezTo>
                    <a:cubicBezTo>
                      <a:pt x="6" y="23"/>
                      <a:pt x="6" y="23"/>
                      <a:pt x="5" y="23"/>
                    </a:cubicBezTo>
                    <a:cubicBezTo>
                      <a:pt x="6" y="23"/>
                      <a:pt x="6" y="23"/>
                      <a:pt x="6" y="23"/>
                    </a:cubicBezTo>
                    <a:cubicBezTo>
                      <a:pt x="6" y="23"/>
                      <a:pt x="6" y="23"/>
                      <a:pt x="6" y="23"/>
                    </a:cubicBezTo>
                    <a:cubicBezTo>
                      <a:pt x="6" y="23"/>
                      <a:pt x="6" y="23"/>
                      <a:pt x="6" y="23"/>
                    </a:cubicBezTo>
                    <a:cubicBezTo>
                      <a:pt x="6" y="23"/>
                      <a:pt x="6" y="22"/>
                      <a:pt x="6" y="22"/>
                    </a:cubicBezTo>
                    <a:cubicBezTo>
                      <a:pt x="6" y="22"/>
                      <a:pt x="6" y="22"/>
                      <a:pt x="6" y="22"/>
                    </a:cubicBezTo>
                    <a:cubicBezTo>
                      <a:pt x="6" y="22"/>
                      <a:pt x="6" y="22"/>
                      <a:pt x="6" y="22"/>
                    </a:cubicBezTo>
                    <a:cubicBezTo>
                      <a:pt x="6" y="22"/>
                      <a:pt x="6" y="22"/>
                      <a:pt x="6" y="22"/>
                    </a:cubicBezTo>
                    <a:cubicBezTo>
                      <a:pt x="6" y="22"/>
                      <a:pt x="6" y="22"/>
                      <a:pt x="6" y="22"/>
                    </a:cubicBezTo>
                    <a:cubicBezTo>
                      <a:pt x="6" y="21"/>
                      <a:pt x="6" y="21"/>
                      <a:pt x="6" y="21"/>
                    </a:cubicBezTo>
                    <a:cubicBezTo>
                      <a:pt x="6" y="21"/>
                      <a:pt x="6" y="21"/>
                      <a:pt x="6" y="21"/>
                    </a:cubicBezTo>
                    <a:cubicBezTo>
                      <a:pt x="6" y="21"/>
                      <a:pt x="6" y="21"/>
                      <a:pt x="6" y="21"/>
                    </a:cubicBezTo>
                    <a:cubicBezTo>
                      <a:pt x="6" y="21"/>
                      <a:pt x="6" y="21"/>
                      <a:pt x="6" y="21"/>
                    </a:cubicBezTo>
                    <a:cubicBezTo>
                      <a:pt x="6" y="21"/>
                      <a:pt x="6" y="21"/>
                      <a:pt x="6"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6" y="20"/>
                      <a:pt x="6" y="20"/>
                      <a:pt x="6" y="19"/>
                    </a:cubicBezTo>
                    <a:cubicBezTo>
                      <a:pt x="6" y="19"/>
                      <a:pt x="6" y="19"/>
                      <a:pt x="6" y="19"/>
                    </a:cubicBezTo>
                    <a:cubicBezTo>
                      <a:pt x="6" y="19"/>
                      <a:pt x="6" y="19"/>
                      <a:pt x="6" y="19"/>
                    </a:cubicBezTo>
                    <a:cubicBezTo>
                      <a:pt x="6" y="18"/>
                      <a:pt x="6" y="18"/>
                      <a:pt x="6" y="18"/>
                    </a:cubicBezTo>
                    <a:cubicBezTo>
                      <a:pt x="6" y="18"/>
                      <a:pt x="6" y="18"/>
                      <a:pt x="6" y="18"/>
                    </a:cubicBezTo>
                    <a:cubicBezTo>
                      <a:pt x="6" y="18"/>
                      <a:pt x="6" y="18"/>
                      <a:pt x="6" y="18"/>
                    </a:cubicBezTo>
                    <a:cubicBezTo>
                      <a:pt x="5" y="18"/>
                      <a:pt x="5" y="18"/>
                      <a:pt x="5" y="18"/>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4" y="19"/>
                      <a:pt x="4" y="19"/>
                      <a:pt x="4" y="19"/>
                    </a:cubicBezTo>
                    <a:cubicBezTo>
                      <a:pt x="4" y="19"/>
                      <a:pt x="4" y="19"/>
                      <a:pt x="4" y="19"/>
                    </a:cubicBezTo>
                    <a:cubicBezTo>
                      <a:pt x="4" y="19"/>
                      <a:pt x="4" y="19"/>
                      <a:pt x="4" y="19"/>
                    </a:cubicBezTo>
                    <a:cubicBezTo>
                      <a:pt x="4" y="20"/>
                      <a:pt x="4" y="20"/>
                      <a:pt x="4" y="20"/>
                    </a:cubicBezTo>
                    <a:cubicBezTo>
                      <a:pt x="4" y="20"/>
                      <a:pt x="4" y="20"/>
                      <a:pt x="4" y="20"/>
                    </a:cubicBezTo>
                    <a:cubicBezTo>
                      <a:pt x="4" y="20"/>
                      <a:pt x="4" y="20"/>
                      <a:pt x="4" y="20"/>
                    </a:cubicBezTo>
                    <a:cubicBezTo>
                      <a:pt x="4" y="20"/>
                      <a:pt x="4" y="20"/>
                      <a:pt x="4" y="20"/>
                    </a:cubicBezTo>
                    <a:cubicBezTo>
                      <a:pt x="4" y="19"/>
                      <a:pt x="4" y="19"/>
                      <a:pt x="4" y="19"/>
                    </a:cubicBezTo>
                    <a:cubicBezTo>
                      <a:pt x="4" y="19"/>
                      <a:pt x="4" y="19"/>
                      <a:pt x="3" y="19"/>
                    </a:cubicBezTo>
                    <a:cubicBezTo>
                      <a:pt x="3" y="19"/>
                      <a:pt x="3" y="19"/>
                      <a:pt x="3" y="19"/>
                    </a:cubicBezTo>
                    <a:cubicBezTo>
                      <a:pt x="3" y="19"/>
                      <a:pt x="3" y="19"/>
                      <a:pt x="3" y="19"/>
                    </a:cubicBezTo>
                    <a:cubicBezTo>
                      <a:pt x="3" y="19"/>
                      <a:pt x="3" y="19"/>
                      <a:pt x="3" y="19"/>
                    </a:cubicBezTo>
                    <a:cubicBezTo>
                      <a:pt x="3" y="19"/>
                      <a:pt x="3" y="19"/>
                      <a:pt x="3" y="19"/>
                    </a:cubicBezTo>
                    <a:cubicBezTo>
                      <a:pt x="3" y="19"/>
                      <a:pt x="3" y="19"/>
                      <a:pt x="3" y="19"/>
                    </a:cubicBezTo>
                    <a:cubicBezTo>
                      <a:pt x="3" y="19"/>
                      <a:pt x="3"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5" y="17"/>
                      <a:pt x="5" y="17"/>
                    </a:cubicBezTo>
                    <a:cubicBezTo>
                      <a:pt x="5" y="17"/>
                      <a:pt x="5" y="17"/>
                      <a:pt x="5" y="17"/>
                    </a:cubicBezTo>
                    <a:cubicBezTo>
                      <a:pt x="5" y="17"/>
                      <a:pt x="5" y="17"/>
                      <a:pt x="5" y="17"/>
                    </a:cubicBezTo>
                    <a:cubicBezTo>
                      <a:pt x="5" y="17"/>
                      <a:pt x="5" y="17"/>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7" y="15"/>
                      <a:pt x="7" y="15"/>
                      <a:pt x="7" y="15"/>
                    </a:cubicBezTo>
                    <a:cubicBezTo>
                      <a:pt x="7" y="15"/>
                      <a:pt x="7" y="15"/>
                      <a:pt x="7" y="15"/>
                    </a:cubicBezTo>
                    <a:cubicBezTo>
                      <a:pt x="7" y="15"/>
                      <a:pt x="7" y="15"/>
                      <a:pt x="7" y="15"/>
                    </a:cubicBezTo>
                    <a:cubicBezTo>
                      <a:pt x="7" y="15"/>
                      <a:pt x="8" y="15"/>
                      <a:pt x="8" y="15"/>
                    </a:cubicBezTo>
                    <a:cubicBezTo>
                      <a:pt x="8" y="15"/>
                      <a:pt x="8" y="15"/>
                      <a:pt x="8" y="15"/>
                    </a:cubicBezTo>
                    <a:cubicBezTo>
                      <a:pt x="8" y="15"/>
                      <a:pt x="8" y="15"/>
                      <a:pt x="8" y="15"/>
                    </a:cubicBezTo>
                    <a:cubicBezTo>
                      <a:pt x="8" y="15"/>
                      <a:pt x="8" y="15"/>
                      <a:pt x="8" y="15"/>
                    </a:cubicBezTo>
                    <a:cubicBezTo>
                      <a:pt x="8" y="15"/>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7"/>
                      <a:pt x="8" y="17"/>
                    </a:cubicBezTo>
                    <a:cubicBezTo>
                      <a:pt x="8" y="17"/>
                      <a:pt x="8" y="17"/>
                      <a:pt x="8" y="17"/>
                    </a:cubicBezTo>
                    <a:cubicBezTo>
                      <a:pt x="8" y="17"/>
                      <a:pt x="8" y="17"/>
                      <a:pt x="8" y="17"/>
                    </a:cubicBezTo>
                    <a:cubicBezTo>
                      <a:pt x="8" y="17"/>
                      <a:pt x="8" y="17"/>
                      <a:pt x="8" y="17"/>
                    </a:cubicBezTo>
                    <a:cubicBezTo>
                      <a:pt x="9" y="17"/>
                      <a:pt x="9"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9" y="16"/>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1" y="13"/>
                      <a:pt x="11" y="13"/>
                    </a:cubicBezTo>
                    <a:cubicBezTo>
                      <a:pt x="11" y="13"/>
                      <a:pt x="11" y="13"/>
                      <a:pt x="11" y="13"/>
                    </a:cubicBezTo>
                    <a:cubicBezTo>
                      <a:pt x="11" y="13"/>
                      <a:pt x="11" y="13"/>
                      <a:pt x="11" y="13"/>
                    </a:cubicBezTo>
                    <a:cubicBezTo>
                      <a:pt x="11" y="13"/>
                      <a:pt x="11" y="13"/>
                      <a:pt x="11" y="13"/>
                    </a:cubicBezTo>
                    <a:cubicBezTo>
                      <a:pt x="12" y="13"/>
                      <a:pt x="12" y="13"/>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1"/>
                      <a:pt x="12" y="11"/>
                      <a:pt x="12" y="11"/>
                    </a:cubicBezTo>
                    <a:cubicBezTo>
                      <a:pt x="12" y="11"/>
                      <a:pt x="12" y="11"/>
                      <a:pt x="12" y="11"/>
                    </a:cubicBezTo>
                    <a:cubicBezTo>
                      <a:pt x="12" y="11"/>
                      <a:pt x="13" y="11"/>
                      <a:pt x="13" y="11"/>
                    </a:cubicBezTo>
                    <a:cubicBezTo>
                      <a:pt x="13" y="11"/>
                      <a:pt x="13" y="11"/>
                      <a:pt x="13" y="11"/>
                    </a:cubicBezTo>
                    <a:cubicBezTo>
                      <a:pt x="13" y="11"/>
                      <a:pt x="13" y="10"/>
                      <a:pt x="13" y="10"/>
                    </a:cubicBezTo>
                    <a:cubicBezTo>
                      <a:pt x="13" y="10"/>
                      <a:pt x="13" y="10"/>
                      <a:pt x="13" y="10"/>
                    </a:cubicBezTo>
                    <a:cubicBezTo>
                      <a:pt x="13"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5" y="10"/>
                      <a:pt x="15" y="10"/>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7" y="8"/>
                      <a:pt x="17" y="8"/>
                      <a:pt x="17" y="8"/>
                    </a:cubicBezTo>
                    <a:cubicBezTo>
                      <a:pt x="17" y="8"/>
                      <a:pt x="17" y="8"/>
                      <a:pt x="17" y="8"/>
                    </a:cubicBezTo>
                    <a:cubicBezTo>
                      <a:pt x="17" y="8"/>
                      <a:pt x="17" y="8"/>
                      <a:pt x="17" y="8"/>
                    </a:cubicBezTo>
                    <a:cubicBezTo>
                      <a:pt x="17" y="8"/>
                      <a:pt x="17" y="8"/>
                      <a:pt x="17" y="8"/>
                    </a:cubicBezTo>
                    <a:cubicBezTo>
                      <a:pt x="17" y="7"/>
                      <a:pt x="17" y="7"/>
                      <a:pt x="17" y="7"/>
                    </a:cubicBezTo>
                    <a:cubicBezTo>
                      <a:pt x="16" y="7"/>
                      <a:pt x="16" y="7"/>
                      <a:pt x="16" y="7"/>
                    </a:cubicBezTo>
                    <a:cubicBezTo>
                      <a:pt x="16" y="7"/>
                      <a:pt x="16" y="7"/>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1" y="6"/>
                      <a:pt x="21" y="6"/>
                      <a:pt x="21" y="6"/>
                    </a:cubicBezTo>
                    <a:cubicBezTo>
                      <a:pt x="21" y="6"/>
                      <a:pt x="21" y="6"/>
                      <a:pt x="21" y="6"/>
                    </a:cubicBezTo>
                    <a:cubicBezTo>
                      <a:pt x="21" y="6"/>
                      <a:pt x="21" y="5"/>
                      <a:pt x="21" y="5"/>
                    </a:cubicBezTo>
                    <a:cubicBezTo>
                      <a:pt x="20" y="5"/>
                      <a:pt x="20" y="5"/>
                      <a:pt x="20" y="5"/>
                    </a:cubicBezTo>
                    <a:cubicBezTo>
                      <a:pt x="20" y="5"/>
                      <a:pt x="20" y="5"/>
                      <a:pt x="20" y="5"/>
                    </a:cubicBezTo>
                    <a:cubicBezTo>
                      <a:pt x="20" y="4"/>
                      <a:pt x="20" y="4"/>
                      <a:pt x="20" y="4"/>
                    </a:cubicBezTo>
                    <a:cubicBezTo>
                      <a:pt x="20" y="4"/>
                      <a:pt x="20" y="4"/>
                      <a:pt x="20" y="4"/>
                    </a:cubicBezTo>
                    <a:cubicBezTo>
                      <a:pt x="20" y="4"/>
                      <a:pt x="20" y="4"/>
                      <a:pt x="20" y="4"/>
                    </a:cubicBezTo>
                    <a:cubicBezTo>
                      <a:pt x="20" y="4"/>
                      <a:pt x="20" y="4"/>
                      <a:pt x="20" y="4"/>
                    </a:cubicBezTo>
                    <a:cubicBezTo>
                      <a:pt x="20" y="4"/>
                      <a:pt x="20" y="4"/>
                      <a:pt x="20" y="4"/>
                    </a:cubicBezTo>
                    <a:cubicBezTo>
                      <a:pt x="20" y="4"/>
                      <a:pt x="20" y="4"/>
                      <a:pt x="20" y="4"/>
                    </a:cubicBezTo>
                    <a:cubicBezTo>
                      <a:pt x="20" y="4"/>
                      <a:pt x="19" y="4"/>
                      <a:pt x="19" y="4"/>
                    </a:cubicBezTo>
                    <a:cubicBezTo>
                      <a:pt x="19" y="4"/>
                      <a:pt x="19" y="4"/>
                      <a:pt x="19" y="4"/>
                    </a:cubicBezTo>
                    <a:cubicBezTo>
                      <a:pt x="19" y="4"/>
                      <a:pt x="19" y="4"/>
                      <a:pt x="19" y="4"/>
                    </a:cubicBezTo>
                    <a:cubicBezTo>
                      <a:pt x="19" y="4"/>
                      <a:pt x="19" y="4"/>
                      <a:pt x="19" y="4"/>
                    </a:cubicBezTo>
                    <a:cubicBezTo>
                      <a:pt x="20" y="4"/>
                      <a:pt x="20" y="4"/>
                      <a:pt x="20" y="4"/>
                    </a:cubicBezTo>
                    <a:cubicBezTo>
                      <a:pt x="20" y="4"/>
                      <a:pt x="20" y="4"/>
                      <a:pt x="20" y="4"/>
                    </a:cubicBezTo>
                    <a:cubicBezTo>
                      <a:pt x="20" y="4"/>
                      <a:pt x="19" y="4"/>
                      <a:pt x="19" y="4"/>
                    </a:cubicBezTo>
                    <a:cubicBezTo>
                      <a:pt x="19" y="4"/>
                      <a:pt x="19" y="4"/>
                      <a:pt x="19" y="4"/>
                    </a:cubicBezTo>
                    <a:cubicBezTo>
                      <a:pt x="19" y="4"/>
                      <a:pt x="19" y="4"/>
                      <a:pt x="19" y="4"/>
                    </a:cubicBezTo>
                    <a:cubicBezTo>
                      <a:pt x="18" y="4"/>
                      <a:pt x="18" y="4"/>
                      <a:pt x="18" y="4"/>
                    </a:cubicBezTo>
                    <a:cubicBezTo>
                      <a:pt x="18" y="4"/>
                      <a:pt x="18" y="4"/>
                      <a:pt x="18" y="4"/>
                    </a:cubicBezTo>
                    <a:cubicBezTo>
                      <a:pt x="18" y="4"/>
                      <a:pt x="18" y="4"/>
                      <a:pt x="18" y="4"/>
                    </a:cubicBezTo>
                    <a:cubicBezTo>
                      <a:pt x="18" y="4"/>
                      <a:pt x="18" y="4"/>
                      <a:pt x="18" y="4"/>
                    </a:cubicBezTo>
                    <a:cubicBezTo>
                      <a:pt x="17" y="4"/>
                      <a:pt x="17" y="4"/>
                      <a:pt x="17" y="4"/>
                    </a:cubicBezTo>
                    <a:cubicBezTo>
                      <a:pt x="17" y="4"/>
                      <a:pt x="17" y="4"/>
                      <a:pt x="17" y="4"/>
                    </a:cubicBezTo>
                    <a:cubicBezTo>
                      <a:pt x="17" y="4"/>
                      <a:pt x="17" y="4"/>
                      <a:pt x="17" y="4"/>
                    </a:cubicBezTo>
                    <a:cubicBezTo>
                      <a:pt x="17" y="4"/>
                      <a:pt x="17" y="4"/>
                      <a:pt x="17" y="4"/>
                    </a:cubicBezTo>
                    <a:cubicBezTo>
                      <a:pt x="17" y="4"/>
                      <a:pt x="17" y="4"/>
                      <a:pt x="17" y="4"/>
                    </a:cubicBezTo>
                    <a:cubicBezTo>
                      <a:pt x="17" y="5"/>
                      <a:pt x="17" y="5"/>
                      <a:pt x="17" y="5"/>
                    </a:cubicBezTo>
                    <a:cubicBezTo>
                      <a:pt x="17" y="5"/>
                      <a:pt x="17" y="5"/>
                      <a:pt x="17"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6"/>
                    </a:cubicBezTo>
                    <a:cubicBezTo>
                      <a:pt x="16" y="6"/>
                      <a:pt x="16" y="6"/>
                      <a:pt x="16" y="6"/>
                    </a:cubicBezTo>
                    <a:cubicBezTo>
                      <a:pt x="16"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6" y="5"/>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7" y="4"/>
                      <a:pt x="17" y="4"/>
                    </a:cubicBezTo>
                    <a:cubicBezTo>
                      <a:pt x="17" y="4"/>
                      <a:pt x="17" y="4"/>
                      <a:pt x="17" y="3"/>
                    </a:cubicBezTo>
                    <a:cubicBezTo>
                      <a:pt x="17" y="3"/>
                      <a:pt x="17" y="3"/>
                      <a:pt x="17" y="3"/>
                    </a:cubicBezTo>
                    <a:cubicBezTo>
                      <a:pt x="17" y="3"/>
                      <a:pt x="17" y="3"/>
                      <a:pt x="17" y="3"/>
                    </a:cubicBezTo>
                    <a:cubicBezTo>
                      <a:pt x="17" y="3"/>
                      <a:pt x="17" y="3"/>
                      <a:pt x="17" y="3"/>
                    </a:cubicBezTo>
                    <a:cubicBezTo>
                      <a:pt x="17"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2"/>
                    </a:cubicBezTo>
                    <a:cubicBezTo>
                      <a:pt x="18" y="2"/>
                      <a:pt x="18" y="2"/>
                      <a:pt x="18" y="2"/>
                    </a:cubicBezTo>
                    <a:cubicBezTo>
                      <a:pt x="20" y="2"/>
                      <a:pt x="22"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2"/>
                      <a:pt x="24" y="2"/>
                    </a:cubicBezTo>
                    <a:cubicBezTo>
                      <a:pt x="24" y="2"/>
                      <a:pt x="24" y="2"/>
                      <a:pt x="24" y="2"/>
                    </a:cubicBezTo>
                    <a:cubicBezTo>
                      <a:pt x="24" y="2"/>
                      <a:pt x="24" y="2"/>
                      <a:pt x="24" y="2"/>
                    </a:cubicBezTo>
                    <a:cubicBezTo>
                      <a:pt x="24" y="2"/>
                      <a:pt x="24" y="2"/>
                      <a:pt x="24" y="2"/>
                    </a:cubicBezTo>
                    <a:cubicBezTo>
                      <a:pt x="24" y="2"/>
                      <a:pt x="24" y="2"/>
                      <a:pt x="24" y="2"/>
                    </a:cubicBezTo>
                    <a:cubicBezTo>
                      <a:pt x="24" y="2"/>
                      <a:pt x="24" y="3"/>
                      <a:pt x="24" y="3"/>
                    </a:cubicBezTo>
                    <a:cubicBezTo>
                      <a:pt x="24" y="3"/>
                      <a:pt x="24" y="3"/>
                      <a:pt x="24" y="3"/>
                    </a:cubicBezTo>
                    <a:cubicBezTo>
                      <a:pt x="24" y="3"/>
                      <a:pt x="24" y="3"/>
                      <a:pt x="24" y="3"/>
                    </a:cubicBezTo>
                    <a:cubicBezTo>
                      <a:pt x="24" y="3"/>
                      <a:pt x="24" y="3"/>
                      <a:pt x="24" y="3"/>
                    </a:cubicBezTo>
                    <a:cubicBezTo>
                      <a:pt x="24" y="3"/>
                      <a:pt x="24" y="3"/>
                      <a:pt x="24" y="3"/>
                    </a:cubicBezTo>
                    <a:cubicBezTo>
                      <a:pt x="24" y="3"/>
                      <a:pt x="24" y="4"/>
                      <a:pt x="24" y="4"/>
                    </a:cubicBezTo>
                    <a:cubicBezTo>
                      <a:pt x="24" y="4"/>
                      <a:pt x="24" y="4"/>
                      <a:pt x="24" y="4"/>
                    </a:cubicBezTo>
                    <a:cubicBezTo>
                      <a:pt x="25" y="4"/>
                      <a:pt x="25" y="4"/>
                      <a:pt x="25" y="4"/>
                    </a:cubicBezTo>
                    <a:cubicBezTo>
                      <a:pt x="25" y="4"/>
                      <a:pt x="25" y="4"/>
                      <a:pt x="25" y="4"/>
                    </a:cubicBezTo>
                    <a:cubicBezTo>
                      <a:pt x="25" y="4"/>
                      <a:pt x="25" y="4"/>
                      <a:pt x="26" y="4"/>
                    </a:cubicBezTo>
                    <a:cubicBezTo>
                      <a:pt x="26" y="4"/>
                      <a:pt x="26" y="4"/>
                      <a:pt x="26" y="4"/>
                    </a:cubicBezTo>
                    <a:cubicBezTo>
                      <a:pt x="26" y="4"/>
                      <a:pt x="26" y="4"/>
                      <a:pt x="26" y="4"/>
                    </a:cubicBezTo>
                    <a:cubicBezTo>
                      <a:pt x="26" y="4"/>
                      <a:pt x="26" y="4"/>
                      <a:pt x="26" y="4"/>
                    </a:cubicBezTo>
                    <a:cubicBezTo>
                      <a:pt x="26" y="4"/>
                      <a:pt x="26" y="4"/>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8" y="3"/>
                    </a:cubicBezTo>
                    <a:cubicBezTo>
                      <a:pt x="28" y="3"/>
                      <a:pt x="28" y="3"/>
                      <a:pt x="28" y="3"/>
                    </a:cubicBezTo>
                    <a:cubicBezTo>
                      <a:pt x="28" y="3"/>
                      <a:pt x="28" y="3"/>
                      <a:pt x="28" y="3"/>
                    </a:cubicBezTo>
                    <a:cubicBezTo>
                      <a:pt x="28" y="3"/>
                      <a:pt x="28" y="2"/>
                      <a:pt x="28" y="2"/>
                    </a:cubicBezTo>
                    <a:cubicBezTo>
                      <a:pt x="28" y="2"/>
                      <a:pt x="28" y="2"/>
                      <a:pt x="28"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1"/>
                      <a:pt x="29" y="1"/>
                      <a:pt x="29" y="1"/>
                    </a:cubicBezTo>
                    <a:cubicBezTo>
                      <a:pt x="29" y="1"/>
                      <a:pt x="29" y="1"/>
                      <a:pt x="29" y="1"/>
                    </a:cubicBezTo>
                    <a:cubicBezTo>
                      <a:pt x="29" y="1"/>
                      <a:pt x="29" y="1"/>
                      <a:pt x="29" y="1"/>
                    </a:cubicBezTo>
                    <a:cubicBezTo>
                      <a:pt x="30" y="1"/>
                      <a:pt x="30" y="1"/>
                      <a:pt x="30" y="0"/>
                    </a:cubicBezTo>
                    <a:cubicBezTo>
                      <a:pt x="30" y="0"/>
                      <a:pt x="30" y="0"/>
                      <a:pt x="30" y="0"/>
                    </a:cubicBezTo>
                    <a:cubicBezTo>
                      <a:pt x="33" y="1"/>
                      <a:pt x="37" y="1"/>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1" y="3"/>
                    </a:cubicBezTo>
                    <a:cubicBezTo>
                      <a:pt x="41" y="3"/>
                      <a:pt x="41" y="3"/>
                      <a:pt x="41" y="3"/>
                    </a:cubicBezTo>
                    <a:cubicBezTo>
                      <a:pt x="41" y="3"/>
                      <a:pt x="41" y="4"/>
                      <a:pt x="41" y="4"/>
                    </a:cubicBezTo>
                    <a:cubicBezTo>
                      <a:pt x="41" y="4"/>
                      <a:pt x="41" y="4"/>
                      <a:pt x="41" y="4"/>
                    </a:cubicBezTo>
                    <a:cubicBezTo>
                      <a:pt x="41" y="4"/>
                      <a:pt x="41" y="4"/>
                      <a:pt x="41" y="4"/>
                    </a:cubicBezTo>
                    <a:cubicBezTo>
                      <a:pt x="41" y="4"/>
                      <a:pt x="41" y="4"/>
                      <a:pt x="41" y="4"/>
                    </a:cubicBezTo>
                    <a:cubicBezTo>
                      <a:pt x="40" y="4"/>
                      <a:pt x="40" y="4"/>
                      <a:pt x="40" y="4"/>
                    </a:cubicBezTo>
                    <a:cubicBezTo>
                      <a:pt x="40" y="4"/>
                      <a:pt x="40" y="4"/>
                      <a:pt x="40" y="4"/>
                    </a:cubicBezTo>
                    <a:cubicBezTo>
                      <a:pt x="40" y="4"/>
                      <a:pt x="40" y="4"/>
                      <a:pt x="40" y="4"/>
                    </a:cubicBezTo>
                    <a:cubicBezTo>
                      <a:pt x="40" y="4"/>
                      <a:pt x="40"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0" y="5"/>
                      <a:pt x="40" y="5"/>
                      <a:pt x="40" y="5"/>
                    </a:cubicBezTo>
                    <a:cubicBezTo>
                      <a:pt x="40" y="5"/>
                      <a:pt x="40" y="5"/>
                      <a:pt x="40" y="5"/>
                    </a:cubicBezTo>
                    <a:cubicBezTo>
                      <a:pt x="40" y="5"/>
                      <a:pt x="40" y="5"/>
                      <a:pt x="40" y="5"/>
                    </a:cubicBezTo>
                    <a:cubicBezTo>
                      <a:pt x="40" y="5"/>
                      <a:pt x="40" y="5"/>
                      <a:pt x="40" y="6"/>
                    </a:cubicBezTo>
                    <a:cubicBezTo>
                      <a:pt x="40" y="6"/>
                      <a:pt x="40" y="6"/>
                      <a:pt x="40" y="6"/>
                    </a:cubicBezTo>
                    <a:cubicBezTo>
                      <a:pt x="40" y="6"/>
                      <a:pt x="40" y="6"/>
                      <a:pt x="40" y="6"/>
                    </a:cubicBezTo>
                    <a:cubicBezTo>
                      <a:pt x="40" y="6"/>
                      <a:pt x="40" y="6"/>
                      <a:pt x="40" y="6"/>
                    </a:cubicBezTo>
                    <a:cubicBezTo>
                      <a:pt x="40" y="6"/>
                      <a:pt x="40" y="6"/>
                      <a:pt x="40"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8" y="6"/>
                    </a:cubicBezTo>
                    <a:cubicBezTo>
                      <a:pt x="38" y="6"/>
                      <a:pt x="38" y="6"/>
                      <a:pt x="38" y="6"/>
                    </a:cubicBezTo>
                    <a:cubicBezTo>
                      <a:pt x="38" y="6"/>
                      <a:pt x="38" y="7"/>
                      <a:pt x="38" y="7"/>
                    </a:cubicBezTo>
                    <a:cubicBezTo>
                      <a:pt x="38" y="7"/>
                      <a:pt x="38" y="7"/>
                      <a:pt x="38" y="7"/>
                    </a:cubicBezTo>
                    <a:cubicBezTo>
                      <a:pt x="38" y="7"/>
                      <a:pt x="38" y="7"/>
                      <a:pt x="38" y="7"/>
                    </a:cubicBezTo>
                    <a:cubicBezTo>
                      <a:pt x="37" y="7"/>
                      <a:pt x="37" y="7"/>
                      <a:pt x="37" y="7"/>
                    </a:cubicBezTo>
                    <a:cubicBezTo>
                      <a:pt x="38" y="7"/>
                      <a:pt x="38" y="7"/>
                      <a:pt x="38" y="7"/>
                    </a:cubicBezTo>
                    <a:cubicBezTo>
                      <a:pt x="38" y="8"/>
                      <a:pt x="38" y="8"/>
                      <a:pt x="38" y="8"/>
                    </a:cubicBezTo>
                    <a:cubicBezTo>
                      <a:pt x="39" y="8"/>
                      <a:pt x="39" y="8"/>
                      <a:pt x="39" y="9"/>
                    </a:cubicBezTo>
                    <a:cubicBezTo>
                      <a:pt x="39" y="9"/>
                      <a:pt x="39"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1" y="10"/>
                      <a:pt x="41" y="10"/>
                      <a:pt x="41" y="10"/>
                    </a:cubicBezTo>
                    <a:cubicBezTo>
                      <a:pt x="41" y="10"/>
                      <a:pt x="41" y="10"/>
                      <a:pt x="41" y="10"/>
                    </a:cubicBezTo>
                    <a:cubicBezTo>
                      <a:pt x="41" y="10"/>
                      <a:pt x="41" y="10"/>
                      <a:pt x="41" y="10"/>
                    </a:cubicBezTo>
                    <a:cubicBezTo>
                      <a:pt x="41" y="10"/>
                      <a:pt x="41" y="10"/>
                      <a:pt x="41" y="9"/>
                    </a:cubicBezTo>
                    <a:cubicBezTo>
                      <a:pt x="41" y="9"/>
                      <a:pt x="41" y="9"/>
                      <a:pt x="41" y="9"/>
                    </a:cubicBezTo>
                    <a:cubicBezTo>
                      <a:pt x="41" y="9"/>
                      <a:pt x="41" y="9"/>
                      <a:pt x="41" y="9"/>
                    </a:cubicBezTo>
                    <a:cubicBezTo>
                      <a:pt x="41" y="9"/>
                      <a:pt x="42" y="9"/>
                      <a:pt x="42" y="9"/>
                    </a:cubicBezTo>
                    <a:cubicBezTo>
                      <a:pt x="42" y="9"/>
                      <a:pt x="42" y="9"/>
                      <a:pt x="42" y="9"/>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4" y="11"/>
                      <a:pt x="44" y="11"/>
                      <a:pt x="44" y="11"/>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5" y="12"/>
                      <a:pt x="45" y="12"/>
                      <a:pt x="45" y="12"/>
                    </a:cubicBezTo>
                    <a:cubicBezTo>
                      <a:pt x="45" y="12"/>
                      <a:pt x="45" y="12"/>
                      <a:pt x="45" y="12"/>
                    </a:cubicBezTo>
                    <a:cubicBezTo>
                      <a:pt x="45" y="12"/>
                      <a:pt x="45" y="12"/>
                      <a:pt x="45" y="12"/>
                    </a:cubicBezTo>
                    <a:cubicBezTo>
                      <a:pt x="45" y="12"/>
                      <a:pt x="45" y="12"/>
                      <a:pt x="45" y="11"/>
                    </a:cubicBezTo>
                    <a:cubicBezTo>
                      <a:pt x="45" y="11"/>
                      <a:pt x="45" y="11"/>
                      <a:pt x="45" y="11"/>
                    </a:cubicBezTo>
                    <a:cubicBezTo>
                      <a:pt x="45" y="11"/>
                      <a:pt x="45" y="11"/>
                      <a:pt x="45" y="11"/>
                    </a:cubicBezTo>
                    <a:cubicBezTo>
                      <a:pt x="45" y="10"/>
                      <a:pt x="45" y="10"/>
                      <a:pt x="45" y="10"/>
                    </a:cubicBezTo>
                    <a:cubicBezTo>
                      <a:pt x="45" y="10"/>
                      <a:pt x="45" y="10"/>
                      <a:pt x="45" y="10"/>
                    </a:cubicBezTo>
                    <a:cubicBezTo>
                      <a:pt x="45" y="10"/>
                      <a:pt x="45" y="10"/>
                      <a:pt x="45"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1"/>
                      <a:pt x="45" y="11"/>
                      <a:pt x="45" y="11"/>
                    </a:cubicBezTo>
                    <a:cubicBezTo>
                      <a:pt x="45" y="11"/>
                      <a:pt x="45" y="11"/>
                      <a:pt x="45" y="11"/>
                    </a:cubicBezTo>
                    <a:cubicBezTo>
                      <a:pt x="45" y="11"/>
                      <a:pt x="45"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0"/>
                      <a:pt x="47" y="10"/>
                      <a:pt x="47" y="10"/>
                    </a:cubicBezTo>
                    <a:cubicBezTo>
                      <a:pt x="47" y="10"/>
                      <a:pt x="46" y="9"/>
                      <a:pt x="46" y="9"/>
                    </a:cubicBezTo>
                    <a:cubicBezTo>
                      <a:pt x="46" y="9"/>
                      <a:pt x="46" y="9"/>
                      <a:pt x="46" y="9"/>
                    </a:cubicBezTo>
                    <a:cubicBezTo>
                      <a:pt x="46" y="9"/>
                      <a:pt x="46" y="9"/>
                      <a:pt x="46" y="9"/>
                    </a:cubicBezTo>
                    <a:cubicBezTo>
                      <a:pt x="46" y="9"/>
                      <a:pt x="46" y="9"/>
                      <a:pt x="46" y="9"/>
                    </a:cubicBezTo>
                    <a:cubicBezTo>
                      <a:pt x="46" y="8"/>
                      <a:pt x="46" y="8"/>
                      <a:pt x="46" y="8"/>
                    </a:cubicBezTo>
                    <a:cubicBezTo>
                      <a:pt x="46" y="8"/>
                      <a:pt x="46" y="8"/>
                      <a:pt x="46" y="8"/>
                    </a:cubicBezTo>
                    <a:cubicBezTo>
                      <a:pt x="46" y="8"/>
                      <a:pt x="46" y="8"/>
                      <a:pt x="46" y="8"/>
                    </a:cubicBezTo>
                    <a:cubicBezTo>
                      <a:pt x="46" y="8"/>
                      <a:pt x="46" y="8"/>
                      <a:pt x="47" y="8"/>
                    </a:cubicBezTo>
                    <a:cubicBezTo>
                      <a:pt x="47" y="8"/>
                      <a:pt x="47" y="9"/>
                      <a:pt x="47" y="9"/>
                    </a:cubicBezTo>
                    <a:cubicBezTo>
                      <a:pt x="47" y="9"/>
                      <a:pt x="47" y="9"/>
                      <a:pt x="47" y="9"/>
                    </a:cubicBezTo>
                    <a:cubicBezTo>
                      <a:pt x="47" y="9"/>
                      <a:pt x="47" y="9"/>
                      <a:pt x="47" y="9"/>
                    </a:cubicBezTo>
                    <a:cubicBezTo>
                      <a:pt x="47" y="9"/>
                      <a:pt x="47" y="9"/>
                      <a:pt x="47" y="9"/>
                    </a:cubicBezTo>
                    <a:cubicBezTo>
                      <a:pt x="47" y="9"/>
                      <a:pt x="47" y="9"/>
                      <a:pt x="47" y="9"/>
                    </a:cubicBezTo>
                    <a:cubicBezTo>
                      <a:pt x="47" y="9"/>
                      <a:pt x="47" y="9"/>
                      <a:pt x="48" y="9"/>
                    </a:cubicBezTo>
                    <a:cubicBezTo>
                      <a:pt x="48" y="9"/>
                      <a:pt x="48" y="9"/>
                      <a:pt x="48" y="9"/>
                    </a:cubicBezTo>
                    <a:cubicBezTo>
                      <a:pt x="48" y="9"/>
                      <a:pt x="48" y="9"/>
                      <a:pt x="48" y="10"/>
                    </a:cubicBezTo>
                    <a:cubicBezTo>
                      <a:pt x="48" y="10"/>
                      <a:pt x="48" y="10"/>
                      <a:pt x="48" y="10"/>
                    </a:cubicBezTo>
                    <a:cubicBezTo>
                      <a:pt x="48" y="10"/>
                      <a:pt x="48" y="10"/>
                      <a:pt x="48"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1"/>
                      <a:pt x="47" y="11"/>
                    </a:cubicBezTo>
                    <a:cubicBezTo>
                      <a:pt x="47" y="11"/>
                      <a:pt x="47" y="11"/>
                      <a:pt x="47" y="11"/>
                    </a:cubicBezTo>
                    <a:cubicBezTo>
                      <a:pt x="47" y="11"/>
                      <a:pt x="47" y="11"/>
                      <a:pt x="47" y="11"/>
                    </a:cubicBezTo>
                    <a:cubicBezTo>
                      <a:pt x="48" y="11"/>
                      <a:pt x="48" y="11"/>
                      <a:pt x="48" y="11"/>
                    </a:cubicBezTo>
                    <a:cubicBezTo>
                      <a:pt x="48" y="11"/>
                      <a:pt x="48" y="11"/>
                      <a:pt x="48" y="11"/>
                    </a:cubicBezTo>
                    <a:cubicBezTo>
                      <a:pt x="48" y="11"/>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50" y="12"/>
                      <a:pt x="50" y="12"/>
                    </a:cubicBezTo>
                    <a:cubicBezTo>
                      <a:pt x="50" y="12"/>
                      <a:pt x="50" y="12"/>
                      <a:pt x="50" y="12"/>
                    </a:cubicBezTo>
                    <a:cubicBezTo>
                      <a:pt x="50" y="12"/>
                      <a:pt x="50" y="12"/>
                      <a:pt x="50" y="12"/>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49" y="14"/>
                      <a:pt x="49" y="14"/>
                    </a:cubicBezTo>
                    <a:cubicBezTo>
                      <a:pt x="49" y="14"/>
                      <a:pt x="49" y="14"/>
                      <a:pt x="49" y="14"/>
                    </a:cubicBezTo>
                    <a:cubicBezTo>
                      <a:pt x="49" y="14"/>
                      <a:pt x="49" y="14"/>
                      <a:pt x="49" y="14"/>
                    </a:cubicBezTo>
                    <a:cubicBezTo>
                      <a:pt x="49" y="14"/>
                      <a:pt x="49" y="14"/>
                      <a:pt x="49" y="14"/>
                    </a:cubicBezTo>
                    <a:cubicBezTo>
                      <a:pt x="49" y="14"/>
                      <a:pt x="49" y="14"/>
                      <a:pt x="49" y="14"/>
                    </a:cubicBezTo>
                    <a:cubicBezTo>
                      <a:pt x="49" y="14"/>
                      <a:pt x="49" y="14"/>
                      <a:pt x="49" y="14"/>
                    </a:cubicBezTo>
                    <a:cubicBezTo>
                      <a:pt x="49" y="14"/>
                      <a:pt x="48" y="14"/>
                      <a:pt x="48" y="14"/>
                    </a:cubicBezTo>
                    <a:cubicBezTo>
                      <a:pt x="48" y="14"/>
                      <a:pt x="48" y="14"/>
                      <a:pt x="48" y="14"/>
                    </a:cubicBezTo>
                    <a:cubicBezTo>
                      <a:pt x="48" y="14"/>
                      <a:pt x="48" y="14"/>
                      <a:pt x="48" y="14"/>
                    </a:cubicBezTo>
                    <a:cubicBezTo>
                      <a:pt x="48" y="14"/>
                      <a:pt x="48" y="14"/>
                      <a:pt x="48" y="14"/>
                    </a:cubicBezTo>
                    <a:cubicBezTo>
                      <a:pt x="48" y="14"/>
                      <a:pt x="48" y="14"/>
                      <a:pt x="48" y="13"/>
                    </a:cubicBezTo>
                    <a:cubicBezTo>
                      <a:pt x="48" y="13"/>
                      <a:pt x="48" y="13"/>
                      <a:pt x="48" y="13"/>
                    </a:cubicBezTo>
                    <a:cubicBezTo>
                      <a:pt x="48" y="13"/>
                      <a:pt x="48" y="13"/>
                      <a:pt x="48" y="13"/>
                    </a:cubicBezTo>
                    <a:cubicBezTo>
                      <a:pt x="48" y="14"/>
                      <a:pt x="48" y="14"/>
                      <a:pt x="48" y="14"/>
                    </a:cubicBezTo>
                    <a:cubicBezTo>
                      <a:pt x="48" y="14"/>
                      <a:pt x="48"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3"/>
                      <a:pt x="46" y="13"/>
                      <a:pt x="46" y="13"/>
                    </a:cubicBezTo>
                    <a:cubicBezTo>
                      <a:pt x="46" y="13"/>
                      <a:pt x="46" y="13"/>
                      <a:pt x="46" y="13"/>
                    </a:cubicBezTo>
                    <a:cubicBezTo>
                      <a:pt x="46" y="13"/>
                      <a:pt x="46" y="13"/>
                      <a:pt x="46" y="13"/>
                    </a:cubicBezTo>
                    <a:cubicBezTo>
                      <a:pt x="46" y="13"/>
                      <a:pt x="46" y="13"/>
                      <a:pt x="46"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3" y="12"/>
                      <a:pt x="43" y="12"/>
                    </a:cubicBezTo>
                    <a:cubicBezTo>
                      <a:pt x="43" y="12"/>
                      <a:pt x="43" y="12"/>
                      <a:pt x="43" y="12"/>
                    </a:cubicBezTo>
                    <a:cubicBezTo>
                      <a:pt x="43" y="12"/>
                      <a:pt x="43" y="12"/>
                      <a:pt x="43" y="11"/>
                    </a:cubicBezTo>
                    <a:cubicBezTo>
                      <a:pt x="43" y="11"/>
                      <a:pt x="43" y="11"/>
                      <a:pt x="43" y="11"/>
                    </a:cubicBezTo>
                    <a:cubicBezTo>
                      <a:pt x="43" y="11"/>
                      <a:pt x="43" y="11"/>
                      <a:pt x="43" y="11"/>
                    </a:cubicBezTo>
                    <a:cubicBezTo>
                      <a:pt x="43" y="11"/>
                      <a:pt x="43" y="11"/>
                      <a:pt x="43" y="12"/>
                    </a:cubicBezTo>
                    <a:cubicBezTo>
                      <a:pt x="42" y="12"/>
                      <a:pt x="42" y="12"/>
                      <a:pt x="42" y="12"/>
                    </a:cubicBezTo>
                    <a:cubicBezTo>
                      <a:pt x="42" y="12"/>
                      <a:pt x="42" y="12"/>
                      <a:pt x="42" y="12"/>
                    </a:cubicBezTo>
                    <a:cubicBezTo>
                      <a:pt x="42" y="12"/>
                      <a:pt x="42" y="12"/>
                      <a:pt x="42" y="12"/>
                    </a:cubicBezTo>
                    <a:cubicBezTo>
                      <a:pt x="42" y="12"/>
                      <a:pt x="42" y="12"/>
                      <a:pt x="42" y="12"/>
                    </a:cubicBezTo>
                    <a:cubicBezTo>
                      <a:pt x="41" y="12"/>
                      <a:pt x="41" y="12"/>
                      <a:pt x="41" y="12"/>
                    </a:cubicBezTo>
                    <a:cubicBezTo>
                      <a:pt x="41" y="12"/>
                      <a:pt x="41" y="12"/>
                      <a:pt x="41" y="12"/>
                    </a:cubicBezTo>
                    <a:cubicBezTo>
                      <a:pt x="41" y="12"/>
                      <a:pt x="41"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8" y="12"/>
                      <a:pt x="38" y="12"/>
                    </a:cubicBezTo>
                    <a:cubicBezTo>
                      <a:pt x="38" y="12"/>
                      <a:pt x="38" y="12"/>
                      <a:pt x="38" y="12"/>
                    </a:cubicBezTo>
                    <a:cubicBezTo>
                      <a:pt x="38" y="12"/>
                      <a:pt x="38" y="12"/>
                      <a:pt x="38" y="13"/>
                    </a:cubicBezTo>
                    <a:cubicBezTo>
                      <a:pt x="38" y="13"/>
                      <a:pt x="38" y="13"/>
                      <a:pt x="38" y="13"/>
                    </a:cubicBezTo>
                    <a:cubicBezTo>
                      <a:pt x="38" y="13"/>
                      <a:pt x="38" y="13"/>
                      <a:pt x="38" y="13"/>
                    </a:cubicBezTo>
                    <a:cubicBezTo>
                      <a:pt x="38" y="13"/>
                      <a:pt x="38" y="13"/>
                      <a:pt x="37" y="13"/>
                    </a:cubicBezTo>
                    <a:cubicBezTo>
                      <a:pt x="37" y="13"/>
                      <a:pt x="37" y="13"/>
                      <a:pt x="37" y="13"/>
                    </a:cubicBezTo>
                    <a:cubicBezTo>
                      <a:pt x="37" y="13"/>
                      <a:pt x="37" y="13"/>
                      <a:pt x="37" y="13"/>
                    </a:cubicBezTo>
                    <a:cubicBezTo>
                      <a:pt x="37" y="13"/>
                      <a:pt x="37" y="13"/>
                      <a:pt x="37" y="13"/>
                    </a:cubicBezTo>
                    <a:cubicBezTo>
                      <a:pt x="37" y="13"/>
                      <a:pt x="37" y="13"/>
                      <a:pt x="37" y="13"/>
                    </a:cubicBezTo>
                    <a:cubicBezTo>
                      <a:pt x="37" y="13"/>
                      <a:pt x="37" y="13"/>
                      <a:pt x="37" y="13"/>
                    </a:cubicBezTo>
                    <a:cubicBezTo>
                      <a:pt x="37" y="13"/>
                      <a:pt x="37" y="14"/>
                      <a:pt x="37" y="14"/>
                    </a:cubicBezTo>
                    <a:cubicBezTo>
                      <a:pt x="37" y="14"/>
                      <a:pt x="37" y="14"/>
                      <a:pt x="37" y="14"/>
                    </a:cubicBezTo>
                    <a:cubicBezTo>
                      <a:pt x="37" y="14"/>
                      <a:pt x="37" y="14"/>
                      <a:pt x="37" y="14"/>
                    </a:cubicBezTo>
                    <a:cubicBezTo>
                      <a:pt x="37" y="14"/>
                      <a:pt x="37" y="14"/>
                      <a:pt x="37" y="14"/>
                    </a:cubicBezTo>
                    <a:cubicBezTo>
                      <a:pt x="37" y="14"/>
                      <a:pt x="37" y="14"/>
                      <a:pt x="37" y="14"/>
                    </a:cubicBezTo>
                    <a:cubicBezTo>
                      <a:pt x="37" y="15"/>
                      <a:pt x="37" y="15"/>
                      <a:pt x="37" y="15"/>
                    </a:cubicBezTo>
                    <a:cubicBezTo>
                      <a:pt x="37" y="15"/>
                      <a:pt x="37"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5" y="15"/>
                    </a:cubicBezTo>
                    <a:cubicBezTo>
                      <a:pt x="35" y="15"/>
                      <a:pt x="35" y="15"/>
                      <a:pt x="35" y="15"/>
                    </a:cubicBezTo>
                    <a:cubicBezTo>
                      <a:pt x="35" y="16"/>
                      <a:pt x="35" y="16"/>
                      <a:pt x="35" y="16"/>
                    </a:cubicBezTo>
                    <a:cubicBezTo>
                      <a:pt x="35" y="16"/>
                      <a:pt x="35" y="16"/>
                      <a:pt x="35" y="16"/>
                    </a:cubicBezTo>
                    <a:cubicBezTo>
                      <a:pt x="35" y="16"/>
                      <a:pt x="35" y="16"/>
                      <a:pt x="35" y="16"/>
                    </a:cubicBezTo>
                    <a:cubicBezTo>
                      <a:pt x="35" y="16"/>
                      <a:pt x="35" y="16"/>
                      <a:pt x="35" y="16"/>
                    </a:cubicBezTo>
                    <a:cubicBezTo>
                      <a:pt x="35" y="16"/>
                      <a:pt x="35" y="16"/>
                      <a:pt x="35" y="16"/>
                    </a:cubicBezTo>
                    <a:cubicBezTo>
                      <a:pt x="35" y="17"/>
                      <a:pt x="35" y="17"/>
                      <a:pt x="35" y="17"/>
                    </a:cubicBezTo>
                    <a:cubicBezTo>
                      <a:pt x="35" y="17"/>
                      <a:pt x="35" y="17"/>
                      <a:pt x="35" y="17"/>
                    </a:cubicBezTo>
                    <a:cubicBezTo>
                      <a:pt x="35" y="17"/>
                      <a:pt x="35" y="17"/>
                      <a:pt x="35" y="17"/>
                    </a:cubicBezTo>
                    <a:cubicBezTo>
                      <a:pt x="34" y="17"/>
                      <a:pt x="34" y="17"/>
                      <a:pt x="34" y="17"/>
                    </a:cubicBezTo>
                    <a:cubicBezTo>
                      <a:pt x="34" y="18"/>
                      <a:pt x="34" y="18"/>
                      <a:pt x="34" y="18"/>
                    </a:cubicBezTo>
                    <a:cubicBezTo>
                      <a:pt x="34" y="18"/>
                      <a:pt x="34" y="18"/>
                      <a:pt x="34" y="18"/>
                    </a:cubicBezTo>
                    <a:cubicBezTo>
                      <a:pt x="34" y="18"/>
                      <a:pt x="34" y="18"/>
                      <a:pt x="34" y="18"/>
                    </a:cubicBezTo>
                    <a:cubicBezTo>
                      <a:pt x="34" y="18"/>
                      <a:pt x="34" y="18"/>
                      <a:pt x="34" y="18"/>
                    </a:cubicBezTo>
                    <a:cubicBezTo>
                      <a:pt x="34" y="18"/>
                      <a:pt x="34" y="18"/>
                      <a:pt x="34" y="18"/>
                    </a:cubicBezTo>
                    <a:cubicBezTo>
                      <a:pt x="34" y="19"/>
                      <a:pt x="34" y="19"/>
                      <a:pt x="34" y="19"/>
                    </a:cubicBezTo>
                    <a:cubicBezTo>
                      <a:pt x="34" y="19"/>
                      <a:pt x="34" y="19"/>
                      <a:pt x="34" y="19"/>
                    </a:cubicBezTo>
                    <a:cubicBezTo>
                      <a:pt x="34" y="19"/>
                      <a:pt x="34" y="19"/>
                      <a:pt x="34" y="19"/>
                    </a:cubicBezTo>
                    <a:cubicBezTo>
                      <a:pt x="34" y="19"/>
                      <a:pt x="34" y="19"/>
                      <a:pt x="34" y="19"/>
                    </a:cubicBezTo>
                    <a:cubicBezTo>
                      <a:pt x="34" y="19"/>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5" y="20"/>
                    </a:cubicBezTo>
                    <a:cubicBezTo>
                      <a:pt x="35" y="20"/>
                      <a:pt x="35" y="20"/>
                      <a:pt x="35" y="20"/>
                    </a:cubicBezTo>
                    <a:cubicBezTo>
                      <a:pt x="35" y="20"/>
                      <a:pt x="35" y="20"/>
                      <a:pt x="35" y="20"/>
                    </a:cubicBezTo>
                    <a:cubicBezTo>
                      <a:pt x="35" y="20"/>
                      <a:pt x="35" y="20"/>
                      <a:pt x="35" y="20"/>
                    </a:cubicBezTo>
                    <a:cubicBezTo>
                      <a:pt x="35" y="21"/>
                      <a:pt x="35" y="21"/>
                      <a:pt x="35" y="21"/>
                    </a:cubicBezTo>
                    <a:cubicBezTo>
                      <a:pt x="35" y="21"/>
                      <a:pt x="34" y="21"/>
                      <a:pt x="34" y="21"/>
                    </a:cubicBezTo>
                    <a:cubicBezTo>
                      <a:pt x="34" y="21"/>
                      <a:pt x="34" y="21"/>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5" y="22"/>
                    </a:cubicBezTo>
                    <a:cubicBezTo>
                      <a:pt x="35" y="22"/>
                      <a:pt x="35" y="22"/>
                      <a:pt x="35" y="23"/>
                    </a:cubicBezTo>
                    <a:cubicBezTo>
                      <a:pt x="35" y="23"/>
                      <a:pt x="35" y="23"/>
                      <a:pt x="35" y="23"/>
                    </a:cubicBezTo>
                    <a:cubicBezTo>
                      <a:pt x="35" y="23"/>
                      <a:pt x="35" y="23"/>
                      <a:pt x="35" y="23"/>
                    </a:cubicBezTo>
                    <a:cubicBezTo>
                      <a:pt x="35" y="23"/>
                      <a:pt x="35" y="23"/>
                      <a:pt x="35" y="23"/>
                    </a:cubicBezTo>
                    <a:cubicBezTo>
                      <a:pt x="35" y="23"/>
                      <a:pt x="35" y="23"/>
                      <a:pt x="35" y="23"/>
                    </a:cubicBezTo>
                    <a:cubicBezTo>
                      <a:pt x="35" y="23"/>
                      <a:pt x="35" y="23"/>
                      <a:pt x="35" y="23"/>
                    </a:cubicBezTo>
                    <a:cubicBezTo>
                      <a:pt x="35" y="23"/>
                      <a:pt x="36" y="23"/>
                      <a:pt x="36" y="24"/>
                    </a:cubicBezTo>
                    <a:cubicBezTo>
                      <a:pt x="36" y="24"/>
                      <a:pt x="36" y="24"/>
                      <a:pt x="36" y="24"/>
                    </a:cubicBezTo>
                    <a:cubicBezTo>
                      <a:pt x="36" y="24"/>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7" y="25"/>
                      <a:pt x="37" y="25"/>
                      <a:pt x="37" y="25"/>
                    </a:cubicBezTo>
                    <a:cubicBezTo>
                      <a:pt x="37" y="25"/>
                      <a:pt x="37" y="25"/>
                      <a:pt x="37" y="25"/>
                    </a:cubicBezTo>
                    <a:cubicBezTo>
                      <a:pt x="37" y="25"/>
                      <a:pt x="37" y="26"/>
                      <a:pt x="37" y="26"/>
                    </a:cubicBezTo>
                    <a:cubicBezTo>
                      <a:pt x="37" y="26"/>
                      <a:pt x="37"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1" y="27"/>
                    </a:cubicBezTo>
                    <a:cubicBezTo>
                      <a:pt x="41" y="27"/>
                      <a:pt x="41" y="27"/>
                      <a:pt x="41" y="27"/>
                    </a:cubicBezTo>
                    <a:cubicBezTo>
                      <a:pt x="41" y="27"/>
                      <a:pt x="41" y="27"/>
                      <a:pt x="41" y="27"/>
                    </a:cubicBezTo>
                    <a:cubicBezTo>
                      <a:pt x="41" y="27"/>
                      <a:pt x="41" y="27"/>
                      <a:pt x="41" y="27"/>
                    </a:cubicBezTo>
                    <a:cubicBezTo>
                      <a:pt x="41" y="27"/>
                      <a:pt x="41" y="27"/>
                      <a:pt x="41" y="27"/>
                    </a:cubicBezTo>
                    <a:cubicBezTo>
                      <a:pt x="41" y="27"/>
                      <a:pt x="41" y="27"/>
                      <a:pt x="41"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6"/>
                      <a:pt x="42" y="26"/>
                      <a:pt x="43" y="26"/>
                    </a:cubicBezTo>
                    <a:cubicBezTo>
                      <a:pt x="43" y="26"/>
                      <a:pt x="43" y="26"/>
                      <a:pt x="43" y="26"/>
                    </a:cubicBezTo>
                    <a:cubicBezTo>
                      <a:pt x="43" y="26"/>
                      <a:pt x="43" y="26"/>
                      <a:pt x="43" y="26"/>
                    </a:cubicBezTo>
                    <a:cubicBezTo>
                      <a:pt x="43" y="26"/>
                      <a:pt x="43" y="26"/>
                      <a:pt x="43" y="26"/>
                    </a:cubicBezTo>
                    <a:cubicBezTo>
                      <a:pt x="43" y="26"/>
                      <a:pt x="43" y="26"/>
                      <a:pt x="43" y="26"/>
                    </a:cubicBezTo>
                    <a:cubicBezTo>
                      <a:pt x="44" y="26"/>
                      <a:pt x="44" y="26"/>
                      <a:pt x="44" y="26"/>
                    </a:cubicBezTo>
                    <a:cubicBezTo>
                      <a:pt x="44" y="26"/>
                      <a:pt x="44" y="26"/>
                      <a:pt x="44" y="26"/>
                    </a:cubicBezTo>
                    <a:cubicBezTo>
                      <a:pt x="44" y="26"/>
                      <a:pt x="44" y="26"/>
                      <a:pt x="44" y="26"/>
                    </a:cubicBezTo>
                    <a:cubicBezTo>
                      <a:pt x="45" y="26"/>
                      <a:pt x="45" y="26"/>
                      <a:pt x="45" y="26"/>
                    </a:cubicBezTo>
                    <a:cubicBezTo>
                      <a:pt x="45" y="26"/>
                      <a:pt x="45" y="26"/>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6" y="27"/>
                      <a:pt x="46" y="27"/>
                      <a:pt x="46" y="27"/>
                    </a:cubicBezTo>
                    <a:cubicBezTo>
                      <a:pt x="46" y="27"/>
                      <a:pt x="46" y="27"/>
                      <a:pt x="46" y="27"/>
                    </a:cubicBezTo>
                    <a:cubicBezTo>
                      <a:pt x="46" y="27"/>
                      <a:pt x="46" y="27"/>
                      <a:pt x="46" y="27"/>
                    </a:cubicBezTo>
                    <a:cubicBezTo>
                      <a:pt x="46" y="27"/>
                      <a:pt x="47" y="28"/>
                      <a:pt x="47" y="28"/>
                    </a:cubicBezTo>
                    <a:cubicBezTo>
                      <a:pt x="47" y="28"/>
                      <a:pt x="46" y="28"/>
                      <a:pt x="46" y="28"/>
                    </a:cubicBezTo>
                    <a:cubicBezTo>
                      <a:pt x="46" y="28"/>
                      <a:pt x="46" y="28"/>
                      <a:pt x="46" y="28"/>
                    </a:cubicBezTo>
                    <a:cubicBezTo>
                      <a:pt x="46" y="28"/>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30"/>
                      <a:pt x="46" y="30"/>
                    </a:cubicBezTo>
                    <a:cubicBezTo>
                      <a:pt x="46" y="30"/>
                      <a:pt x="46" y="30"/>
                      <a:pt x="46" y="30"/>
                    </a:cubicBezTo>
                    <a:cubicBezTo>
                      <a:pt x="46" y="30"/>
                      <a:pt x="46" y="30"/>
                      <a:pt x="46" y="30"/>
                    </a:cubicBezTo>
                    <a:cubicBezTo>
                      <a:pt x="46" y="30"/>
                      <a:pt x="47" y="30"/>
                      <a:pt x="47" y="30"/>
                    </a:cubicBezTo>
                    <a:cubicBezTo>
                      <a:pt x="47" y="30"/>
                      <a:pt x="47" y="30"/>
                      <a:pt x="47" y="30"/>
                    </a:cubicBezTo>
                    <a:cubicBezTo>
                      <a:pt x="47" y="30"/>
                      <a:pt x="47" y="30"/>
                      <a:pt x="47" y="30"/>
                    </a:cubicBezTo>
                    <a:cubicBezTo>
                      <a:pt x="47" y="30"/>
                      <a:pt x="47" y="31"/>
                      <a:pt x="47" y="31"/>
                    </a:cubicBezTo>
                    <a:cubicBezTo>
                      <a:pt x="47" y="31"/>
                      <a:pt x="47" y="31"/>
                      <a:pt x="47" y="31"/>
                    </a:cubicBezTo>
                    <a:cubicBezTo>
                      <a:pt x="47" y="31"/>
                      <a:pt x="47" y="31"/>
                      <a:pt x="47" y="31"/>
                    </a:cubicBezTo>
                    <a:cubicBezTo>
                      <a:pt x="47" y="31"/>
                      <a:pt x="47" y="31"/>
                      <a:pt x="47" y="31"/>
                    </a:cubicBezTo>
                    <a:cubicBezTo>
                      <a:pt x="47" y="31"/>
                      <a:pt x="47" y="31"/>
                      <a:pt x="47" y="31"/>
                    </a:cubicBezTo>
                    <a:cubicBezTo>
                      <a:pt x="47" y="32"/>
                      <a:pt x="47"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3"/>
                      <a:pt x="48" y="33"/>
                      <a:pt x="48" y="33"/>
                    </a:cubicBezTo>
                    <a:cubicBezTo>
                      <a:pt x="48" y="33"/>
                      <a:pt x="48" y="33"/>
                      <a:pt x="48" y="33"/>
                    </a:cubicBezTo>
                    <a:cubicBezTo>
                      <a:pt x="48" y="33"/>
                      <a:pt x="48" y="34"/>
                      <a:pt x="48" y="34"/>
                    </a:cubicBezTo>
                    <a:cubicBezTo>
                      <a:pt x="48" y="34"/>
                      <a:pt x="48" y="34"/>
                      <a:pt x="48" y="34"/>
                    </a:cubicBezTo>
                    <a:cubicBezTo>
                      <a:pt x="48" y="34"/>
                      <a:pt x="48" y="34"/>
                      <a:pt x="48" y="34"/>
                    </a:cubicBezTo>
                    <a:cubicBezTo>
                      <a:pt x="48" y="34"/>
                      <a:pt x="48" y="34"/>
                      <a:pt x="48" y="34"/>
                    </a:cubicBezTo>
                    <a:cubicBezTo>
                      <a:pt x="48" y="34"/>
                      <a:pt x="48" y="34"/>
                      <a:pt x="48" y="34"/>
                    </a:cubicBezTo>
                    <a:cubicBezTo>
                      <a:pt x="48" y="34"/>
                      <a:pt x="48" y="35"/>
                      <a:pt x="48" y="35"/>
                    </a:cubicBezTo>
                    <a:cubicBezTo>
                      <a:pt x="48" y="35"/>
                      <a:pt x="48" y="35"/>
                      <a:pt x="48" y="35"/>
                    </a:cubicBezTo>
                    <a:cubicBezTo>
                      <a:pt x="48" y="35"/>
                      <a:pt x="48" y="35"/>
                      <a:pt x="48" y="35"/>
                    </a:cubicBezTo>
                    <a:cubicBezTo>
                      <a:pt x="48" y="35"/>
                      <a:pt x="48" y="35"/>
                      <a:pt x="48" y="35"/>
                    </a:cubicBezTo>
                    <a:cubicBezTo>
                      <a:pt x="48" y="35"/>
                      <a:pt x="48" y="35"/>
                      <a:pt x="48" y="35"/>
                    </a:cubicBezTo>
                    <a:cubicBezTo>
                      <a:pt x="47" y="35"/>
                      <a:pt x="47" y="35"/>
                      <a:pt x="47" y="35"/>
                    </a:cubicBezTo>
                    <a:cubicBezTo>
                      <a:pt x="47" y="35"/>
                      <a:pt x="47" y="35"/>
                      <a:pt x="47" y="36"/>
                    </a:cubicBezTo>
                    <a:cubicBezTo>
                      <a:pt x="47" y="36"/>
                      <a:pt x="47" y="36"/>
                      <a:pt x="47" y="36"/>
                    </a:cubicBezTo>
                    <a:cubicBezTo>
                      <a:pt x="47" y="36"/>
                      <a:pt x="47" y="36"/>
                      <a:pt x="47" y="36"/>
                    </a:cubicBezTo>
                    <a:cubicBezTo>
                      <a:pt x="47" y="36"/>
                      <a:pt x="47" y="36"/>
                      <a:pt x="47" y="36"/>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6" y="37"/>
                      <a:pt x="46" y="37"/>
                      <a:pt x="46" y="37"/>
                    </a:cubicBezTo>
                    <a:cubicBezTo>
                      <a:pt x="46" y="37"/>
                      <a:pt x="46" y="37"/>
                      <a:pt x="46" y="37"/>
                    </a:cubicBezTo>
                    <a:cubicBezTo>
                      <a:pt x="46" y="37"/>
                      <a:pt x="46" y="37"/>
                      <a:pt x="46" y="37"/>
                    </a:cubicBezTo>
                    <a:cubicBezTo>
                      <a:pt x="46" y="37"/>
                      <a:pt x="46" y="37"/>
                      <a:pt x="46" y="37"/>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7" y="40"/>
                      <a:pt x="47" y="40"/>
                    </a:cubicBezTo>
                    <a:cubicBezTo>
                      <a:pt x="47" y="40"/>
                      <a:pt x="47" y="40"/>
                      <a:pt x="47" y="40"/>
                    </a:cubicBezTo>
                    <a:cubicBezTo>
                      <a:pt x="47" y="40"/>
                      <a:pt x="47" y="40"/>
                      <a:pt x="47" y="40"/>
                    </a:cubicBezTo>
                    <a:cubicBezTo>
                      <a:pt x="47" y="40"/>
                      <a:pt x="47" y="40"/>
                      <a:pt x="47" y="40"/>
                    </a:cubicBezTo>
                    <a:cubicBezTo>
                      <a:pt x="47" y="40"/>
                      <a:pt x="47" y="40"/>
                      <a:pt x="47" y="40"/>
                    </a:cubicBezTo>
                    <a:cubicBezTo>
                      <a:pt x="47" y="40"/>
                      <a:pt x="47" y="40"/>
                      <a:pt x="47" y="40"/>
                    </a:cubicBezTo>
                    <a:cubicBezTo>
                      <a:pt x="47" y="40"/>
                      <a:pt x="47" y="41"/>
                      <a:pt x="47" y="41"/>
                    </a:cubicBezTo>
                    <a:cubicBezTo>
                      <a:pt x="47" y="41"/>
                      <a:pt x="47" y="41"/>
                      <a:pt x="47" y="41"/>
                    </a:cubicBezTo>
                    <a:cubicBezTo>
                      <a:pt x="47" y="41"/>
                      <a:pt x="47" y="41"/>
                      <a:pt x="47" y="41"/>
                    </a:cubicBezTo>
                    <a:cubicBezTo>
                      <a:pt x="46" y="41"/>
                      <a:pt x="46" y="41"/>
                      <a:pt x="46" y="41"/>
                    </a:cubicBezTo>
                    <a:cubicBezTo>
                      <a:pt x="46" y="43"/>
                      <a:pt x="46" y="43"/>
                      <a:pt x="46" y="43"/>
                    </a:cubicBezTo>
                    <a:cubicBezTo>
                      <a:pt x="47" y="43"/>
                      <a:pt x="47" y="43"/>
                      <a:pt x="47" y="43"/>
                    </a:cubicBezTo>
                    <a:cubicBezTo>
                      <a:pt x="47" y="43"/>
                      <a:pt x="47" y="43"/>
                      <a:pt x="47" y="44"/>
                    </a:cubicBezTo>
                    <a:cubicBezTo>
                      <a:pt x="47" y="44"/>
                      <a:pt x="47" y="44"/>
                      <a:pt x="47" y="44"/>
                    </a:cubicBezTo>
                    <a:cubicBezTo>
                      <a:pt x="47" y="44"/>
                      <a:pt x="47" y="44"/>
                      <a:pt x="47" y="44"/>
                    </a:cubicBezTo>
                    <a:cubicBezTo>
                      <a:pt x="47" y="44"/>
                      <a:pt x="47" y="45"/>
                      <a:pt x="47" y="45"/>
                    </a:cubicBezTo>
                    <a:cubicBezTo>
                      <a:pt x="47" y="45"/>
                      <a:pt x="47" y="45"/>
                      <a:pt x="46" y="45"/>
                    </a:cubicBezTo>
                    <a:cubicBezTo>
                      <a:pt x="46" y="45"/>
                      <a:pt x="46" y="45"/>
                      <a:pt x="46" y="45"/>
                    </a:cubicBezTo>
                    <a:cubicBezTo>
                      <a:pt x="46" y="45"/>
                      <a:pt x="46" y="45"/>
                      <a:pt x="46" y="45"/>
                    </a:cubicBezTo>
                    <a:cubicBezTo>
                      <a:pt x="46" y="45"/>
                      <a:pt x="46" y="45"/>
                      <a:pt x="46" y="45"/>
                    </a:cubicBezTo>
                    <a:cubicBezTo>
                      <a:pt x="46" y="45"/>
                      <a:pt x="46" y="45"/>
                      <a:pt x="46" y="46"/>
                    </a:cubicBezTo>
                    <a:cubicBezTo>
                      <a:pt x="46" y="46"/>
                      <a:pt x="46" y="46"/>
                      <a:pt x="46" y="46"/>
                    </a:cubicBezTo>
                    <a:cubicBezTo>
                      <a:pt x="46" y="46"/>
                      <a:pt x="46" y="46"/>
                      <a:pt x="46" y="46"/>
                    </a:cubicBezTo>
                    <a:cubicBezTo>
                      <a:pt x="46" y="46"/>
                      <a:pt x="47" y="46"/>
                      <a:pt x="47" y="46"/>
                    </a:cubicBezTo>
                    <a:cubicBezTo>
                      <a:pt x="47" y="46"/>
                      <a:pt x="47" y="46"/>
                      <a:pt x="47" y="46"/>
                    </a:cubicBezTo>
                    <a:cubicBezTo>
                      <a:pt x="47" y="46"/>
                      <a:pt x="47" y="46"/>
                      <a:pt x="47" y="46"/>
                    </a:cubicBezTo>
                    <a:cubicBezTo>
                      <a:pt x="47" y="46"/>
                      <a:pt x="48" y="46"/>
                      <a:pt x="48" y="46"/>
                    </a:cubicBezTo>
                    <a:cubicBezTo>
                      <a:pt x="48" y="46"/>
                      <a:pt x="48" y="46"/>
                      <a:pt x="49" y="45"/>
                    </a:cubicBezTo>
                    <a:cubicBezTo>
                      <a:pt x="49" y="45"/>
                      <a:pt x="49" y="45"/>
                      <a:pt x="49" y="45"/>
                    </a:cubicBezTo>
                    <a:cubicBezTo>
                      <a:pt x="49" y="45"/>
                      <a:pt x="49" y="45"/>
                      <a:pt x="49" y="45"/>
                    </a:cubicBezTo>
                    <a:cubicBezTo>
                      <a:pt x="49" y="45"/>
                      <a:pt x="49" y="45"/>
                      <a:pt x="49" y="45"/>
                    </a:cubicBezTo>
                    <a:cubicBezTo>
                      <a:pt x="49" y="45"/>
                      <a:pt x="49" y="45"/>
                      <a:pt x="49" y="45"/>
                    </a:cubicBezTo>
                    <a:cubicBezTo>
                      <a:pt x="49" y="45"/>
                      <a:pt x="49" y="45"/>
                      <a:pt x="49" y="45"/>
                    </a:cubicBezTo>
                    <a:cubicBezTo>
                      <a:pt x="49" y="45"/>
                      <a:pt x="49" y="45"/>
                      <a:pt x="50" y="45"/>
                    </a:cubicBezTo>
                    <a:cubicBezTo>
                      <a:pt x="50" y="45"/>
                      <a:pt x="50" y="45"/>
                      <a:pt x="50" y="45"/>
                    </a:cubicBezTo>
                    <a:cubicBezTo>
                      <a:pt x="50" y="45"/>
                      <a:pt x="50" y="45"/>
                      <a:pt x="50" y="45"/>
                    </a:cubicBezTo>
                    <a:cubicBezTo>
                      <a:pt x="50" y="44"/>
                      <a:pt x="50" y="44"/>
                      <a:pt x="50" y="44"/>
                    </a:cubicBezTo>
                    <a:cubicBezTo>
                      <a:pt x="50" y="44"/>
                      <a:pt x="50"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2" y="44"/>
                      <a:pt x="52" y="43"/>
                      <a:pt x="52" y="43"/>
                    </a:cubicBezTo>
                    <a:cubicBezTo>
                      <a:pt x="52" y="43"/>
                      <a:pt x="52" y="43"/>
                      <a:pt x="52" y="43"/>
                    </a:cubicBezTo>
                    <a:cubicBezTo>
                      <a:pt x="52" y="43"/>
                      <a:pt x="52" y="43"/>
                      <a:pt x="52" y="43"/>
                    </a:cubicBezTo>
                    <a:cubicBezTo>
                      <a:pt x="52" y="43"/>
                      <a:pt x="52" y="43"/>
                      <a:pt x="52" y="43"/>
                    </a:cubicBezTo>
                    <a:cubicBezTo>
                      <a:pt x="52" y="42"/>
                      <a:pt x="52" y="42"/>
                      <a:pt x="52" y="42"/>
                    </a:cubicBezTo>
                    <a:cubicBezTo>
                      <a:pt x="52" y="42"/>
                      <a:pt x="51" y="42"/>
                      <a:pt x="51" y="42"/>
                    </a:cubicBezTo>
                    <a:cubicBezTo>
                      <a:pt x="51" y="42"/>
                      <a:pt x="51"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1"/>
                      <a:pt x="52" y="41"/>
                      <a:pt x="52" y="41"/>
                    </a:cubicBezTo>
                    <a:cubicBezTo>
                      <a:pt x="52" y="41"/>
                      <a:pt x="52" y="41"/>
                      <a:pt x="52" y="41"/>
                    </a:cubicBezTo>
                    <a:cubicBezTo>
                      <a:pt x="52" y="41"/>
                      <a:pt x="52" y="41"/>
                      <a:pt x="52" y="41"/>
                    </a:cubicBezTo>
                    <a:cubicBezTo>
                      <a:pt x="52" y="41"/>
                      <a:pt x="52" y="41"/>
                      <a:pt x="52" y="41"/>
                    </a:cubicBezTo>
                    <a:cubicBezTo>
                      <a:pt x="52" y="41"/>
                      <a:pt x="52" y="41"/>
                      <a:pt x="52" y="41"/>
                    </a:cubicBezTo>
                    <a:cubicBezTo>
                      <a:pt x="52" y="41"/>
                      <a:pt x="53" y="41"/>
                      <a:pt x="53" y="41"/>
                    </a:cubicBezTo>
                    <a:cubicBezTo>
                      <a:pt x="53" y="41"/>
                      <a:pt x="53" y="40"/>
                      <a:pt x="53" y="40"/>
                    </a:cubicBezTo>
                    <a:cubicBezTo>
                      <a:pt x="53" y="40"/>
                      <a:pt x="53" y="40"/>
                      <a:pt x="53" y="40"/>
                    </a:cubicBezTo>
                    <a:cubicBezTo>
                      <a:pt x="53" y="40"/>
                      <a:pt x="53" y="40"/>
                      <a:pt x="53" y="40"/>
                    </a:cubicBezTo>
                    <a:cubicBezTo>
                      <a:pt x="53" y="40"/>
                      <a:pt x="53" y="40"/>
                      <a:pt x="53" y="40"/>
                    </a:cubicBezTo>
                    <a:cubicBezTo>
                      <a:pt x="53" y="40"/>
                      <a:pt x="53" y="40"/>
                      <a:pt x="53" y="40"/>
                    </a:cubicBezTo>
                    <a:cubicBezTo>
                      <a:pt x="53" y="39"/>
                      <a:pt x="53" y="39"/>
                      <a:pt x="53" y="39"/>
                    </a:cubicBezTo>
                    <a:cubicBezTo>
                      <a:pt x="53" y="39"/>
                      <a:pt x="53" y="39"/>
                      <a:pt x="53" y="39"/>
                    </a:cubicBezTo>
                    <a:cubicBezTo>
                      <a:pt x="53" y="39"/>
                      <a:pt x="53" y="39"/>
                      <a:pt x="53" y="39"/>
                    </a:cubicBezTo>
                    <a:cubicBezTo>
                      <a:pt x="53" y="39"/>
                      <a:pt x="53" y="39"/>
                      <a:pt x="53" y="39"/>
                    </a:cubicBezTo>
                    <a:cubicBezTo>
                      <a:pt x="53" y="39"/>
                      <a:pt x="54" y="39"/>
                      <a:pt x="54" y="39"/>
                    </a:cubicBezTo>
                    <a:cubicBezTo>
                      <a:pt x="54" y="39"/>
                      <a:pt x="54" y="38"/>
                      <a:pt x="54" y="38"/>
                    </a:cubicBezTo>
                    <a:cubicBezTo>
                      <a:pt x="54" y="38"/>
                      <a:pt x="54" y="38"/>
                      <a:pt x="54" y="38"/>
                    </a:cubicBezTo>
                    <a:cubicBezTo>
                      <a:pt x="54" y="38"/>
                      <a:pt x="54" y="38"/>
                      <a:pt x="54" y="38"/>
                    </a:cubicBezTo>
                    <a:cubicBezTo>
                      <a:pt x="54" y="38"/>
                      <a:pt x="54" y="38"/>
                      <a:pt x="54" y="38"/>
                    </a:cubicBezTo>
                    <a:cubicBezTo>
                      <a:pt x="54" y="37"/>
                      <a:pt x="54" y="37"/>
                      <a:pt x="55" y="37"/>
                    </a:cubicBezTo>
                    <a:cubicBezTo>
                      <a:pt x="55" y="37"/>
                      <a:pt x="55" y="37"/>
                      <a:pt x="55" y="37"/>
                    </a:cubicBezTo>
                    <a:cubicBezTo>
                      <a:pt x="55" y="37"/>
                      <a:pt x="55" y="37"/>
                      <a:pt x="55" y="37"/>
                    </a:cubicBezTo>
                    <a:cubicBezTo>
                      <a:pt x="55" y="36"/>
                      <a:pt x="55" y="36"/>
                      <a:pt x="55" y="36"/>
                    </a:cubicBezTo>
                    <a:cubicBezTo>
                      <a:pt x="55" y="36"/>
                      <a:pt x="55" y="36"/>
                      <a:pt x="55" y="36"/>
                    </a:cubicBezTo>
                    <a:cubicBezTo>
                      <a:pt x="55" y="36"/>
                      <a:pt x="55" y="35"/>
                      <a:pt x="55" y="35"/>
                    </a:cubicBezTo>
                    <a:cubicBezTo>
                      <a:pt x="55" y="35"/>
                      <a:pt x="55" y="35"/>
                      <a:pt x="55" y="35"/>
                    </a:cubicBezTo>
                    <a:cubicBezTo>
                      <a:pt x="55" y="35"/>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6" y="34"/>
                      <a:pt x="56" y="34"/>
                      <a:pt x="56" y="34"/>
                    </a:cubicBezTo>
                    <a:cubicBezTo>
                      <a:pt x="56" y="34"/>
                      <a:pt x="56" y="34"/>
                      <a:pt x="56" y="34"/>
                    </a:cubicBezTo>
                    <a:cubicBezTo>
                      <a:pt x="56" y="34"/>
                      <a:pt x="56" y="33"/>
                      <a:pt x="56" y="33"/>
                    </a:cubicBezTo>
                    <a:cubicBezTo>
                      <a:pt x="56" y="32"/>
                      <a:pt x="56" y="32"/>
                      <a:pt x="56" y="32"/>
                    </a:cubicBezTo>
                    <a:cubicBezTo>
                      <a:pt x="56" y="31"/>
                      <a:pt x="56" y="31"/>
                      <a:pt x="56" y="31"/>
                    </a:cubicBezTo>
                    <a:cubicBezTo>
                      <a:pt x="56" y="31"/>
                      <a:pt x="56" y="31"/>
                      <a:pt x="56" y="31"/>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29"/>
                      <a:pt x="56" y="29"/>
                      <a:pt x="56" y="29"/>
                    </a:cubicBezTo>
                    <a:cubicBezTo>
                      <a:pt x="56" y="29"/>
                      <a:pt x="56" y="29"/>
                      <a:pt x="56" y="29"/>
                    </a:cubicBezTo>
                    <a:cubicBezTo>
                      <a:pt x="56" y="29"/>
                      <a:pt x="56" y="29"/>
                      <a:pt x="56" y="29"/>
                    </a:cubicBezTo>
                    <a:cubicBezTo>
                      <a:pt x="56" y="29"/>
                      <a:pt x="56" y="29"/>
                      <a:pt x="56" y="28"/>
                    </a:cubicBezTo>
                    <a:cubicBezTo>
                      <a:pt x="56" y="28"/>
                      <a:pt x="56" y="28"/>
                      <a:pt x="56" y="28"/>
                    </a:cubicBezTo>
                    <a:cubicBezTo>
                      <a:pt x="56" y="28"/>
                      <a:pt x="56" y="28"/>
                      <a:pt x="56" y="28"/>
                    </a:cubicBezTo>
                    <a:cubicBezTo>
                      <a:pt x="56" y="28"/>
                      <a:pt x="56" y="28"/>
                      <a:pt x="56" y="28"/>
                    </a:cubicBezTo>
                    <a:cubicBezTo>
                      <a:pt x="56" y="28"/>
                      <a:pt x="56" y="28"/>
                      <a:pt x="56" y="28"/>
                    </a:cubicBezTo>
                    <a:cubicBezTo>
                      <a:pt x="56" y="28"/>
                      <a:pt x="56" y="27"/>
                      <a:pt x="56" y="27"/>
                    </a:cubicBezTo>
                    <a:cubicBezTo>
                      <a:pt x="56" y="27"/>
                      <a:pt x="56" y="27"/>
                      <a:pt x="56" y="27"/>
                    </a:cubicBezTo>
                    <a:cubicBezTo>
                      <a:pt x="56" y="27"/>
                      <a:pt x="56" y="27"/>
                      <a:pt x="56" y="27"/>
                    </a:cubicBezTo>
                    <a:cubicBezTo>
                      <a:pt x="56" y="27"/>
                      <a:pt x="56" y="27"/>
                      <a:pt x="56" y="27"/>
                    </a:cubicBezTo>
                    <a:cubicBezTo>
                      <a:pt x="56" y="26"/>
                      <a:pt x="56" y="26"/>
                      <a:pt x="56" y="26"/>
                    </a:cubicBezTo>
                    <a:cubicBezTo>
                      <a:pt x="56" y="26"/>
                      <a:pt x="56" y="26"/>
                      <a:pt x="56" y="26"/>
                    </a:cubicBezTo>
                    <a:cubicBezTo>
                      <a:pt x="57" y="26"/>
                      <a:pt x="57" y="26"/>
                      <a:pt x="57" y="26"/>
                    </a:cubicBezTo>
                    <a:cubicBezTo>
                      <a:pt x="57" y="25"/>
                      <a:pt x="57" y="25"/>
                      <a:pt x="57" y="25"/>
                    </a:cubicBezTo>
                    <a:cubicBezTo>
                      <a:pt x="57" y="25"/>
                      <a:pt x="57" y="25"/>
                      <a:pt x="57" y="25"/>
                    </a:cubicBezTo>
                    <a:cubicBezTo>
                      <a:pt x="57" y="25"/>
                      <a:pt x="57" y="24"/>
                      <a:pt x="56" y="24"/>
                    </a:cubicBezTo>
                    <a:cubicBezTo>
                      <a:pt x="56" y="24"/>
                      <a:pt x="56" y="24"/>
                      <a:pt x="56" y="24"/>
                    </a:cubicBezTo>
                    <a:cubicBezTo>
                      <a:pt x="56" y="24"/>
                      <a:pt x="56" y="24"/>
                      <a:pt x="56" y="24"/>
                    </a:cubicBezTo>
                    <a:cubicBezTo>
                      <a:pt x="56" y="23"/>
                      <a:pt x="56" y="23"/>
                      <a:pt x="56" y="23"/>
                    </a:cubicBezTo>
                    <a:cubicBezTo>
                      <a:pt x="56" y="23"/>
                      <a:pt x="56" y="23"/>
                      <a:pt x="56" y="23"/>
                    </a:cubicBezTo>
                    <a:cubicBezTo>
                      <a:pt x="56" y="23"/>
                      <a:pt x="56" y="23"/>
                      <a:pt x="56" y="23"/>
                    </a:cubicBezTo>
                    <a:cubicBezTo>
                      <a:pt x="56" y="23"/>
                      <a:pt x="56" y="23"/>
                      <a:pt x="56" y="23"/>
                    </a:cubicBezTo>
                    <a:cubicBezTo>
                      <a:pt x="56" y="23"/>
                      <a:pt x="56" y="23"/>
                      <a:pt x="56" y="23"/>
                    </a:cubicBezTo>
                    <a:cubicBezTo>
                      <a:pt x="56" y="23"/>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1"/>
                      <a:pt x="55" y="21"/>
                      <a:pt x="55" y="21"/>
                    </a:cubicBezTo>
                    <a:cubicBezTo>
                      <a:pt x="55" y="21"/>
                      <a:pt x="55" y="21"/>
                      <a:pt x="55" y="21"/>
                    </a:cubicBezTo>
                    <a:cubicBezTo>
                      <a:pt x="55" y="21"/>
                      <a:pt x="55" y="21"/>
                      <a:pt x="55" y="21"/>
                    </a:cubicBezTo>
                    <a:cubicBezTo>
                      <a:pt x="54" y="21"/>
                      <a:pt x="54" y="21"/>
                      <a:pt x="54" y="21"/>
                    </a:cubicBezTo>
                    <a:cubicBezTo>
                      <a:pt x="54" y="21"/>
                      <a:pt x="54" y="21"/>
                      <a:pt x="54" y="21"/>
                    </a:cubicBezTo>
                    <a:cubicBezTo>
                      <a:pt x="54" y="20"/>
                      <a:pt x="54" y="20"/>
                      <a:pt x="54" y="20"/>
                    </a:cubicBezTo>
                    <a:cubicBezTo>
                      <a:pt x="54" y="20"/>
                      <a:pt x="54" y="20"/>
                      <a:pt x="54" y="20"/>
                    </a:cubicBezTo>
                    <a:cubicBezTo>
                      <a:pt x="54" y="19"/>
                      <a:pt x="54" y="19"/>
                      <a:pt x="54" y="19"/>
                    </a:cubicBezTo>
                    <a:cubicBezTo>
                      <a:pt x="54" y="19"/>
                      <a:pt x="54" y="19"/>
                      <a:pt x="54" y="19"/>
                    </a:cubicBezTo>
                    <a:cubicBezTo>
                      <a:pt x="54" y="19"/>
                      <a:pt x="54" y="19"/>
                      <a:pt x="53" y="19"/>
                    </a:cubicBezTo>
                    <a:cubicBezTo>
                      <a:pt x="53" y="19"/>
                      <a:pt x="53" y="19"/>
                      <a:pt x="53" y="19"/>
                    </a:cubicBezTo>
                    <a:cubicBezTo>
                      <a:pt x="53" y="19"/>
                      <a:pt x="53" y="19"/>
                      <a:pt x="53" y="19"/>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2" y="17"/>
                    </a:cubicBezTo>
                    <a:cubicBezTo>
                      <a:pt x="52" y="17"/>
                      <a:pt x="52" y="17"/>
                      <a:pt x="52" y="17"/>
                    </a:cubicBezTo>
                    <a:cubicBezTo>
                      <a:pt x="52" y="16"/>
                      <a:pt x="52" y="16"/>
                      <a:pt x="52" y="16"/>
                    </a:cubicBezTo>
                    <a:cubicBezTo>
                      <a:pt x="52" y="16"/>
                      <a:pt x="51" y="16"/>
                      <a:pt x="51" y="15"/>
                    </a:cubicBezTo>
                    <a:cubicBezTo>
                      <a:pt x="51" y="15"/>
                      <a:pt x="51" y="15"/>
                      <a:pt x="51" y="15"/>
                    </a:cubicBezTo>
                    <a:cubicBezTo>
                      <a:pt x="51" y="15"/>
                      <a:pt x="51" y="15"/>
                      <a:pt x="51" y="15"/>
                    </a:cubicBezTo>
                    <a:cubicBezTo>
                      <a:pt x="52" y="15"/>
                      <a:pt x="52" y="15"/>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3" y="17"/>
                      <a:pt x="53" y="17"/>
                    </a:cubicBezTo>
                    <a:cubicBezTo>
                      <a:pt x="53" y="17"/>
                      <a:pt x="53" y="17"/>
                      <a:pt x="53" y="17"/>
                    </a:cubicBezTo>
                    <a:cubicBezTo>
                      <a:pt x="53" y="17"/>
                      <a:pt x="53" y="17"/>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20"/>
                    </a:cubicBezTo>
                    <a:cubicBezTo>
                      <a:pt x="54" y="20"/>
                      <a:pt x="54" y="20"/>
                      <a:pt x="54" y="20"/>
                    </a:cubicBezTo>
                    <a:cubicBezTo>
                      <a:pt x="54" y="20"/>
                      <a:pt x="54" y="20"/>
                      <a:pt x="54" y="20"/>
                    </a:cubicBezTo>
                    <a:cubicBezTo>
                      <a:pt x="54" y="20"/>
                      <a:pt x="54" y="20"/>
                      <a:pt x="54" y="20"/>
                    </a:cubicBezTo>
                    <a:cubicBezTo>
                      <a:pt x="54" y="20"/>
                      <a:pt x="54" y="20"/>
                      <a:pt x="54" y="20"/>
                    </a:cubicBezTo>
                    <a:cubicBezTo>
                      <a:pt x="54" y="20"/>
                      <a:pt x="54" y="20"/>
                      <a:pt x="55" y="20"/>
                    </a:cubicBezTo>
                    <a:cubicBezTo>
                      <a:pt x="55" y="20"/>
                      <a:pt x="55" y="20"/>
                      <a:pt x="55" y="20"/>
                    </a:cubicBezTo>
                    <a:cubicBezTo>
                      <a:pt x="55" y="20"/>
                      <a:pt x="55" y="20"/>
                      <a:pt x="55" y="20"/>
                    </a:cubicBezTo>
                    <a:cubicBezTo>
                      <a:pt x="55" y="21"/>
                      <a:pt x="55" y="21"/>
                      <a:pt x="55" y="21"/>
                    </a:cubicBezTo>
                    <a:cubicBezTo>
                      <a:pt x="55" y="21"/>
                      <a:pt x="55" y="21"/>
                      <a:pt x="55" y="21"/>
                    </a:cubicBezTo>
                    <a:cubicBezTo>
                      <a:pt x="55" y="21"/>
                      <a:pt x="55" y="21"/>
                      <a:pt x="55" y="21"/>
                    </a:cubicBezTo>
                    <a:cubicBezTo>
                      <a:pt x="55" y="21"/>
                      <a:pt x="55" y="21"/>
                      <a:pt x="55" y="22"/>
                    </a:cubicBezTo>
                    <a:cubicBezTo>
                      <a:pt x="55" y="22"/>
                      <a:pt x="55" y="22"/>
                      <a:pt x="56" y="22"/>
                    </a:cubicBezTo>
                    <a:cubicBezTo>
                      <a:pt x="56" y="22"/>
                      <a:pt x="56" y="22"/>
                      <a:pt x="56" y="22"/>
                    </a:cubicBezTo>
                    <a:cubicBezTo>
                      <a:pt x="56" y="22"/>
                      <a:pt x="56" y="22"/>
                      <a:pt x="56" y="22"/>
                    </a:cubicBezTo>
                    <a:cubicBezTo>
                      <a:pt x="56" y="21"/>
                      <a:pt x="55" y="20"/>
                      <a:pt x="55" y="20"/>
                    </a:cubicBezTo>
                    <a:cubicBezTo>
                      <a:pt x="55" y="19"/>
                      <a:pt x="55" y="19"/>
                      <a:pt x="55" y="19"/>
                    </a:cubicBezTo>
                    <a:close/>
                    <a:moveTo>
                      <a:pt x="39" y="3"/>
                    </a:moveTo>
                    <a:cubicBezTo>
                      <a:pt x="39" y="3"/>
                      <a:pt x="39" y="3"/>
                      <a:pt x="38" y="3"/>
                    </a:cubicBezTo>
                    <a:cubicBezTo>
                      <a:pt x="38" y="3"/>
                      <a:pt x="38" y="3"/>
                      <a:pt x="38" y="3"/>
                    </a:cubicBezTo>
                    <a:cubicBezTo>
                      <a:pt x="38" y="3"/>
                      <a:pt x="38" y="3"/>
                      <a:pt x="38" y="3"/>
                    </a:cubicBezTo>
                    <a:cubicBezTo>
                      <a:pt x="38" y="3"/>
                      <a:pt x="39" y="3"/>
                      <a:pt x="39" y="3"/>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8" y="4"/>
                      <a:pt x="38" y="4"/>
                      <a:pt x="38" y="4"/>
                    </a:cubicBezTo>
                    <a:cubicBezTo>
                      <a:pt x="38" y="4"/>
                      <a:pt x="38" y="4"/>
                      <a:pt x="38" y="4"/>
                    </a:cubicBezTo>
                    <a:cubicBezTo>
                      <a:pt x="38" y="4"/>
                      <a:pt x="38" y="4"/>
                      <a:pt x="38" y="4"/>
                    </a:cubicBezTo>
                    <a:cubicBezTo>
                      <a:pt x="38" y="5"/>
                      <a:pt x="38" y="5"/>
                      <a:pt x="38" y="5"/>
                    </a:cubicBezTo>
                    <a:cubicBezTo>
                      <a:pt x="39" y="5"/>
                      <a:pt x="39" y="5"/>
                      <a:pt x="39" y="5"/>
                    </a:cubicBezTo>
                    <a:cubicBezTo>
                      <a:pt x="39" y="5"/>
                      <a:pt x="39" y="5"/>
                      <a:pt x="39" y="5"/>
                    </a:cubicBezTo>
                    <a:cubicBezTo>
                      <a:pt x="40" y="5"/>
                      <a:pt x="40" y="5"/>
                      <a:pt x="40" y="5"/>
                    </a:cubicBezTo>
                    <a:cubicBezTo>
                      <a:pt x="40" y="5"/>
                      <a:pt x="40" y="5"/>
                      <a:pt x="40" y="5"/>
                    </a:cubicBezTo>
                    <a:cubicBezTo>
                      <a:pt x="40" y="5"/>
                      <a:pt x="40" y="5"/>
                      <a:pt x="40" y="5"/>
                    </a:cubicBezTo>
                    <a:cubicBezTo>
                      <a:pt x="40" y="5"/>
                      <a:pt x="40" y="5"/>
                      <a:pt x="40" y="5"/>
                    </a:cubicBezTo>
                    <a:cubicBezTo>
                      <a:pt x="40" y="5"/>
                      <a:pt x="40" y="5"/>
                      <a:pt x="40" y="5"/>
                    </a:cubicBezTo>
                    <a:cubicBezTo>
                      <a:pt x="40" y="5"/>
                      <a:pt x="40" y="5"/>
                      <a:pt x="40" y="5"/>
                    </a:cubicBezTo>
                    <a:cubicBezTo>
                      <a:pt x="40" y="4"/>
                      <a:pt x="40" y="4"/>
                      <a:pt x="40" y="4"/>
                    </a:cubicBezTo>
                    <a:cubicBezTo>
                      <a:pt x="40" y="4"/>
                      <a:pt x="40" y="4"/>
                      <a:pt x="40" y="4"/>
                    </a:cubicBezTo>
                    <a:cubicBezTo>
                      <a:pt x="39" y="4"/>
                      <a:pt x="39" y="4"/>
                      <a:pt x="39" y="4"/>
                    </a:cubicBezTo>
                    <a:cubicBezTo>
                      <a:pt x="39" y="4"/>
                      <a:pt x="39" y="4"/>
                      <a:pt x="39" y="4"/>
                    </a:cubicBezTo>
                    <a:cubicBezTo>
                      <a:pt x="39" y="4"/>
                      <a:pt x="39" y="4"/>
                      <a:pt x="39" y="4"/>
                    </a:cubicBezTo>
                    <a:cubicBezTo>
                      <a:pt x="39" y="4"/>
                      <a:pt x="39" y="4"/>
                      <a:pt x="39" y="4"/>
                    </a:cubicBezTo>
                    <a:cubicBezTo>
                      <a:pt x="40" y="4"/>
                      <a:pt x="40" y="4"/>
                      <a:pt x="40" y="4"/>
                    </a:cubicBezTo>
                    <a:cubicBezTo>
                      <a:pt x="40" y="4"/>
                      <a:pt x="40" y="4"/>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0" y="3"/>
                    </a:cubicBezTo>
                    <a:cubicBezTo>
                      <a:pt x="39" y="3"/>
                      <a:pt x="39" y="3"/>
                      <a:pt x="39" y="3"/>
                    </a:cubicBezTo>
                    <a:cubicBezTo>
                      <a:pt x="39" y="3"/>
                      <a:pt x="39" y="3"/>
                      <a:pt x="39" y="3"/>
                    </a:cubicBezTo>
                    <a:cubicBezTo>
                      <a:pt x="39" y="3"/>
                      <a:pt x="39" y="3"/>
                      <a:pt x="39" y="3"/>
                    </a:cubicBezTo>
                    <a:cubicBezTo>
                      <a:pt x="39" y="3"/>
                      <a:pt x="39" y="3"/>
                      <a:pt x="39" y="3"/>
                    </a:cubicBezTo>
                    <a:close/>
                    <a:moveTo>
                      <a:pt x="37" y="3"/>
                    </a:moveTo>
                    <a:cubicBezTo>
                      <a:pt x="37" y="3"/>
                      <a:pt x="37" y="3"/>
                      <a:pt x="37" y="3"/>
                    </a:cubicBezTo>
                    <a:cubicBezTo>
                      <a:pt x="37" y="3"/>
                      <a:pt x="37" y="3"/>
                      <a:pt x="37" y="3"/>
                    </a:cubicBezTo>
                    <a:cubicBezTo>
                      <a:pt x="37" y="3"/>
                      <a:pt x="37" y="3"/>
                      <a:pt x="37" y="3"/>
                    </a:cubicBezTo>
                    <a:cubicBezTo>
                      <a:pt x="37" y="3"/>
                      <a:pt x="37" y="3"/>
                      <a:pt x="37" y="3"/>
                    </a:cubicBezTo>
                    <a:cubicBezTo>
                      <a:pt x="37" y="3"/>
                      <a:pt x="37" y="3"/>
                      <a:pt x="37"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7" y="5"/>
                    </a:cubicBezTo>
                    <a:cubicBezTo>
                      <a:pt x="37" y="5"/>
                      <a:pt x="37" y="5"/>
                      <a:pt x="37" y="5"/>
                    </a:cubicBezTo>
                    <a:cubicBezTo>
                      <a:pt x="37" y="5"/>
                      <a:pt x="37" y="5"/>
                      <a:pt x="37" y="5"/>
                    </a:cubicBezTo>
                    <a:cubicBezTo>
                      <a:pt x="37" y="5"/>
                      <a:pt x="37" y="5"/>
                      <a:pt x="37" y="5"/>
                    </a:cubicBezTo>
                    <a:cubicBezTo>
                      <a:pt x="37" y="5"/>
                      <a:pt x="38" y="5"/>
                      <a:pt x="38" y="5"/>
                    </a:cubicBezTo>
                    <a:cubicBezTo>
                      <a:pt x="38" y="5"/>
                      <a:pt x="38" y="5"/>
                      <a:pt x="38" y="5"/>
                    </a:cubicBezTo>
                    <a:cubicBezTo>
                      <a:pt x="38" y="5"/>
                      <a:pt x="38" y="4"/>
                      <a:pt x="38" y="4"/>
                    </a:cubicBezTo>
                    <a:cubicBezTo>
                      <a:pt x="38" y="4"/>
                      <a:pt x="38" y="4"/>
                      <a:pt x="38" y="4"/>
                    </a:cubicBezTo>
                    <a:cubicBezTo>
                      <a:pt x="38" y="4"/>
                      <a:pt x="38" y="4"/>
                      <a:pt x="38" y="4"/>
                    </a:cubicBezTo>
                    <a:cubicBezTo>
                      <a:pt x="38" y="4"/>
                      <a:pt x="38" y="4"/>
                      <a:pt x="38" y="4"/>
                    </a:cubicBezTo>
                    <a:cubicBezTo>
                      <a:pt x="38" y="4"/>
                      <a:pt x="38" y="4"/>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2"/>
                      <a:pt x="38" y="2"/>
                    </a:cubicBezTo>
                    <a:cubicBezTo>
                      <a:pt x="38" y="2"/>
                      <a:pt x="38"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6" y="2"/>
                      <a:pt x="36" y="2"/>
                      <a:pt x="36" y="2"/>
                    </a:cubicBezTo>
                    <a:cubicBezTo>
                      <a:pt x="36" y="2"/>
                      <a:pt x="36" y="2"/>
                      <a:pt x="36" y="2"/>
                    </a:cubicBezTo>
                    <a:cubicBezTo>
                      <a:pt x="36" y="2"/>
                      <a:pt x="36" y="2"/>
                      <a:pt x="36" y="2"/>
                    </a:cubicBezTo>
                    <a:cubicBezTo>
                      <a:pt x="36" y="2"/>
                      <a:pt x="36" y="2"/>
                      <a:pt x="36" y="3"/>
                    </a:cubicBezTo>
                    <a:cubicBezTo>
                      <a:pt x="36" y="3"/>
                      <a:pt x="36" y="3"/>
                      <a:pt x="36" y="3"/>
                    </a:cubicBezTo>
                    <a:cubicBezTo>
                      <a:pt x="37" y="3"/>
                      <a:pt x="37" y="3"/>
                      <a:pt x="37" y="3"/>
                    </a:cubicBezTo>
                    <a:cubicBezTo>
                      <a:pt x="37" y="3"/>
                      <a:pt x="37" y="3"/>
                      <a:pt x="37" y="3"/>
                    </a:cubicBezTo>
                    <a:close/>
                    <a:moveTo>
                      <a:pt x="55" y="38"/>
                    </a:moveTo>
                    <a:cubicBezTo>
                      <a:pt x="56" y="38"/>
                      <a:pt x="56" y="38"/>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5" y="38"/>
                      <a:pt x="55" y="38"/>
                    </a:cubicBezTo>
                    <a:cubicBezTo>
                      <a:pt x="55" y="38"/>
                      <a:pt x="55" y="38"/>
                      <a:pt x="55" y="38"/>
                    </a:cubicBezTo>
                    <a:cubicBezTo>
                      <a:pt x="55" y="38"/>
                      <a:pt x="54" y="38"/>
                      <a:pt x="54" y="38"/>
                    </a:cubicBezTo>
                    <a:cubicBezTo>
                      <a:pt x="54" y="38"/>
                      <a:pt x="54" y="38"/>
                      <a:pt x="54" y="38"/>
                    </a:cubicBezTo>
                    <a:cubicBezTo>
                      <a:pt x="54" y="38"/>
                      <a:pt x="54" y="38"/>
                      <a:pt x="54" y="38"/>
                    </a:cubicBezTo>
                    <a:cubicBezTo>
                      <a:pt x="54" y="38"/>
                      <a:pt x="54" y="39"/>
                      <a:pt x="54" y="39"/>
                    </a:cubicBezTo>
                    <a:cubicBezTo>
                      <a:pt x="54" y="39"/>
                      <a:pt x="54" y="39"/>
                      <a:pt x="54" y="39"/>
                    </a:cubicBezTo>
                    <a:cubicBezTo>
                      <a:pt x="54" y="39"/>
                      <a:pt x="54" y="39"/>
                      <a:pt x="54" y="39"/>
                    </a:cubicBezTo>
                    <a:cubicBezTo>
                      <a:pt x="54" y="39"/>
                      <a:pt x="54" y="39"/>
                      <a:pt x="54" y="39"/>
                    </a:cubicBezTo>
                    <a:cubicBezTo>
                      <a:pt x="54" y="40"/>
                      <a:pt x="54" y="40"/>
                      <a:pt x="54" y="40"/>
                    </a:cubicBezTo>
                    <a:cubicBezTo>
                      <a:pt x="54" y="40"/>
                      <a:pt x="54" y="41"/>
                      <a:pt x="54" y="41"/>
                    </a:cubicBezTo>
                    <a:cubicBezTo>
                      <a:pt x="54" y="41"/>
                      <a:pt x="54" y="41"/>
                      <a:pt x="54" y="41"/>
                    </a:cubicBezTo>
                    <a:cubicBezTo>
                      <a:pt x="54" y="41"/>
                      <a:pt x="54" y="41"/>
                      <a:pt x="54" y="41"/>
                    </a:cubicBezTo>
                    <a:cubicBezTo>
                      <a:pt x="54" y="41"/>
                      <a:pt x="54" y="41"/>
                      <a:pt x="54" y="41"/>
                    </a:cubicBezTo>
                    <a:cubicBezTo>
                      <a:pt x="55" y="41"/>
                      <a:pt x="55" y="40"/>
                      <a:pt x="55" y="40"/>
                    </a:cubicBezTo>
                    <a:cubicBezTo>
                      <a:pt x="55" y="40"/>
                      <a:pt x="55" y="40"/>
                      <a:pt x="55" y="40"/>
                    </a:cubicBezTo>
                    <a:cubicBezTo>
                      <a:pt x="55" y="40"/>
                      <a:pt x="55" y="40"/>
                      <a:pt x="55" y="40"/>
                    </a:cubicBezTo>
                    <a:cubicBezTo>
                      <a:pt x="55" y="40"/>
                      <a:pt x="55" y="40"/>
                      <a:pt x="55" y="40"/>
                    </a:cubicBezTo>
                    <a:cubicBezTo>
                      <a:pt x="55" y="40"/>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8"/>
                      <a:pt x="55" y="38"/>
                    </a:cubicBezTo>
                    <a:cubicBezTo>
                      <a:pt x="55" y="38"/>
                      <a:pt x="55" y="38"/>
                      <a:pt x="55" y="38"/>
                    </a:cubicBezTo>
                    <a:cubicBezTo>
                      <a:pt x="55" y="38"/>
                      <a:pt x="55" y="38"/>
                      <a:pt x="55" y="38"/>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91" name="Oval 40"/>
              <p:cNvSpPr>
                <a:spLocks noChangeArrowheads="1"/>
              </p:cNvSpPr>
              <p:nvPr/>
            </p:nvSpPr>
            <p:spPr bwMode="auto">
              <a:xfrm>
                <a:off x="8695" y="5784"/>
                <a:ext cx="1063" cy="1057"/>
              </a:xfrm>
              <a:prstGeom prst="ellipse">
                <a:avLst/>
              </a:prstGeom>
              <a:noFill/>
              <a:ln w="3175" cap="flat">
                <a:solidFill>
                  <a:schemeClr val="tx1"/>
                </a:solidFill>
                <a:prstDash val="solid"/>
                <a:miter lim="800000"/>
              </a:ln>
              <a:extLst>
                <a:ext uri="{909E8E84-426E-40DD-AFC4-6F175D3DCCD1}">
                  <a14:hiddenFill xmlns:a14="http://schemas.microsoft.com/office/drawing/2010/main">
                    <a:solidFill>
                      <a:srgbClr val="88CBAF"/>
                    </a:solidFill>
                  </a14:hiddenFill>
                </a:ext>
              </a:extLst>
            </p:spPr>
            <p:txBody>
              <a:bodyPr vert="horz" wrap="square" lIns="81887" tIns="40943" rIns="81887" bIns="40943" numCol="1" anchor="t" anchorCtr="0" compatLnSpc="1"/>
              <a:lstStyle/>
              <a:p>
                <a:endParaRPr lang="zh-CN" altLang="en-US"/>
              </a:p>
            </p:txBody>
          </p:sp>
          <p:sp>
            <p:nvSpPr>
              <p:cNvPr id="92" name="Oval 41"/>
              <p:cNvSpPr>
                <a:spLocks noChangeArrowheads="1"/>
              </p:cNvSpPr>
              <p:nvPr/>
            </p:nvSpPr>
            <p:spPr bwMode="auto">
              <a:xfrm>
                <a:off x="11950" y="5784"/>
                <a:ext cx="1060" cy="1057"/>
              </a:xfrm>
              <a:prstGeom prst="ellipse">
                <a:avLst/>
              </a:prstGeom>
              <a:noFill/>
              <a:ln w="3175" cap="flat">
                <a:solidFill>
                  <a:schemeClr val="tx1"/>
                </a:solidFill>
                <a:prstDash val="solid"/>
                <a:miter lim="800000"/>
              </a:ln>
              <a:extLst>
                <a:ext uri="{909E8E84-426E-40DD-AFC4-6F175D3DCCD1}">
                  <a14:hiddenFill xmlns:a14="http://schemas.microsoft.com/office/drawing/2010/main">
                    <a:solidFill>
                      <a:srgbClr val="88CBAF"/>
                    </a:solidFill>
                  </a14:hiddenFill>
                </a:ext>
              </a:extLst>
            </p:spPr>
            <p:txBody>
              <a:bodyPr vert="horz" wrap="square" lIns="81887" tIns="40943" rIns="81887" bIns="40943" numCol="1" anchor="t" anchorCtr="0" compatLnSpc="1"/>
              <a:lstStyle/>
              <a:p>
                <a:endParaRPr lang="zh-CN" altLang="en-US"/>
              </a:p>
            </p:txBody>
          </p:sp>
          <p:sp>
            <p:nvSpPr>
              <p:cNvPr id="93" name="Oval 42"/>
              <p:cNvSpPr>
                <a:spLocks noChangeArrowheads="1"/>
              </p:cNvSpPr>
              <p:nvPr/>
            </p:nvSpPr>
            <p:spPr bwMode="auto">
              <a:xfrm>
                <a:off x="15213" y="5784"/>
                <a:ext cx="1060" cy="1057"/>
              </a:xfrm>
              <a:prstGeom prst="ellipse">
                <a:avLst/>
              </a:prstGeom>
              <a:noFill/>
              <a:ln w="3175" cap="flat">
                <a:solidFill>
                  <a:schemeClr val="tx1"/>
                </a:solidFill>
                <a:prstDash val="solid"/>
                <a:miter lim="800000"/>
              </a:ln>
              <a:extLst>
                <a:ext uri="{909E8E84-426E-40DD-AFC4-6F175D3DCCD1}">
                  <a14:hiddenFill xmlns:a14="http://schemas.microsoft.com/office/drawing/2010/main">
                    <a:solidFill>
                      <a:srgbClr val="88CBAF"/>
                    </a:solidFill>
                  </a14:hiddenFill>
                </a:ext>
              </a:extLst>
            </p:spPr>
            <p:txBody>
              <a:bodyPr vert="horz" wrap="square" lIns="81887" tIns="40943" rIns="81887" bIns="40943" numCol="1" anchor="t" anchorCtr="0" compatLnSpc="1"/>
              <a:lstStyle/>
              <a:p>
                <a:endParaRPr lang="zh-CN" altLang="en-US"/>
              </a:p>
            </p:txBody>
          </p:sp>
          <p:sp>
            <p:nvSpPr>
              <p:cNvPr id="94" name="Freeform 43"/>
              <p:cNvSpPr>
                <a:spLocks noEditPoints="1"/>
              </p:cNvSpPr>
              <p:nvPr/>
            </p:nvSpPr>
            <p:spPr bwMode="auto">
              <a:xfrm>
                <a:off x="12259" y="6136"/>
                <a:ext cx="440" cy="352"/>
              </a:xfrm>
              <a:custGeom>
                <a:avLst/>
                <a:gdLst>
                  <a:gd name="T0" fmla="*/ 25 w 45"/>
                  <a:gd name="T1" fmla="*/ 23 h 36"/>
                  <a:gd name="T2" fmla="*/ 25 w 45"/>
                  <a:gd name="T3" fmla="*/ 24 h 36"/>
                  <a:gd name="T4" fmla="*/ 24 w 45"/>
                  <a:gd name="T5" fmla="*/ 24 h 36"/>
                  <a:gd name="T6" fmla="*/ 23 w 45"/>
                  <a:gd name="T7" fmla="*/ 24 h 36"/>
                  <a:gd name="T8" fmla="*/ 21 w 45"/>
                  <a:gd name="T9" fmla="*/ 24 h 36"/>
                  <a:gd name="T10" fmla="*/ 21 w 45"/>
                  <a:gd name="T11" fmla="*/ 24 h 36"/>
                  <a:gd name="T12" fmla="*/ 21 w 45"/>
                  <a:gd name="T13" fmla="*/ 23 h 36"/>
                  <a:gd name="T14" fmla="*/ 0 w 45"/>
                  <a:gd name="T15" fmla="*/ 16 h 36"/>
                  <a:gd name="T16" fmla="*/ 0 w 45"/>
                  <a:gd name="T17" fmla="*/ 29 h 36"/>
                  <a:gd name="T18" fmla="*/ 7 w 45"/>
                  <a:gd name="T19" fmla="*/ 36 h 36"/>
                  <a:gd name="T20" fmla="*/ 23 w 45"/>
                  <a:gd name="T21" fmla="*/ 36 h 36"/>
                  <a:gd name="T22" fmla="*/ 38 w 45"/>
                  <a:gd name="T23" fmla="*/ 36 h 36"/>
                  <a:gd name="T24" fmla="*/ 45 w 45"/>
                  <a:gd name="T25" fmla="*/ 29 h 36"/>
                  <a:gd name="T26" fmla="*/ 45 w 45"/>
                  <a:gd name="T27" fmla="*/ 16 h 36"/>
                  <a:gd name="T28" fmla="*/ 25 w 45"/>
                  <a:gd name="T29" fmla="*/ 23 h 36"/>
                  <a:gd name="T30" fmla="*/ 23 w 45"/>
                  <a:gd name="T31" fmla="*/ 21 h 36"/>
                  <a:gd name="T32" fmla="*/ 23 w 45"/>
                  <a:gd name="T33" fmla="*/ 21 h 36"/>
                  <a:gd name="T34" fmla="*/ 24 w 45"/>
                  <a:gd name="T35" fmla="*/ 21 h 36"/>
                  <a:gd name="T36" fmla="*/ 24 w 45"/>
                  <a:gd name="T37" fmla="*/ 23 h 36"/>
                  <a:gd name="T38" fmla="*/ 23 w 45"/>
                  <a:gd name="T39" fmla="*/ 24 h 36"/>
                  <a:gd name="T40" fmla="*/ 23 w 45"/>
                  <a:gd name="T41" fmla="*/ 24 h 36"/>
                  <a:gd name="T42" fmla="*/ 22 w 45"/>
                  <a:gd name="T43" fmla="*/ 24 h 36"/>
                  <a:gd name="T44" fmla="*/ 21 w 45"/>
                  <a:gd name="T45" fmla="*/ 23 h 36"/>
                  <a:gd name="T46" fmla="*/ 21 w 45"/>
                  <a:gd name="T47" fmla="*/ 21 h 36"/>
                  <a:gd name="T48" fmla="*/ 22 w 45"/>
                  <a:gd name="T49" fmla="*/ 21 h 36"/>
                  <a:gd name="T50" fmla="*/ 23 w 45"/>
                  <a:gd name="T51" fmla="*/ 21 h 36"/>
                  <a:gd name="T52" fmla="*/ 21 w 45"/>
                  <a:gd name="T53" fmla="*/ 21 h 36"/>
                  <a:gd name="T54" fmla="*/ 21 w 45"/>
                  <a:gd name="T55" fmla="*/ 22 h 36"/>
                  <a:gd name="T56" fmla="*/ 0 w 45"/>
                  <a:gd name="T57" fmla="*/ 15 h 36"/>
                  <a:gd name="T58" fmla="*/ 7 w 45"/>
                  <a:gd name="T59" fmla="*/ 9 h 36"/>
                  <a:gd name="T60" fmla="*/ 23 w 45"/>
                  <a:gd name="T61" fmla="*/ 9 h 36"/>
                  <a:gd name="T62" fmla="*/ 38 w 45"/>
                  <a:gd name="T63" fmla="*/ 9 h 36"/>
                  <a:gd name="T64" fmla="*/ 45 w 45"/>
                  <a:gd name="T65" fmla="*/ 15 h 36"/>
                  <a:gd name="T66" fmla="*/ 25 w 45"/>
                  <a:gd name="T67" fmla="*/ 22 h 36"/>
                  <a:gd name="T68" fmla="*/ 25 w 45"/>
                  <a:gd name="T69" fmla="*/ 21 h 36"/>
                  <a:gd name="T70" fmla="*/ 24 w 45"/>
                  <a:gd name="T71" fmla="*/ 20 h 36"/>
                  <a:gd name="T72" fmla="*/ 23 w 45"/>
                  <a:gd name="T73" fmla="*/ 20 h 36"/>
                  <a:gd name="T74" fmla="*/ 21 w 45"/>
                  <a:gd name="T75" fmla="*/ 20 h 36"/>
                  <a:gd name="T76" fmla="*/ 21 w 45"/>
                  <a:gd name="T77" fmla="*/ 21 h 36"/>
                  <a:gd name="T78" fmla="*/ 23 w 45"/>
                  <a:gd name="T79" fmla="*/ 1 h 36"/>
                  <a:gd name="T80" fmla="*/ 23 w 45"/>
                  <a:gd name="T81" fmla="*/ 1 h 36"/>
                  <a:gd name="T82" fmla="*/ 30 w 45"/>
                  <a:gd name="T83" fmla="*/ 8 h 36"/>
                  <a:gd name="T84" fmla="*/ 31 w 45"/>
                  <a:gd name="T85" fmla="*/ 8 h 36"/>
                  <a:gd name="T86" fmla="*/ 23 w 45"/>
                  <a:gd name="T87" fmla="*/ 0 h 36"/>
                  <a:gd name="T88" fmla="*/ 23 w 45"/>
                  <a:gd name="T89" fmla="*/ 0 h 36"/>
                  <a:gd name="T90" fmla="*/ 14 w 45"/>
                  <a:gd name="T91" fmla="*/ 8 h 36"/>
                  <a:gd name="T92" fmla="*/ 16 w 45"/>
                  <a:gd name="T93" fmla="*/ 8 h 36"/>
                  <a:gd name="T94" fmla="*/ 23 w 45"/>
                  <a:gd name="T95"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 h="36">
                    <a:moveTo>
                      <a:pt x="25" y="23"/>
                    </a:moveTo>
                    <a:cubicBezTo>
                      <a:pt x="25" y="24"/>
                      <a:pt x="25" y="24"/>
                      <a:pt x="25" y="24"/>
                    </a:cubicBezTo>
                    <a:cubicBezTo>
                      <a:pt x="25" y="24"/>
                      <a:pt x="25" y="24"/>
                      <a:pt x="24" y="24"/>
                    </a:cubicBezTo>
                    <a:cubicBezTo>
                      <a:pt x="23" y="24"/>
                      <a:pt x="23" y="24"/>
                      <a:pt x="23" y="24"/>
                    </a:cubicBezTo>
                    <a:cubicBezTo>
                      <a:pt x="21" y="24"/>
                      <a:pt x="21" y="24"/>
                      <a:pt x="21" y="24"/>
                    </a:cubicBezTo>
                    <a:cubicBezTo>
                      <a:pt x="21" y="24"/>
                      <a:pt x="21" y="24"/>
                      <a:pt x="21" y="24"/>
                    </a:cubicBezTo>
                    <a:cubicBezTo>
                      <a:pt x="21" y="23"/>
                      <a:pt x="21" y="23"/>
                      <a:pt x="21" y="23"/>
                    </a:cubicBezTo>
                    <a:cubicBezTo>
                      <a:pt x="0" y="16"/>
                      <a:pt x="0" y="16"/>
                      <a:pt x="0" y="16"/>
                    </a:cubicBezTo>
                    <a:cubicBezTo>
                      <a:pt x="0" y="29"/>
                      <a:pt x="0" y="29"/>
                      <a:pt x="0" y="29"/>
                    </a:cubicBezTo>
                    <a:cubicBezTo>
                      <a:pt x="0" y="33"/>
                      <a:pt x="3" y="36"/>
                      <a:pt x="7" y="36"/>
                    </a:cubicBezTo>
                    <a:cubicBezTo>
                      <a:pt x="23" y="36"/>
                      <a:pt x="23" y="36"/>
                      <a:pt x="23" y="36"/>
                    </a:cubicBezTo>
                    <a:cubicBezTo>
                      <a:pt x="38" y="36"/>
                      <a:pt x="38" y="36"/>
                      <a:pt x="38" y="36"/>
                    </a:cubicBezTo>
                    <a:cubicBezTo>
                      <a:pt x="42" y="36"/>
                      <a:pt x="45" y="33"/>
                      <a:pt x="45" y="29"/>
                    </a:cubicBezTo>
                    <a:cubicBezTo>
                      <a:pt x="45" y="16"/>
                      <a:pt x="45" y="16"/>
                      <a:pt x="45" y="16"/>
                    </a:cubicBezTo>
                    <a:cubicBezTo>
                      <a:pt x="25" y="23"/>
                      <a:pt x="25" y="23"/>
                      <a:pt x="25" y="23"/>
                    </a:cubicBezTo>
                    <a:close/>
                    <a:moveTo>
                      <a:pt x="23" y="21"/>
                    </a:moveTo>
                    <a:cubicBezTo>
                      <a:pt x="23" y="21"/>
                      <a:pt x="23" y="21"/>
                      <a:pt x="23" y="21"/>
                    </a:cubicBezTo>
                    <a:cubicBezTo>
                      <a:pt x="24" y="21"/>
                      <a:pt x="24" y="21"/>
                      <a:pt x="24" y="21"/>
                    </a:cubicBezTo>
                    <a:cubicBezTo>
                      <a:pt x="24" y="23"/>
                      <a:pt x="24" y="23"/>
                      <a:pt x="24" y="23"/>
                    </a:cubicBezTo>
                    <a:cubicBezTo>
                      <a:pt x="24" y="23"/>
                      <a:pt x="24" y="24"/>
                      <a:pt x="23" y="24"/>
                    </a:cubicBezTo>
                    <a:cubicBezTo>
                      <a:pt x="23" y="24"/>
                      <a:pt x="23" y="24"/>
                      <a:pt x="23" y="24"/>
                    </a:cubicBezTo>
                    <a:cubicBezTo>
                      <a:pt x="22" y="24"/>
                      <a:pt x="22" y="24"/>
                      <a:pt x="22" y="24"/>
                    </a:cubicBezTo>
                    <a:cubicBezTo>
                      <a:pt x="22" y="24"/>
                      <a:pt x="21" y="23"/>
                      <a:pt x="21" y="23"/>
                    </a:cubicBezTo>
                    <a:cubicBezTo>
                      <a:pt x="21" y="21"/>
                      <a:pt x="21" y="21"/>
                      <a:pt x="21" y="21"/>
                    </a:cubicBezTo>
                    <a:cubicBezTo>
                      <a:pt x="21" y="21"/>
                      <a:pt x="22" y="21"/>
                      <a:pt x="22" y="21"/>
                    </a:cubicBezTo>
                    <a:cubicBezTo>
                      <a:pt x="23" y="21"/>
                      <a:pt x="23" y="21"/>
                      <a:pt x="23" y="21"/>
                    </a:cubicBezTo>
                    <a:close/>
                    <a:moveTo>
                      <a:pt x="21" y="21"/>
                    </a:moveTo>
                    <a:cubicBezTo>
                      <a:pt x="21" y="22"/>
                      <a:pt x="21" y="22"/>
                      <a:pt x="21" y="22"/>
                    </a:cubicBezTo>
                    <a:cubicBezTo>
                      <a:pt x="0" y="15"/>
                      <a:pt x="0" y="15"/>
                      <a:pt x="0" y="15"/>
                    </a:cubicBezTo>
                    <a:cubicBezTo>
                      <a:pt x="1" y="11"/>
                      <a:pt x="4" y="9"/>
                      <a:pt x="7" y="9"/>
                    </a:cubicBezTo>
                    <a:cubicBezTo>
                      <a:pt x="23" y="9"/>
                      <a:pt x="23" y="9"/>
                      <a:pt x="23" y="9"/>
                    </a:cubicBezTo>
                    <a:cubicBezTo>
                      <a:pt x="38" y="9"/>
                      <a:pt x="38" y="9"/>
                      <a:pt x="38" y="9"/>
                    </a:cubicBezTo>
                    <a:cubicBezTo>
                      <a:pt x="42" y="9"/>
                      <a:pt x="45" y="11"/>
                      <a:pt x="45" y="15"/>
                    </a:cubicBezTo>
                    <a:cubicBezTo>
                      <a:pt x="25" y="22"/>
                      <a:pt x="25" y="22"/>
                      <a:pt x="25" y="22"/>
                    </a:cubicBezTo>
                    <a:cubicBezTo>
                      <a:pt x="25" y="21"/>
                      <a:pt x="25" y="21"/>
                      <a:pt x="25" y="21"/>
                    </a:cubicBezTo>
                    <a:cubicBezTo>
                      <a:pt x="25" y="20"/>
                      <a:pt x="25" y="20"/>
                      <a:pt x="24" y="20"/>
                    </a:cubicBezTo>
                    <a:cubicBezTo>
                      <a:pt x="23" y="20"/>
                      <a:pt x="23" y="20"/>
                      <a:pt x="23" y="20"/>
                    </a:cubicBezTo>
                    <a:cubicBezTo>
                      <a:pt x="21" y="20"/>
                      <a:pt x="21" y="20"/>
                      <a:pt x="21" y="20"/>
                    </a:cubicBezTo>
                    <a:cubicBezTo>
                      <a:pt x="21" y="20"/>
                      <a:pt x="21" y="20"/>
                      <a:pt x="21" y="21"/>
                    </a:cubicBezTo>
                    <a:close/>
                    <a:moveTo>
                      <a:pt x="23" y="1"/>
                    </a:moveTo>
                    <a:cubicBezTo>
                      <a:pt x="23" y="1"/>
                      <a:pt x="23" y="1"/>
                      <a:pt x="23" y="1"/>
                    </a:cubicBezTo>
                    <a:cubicBezTo>
                      <a:pt x="27" y="1"/>
                      <a:pt x="30" y="4"/>
                      <a:pt x="30" y="8"/>
                    </a:cubicBezTo>
                    <a:cubicBezTo>
                      <a:pt x="31" y="8"/>
                      <a:pt x="31" y="8"/>
                      <a:pt x="31" y="8"/>
                    </a:cubicBezTo>
                    <a:cubicBezTo>
                      <a:pt x="31" y="4"/>
                      <a:pt x="27" y="0"/>
                      <a:pt x="23" y="0"/>
                    </a:cubicBezTo>
                    <a:cubicBezTo>
                      <a:pt x="23" y="0"/>
                      <a:pt x="23" y="0"/>
                      <a:pt x="23" y="0"/>
                    </a:cubicBezTo>
                    <a:cubicBezTo>
                      <a:pt x="18" y="0"/>
                      <a:pt x="14" y="4"/>
                      <a:pt x="14" y="8"/>
                    </a:cubicBezTo>
                    <a:cubicBezTo>
                      <a:pt x="16" y="8"/>
                      <a:pt x="16" y="8"/>
                      <a:pt x="16" y="8"/>
                    </a:cubicBezTo>
                    <a:cubicBezTo>
                      <a:pt x="16" y="4"/>
                      <a:pt x="19" y="1"/>
                      <a:pt x="23" y="1"/>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95" name="Freeform 44"/>
              <p:cNvSpPr>
                <a:spLocks noEditPoints="1"/>
              </p:cNvSpPr>
              <p:nvPr/>
            </p:nvSpPr>
            <p:spPr bwMode="auto">
              <a:xfrm>
                <a:off x="8921" y="6050"/>
                <a:ext cx="609" cy="527"/>
              </a:xfrm>
              <a:custGeom>
                <a:avLst/>
                <a:gdLst>
                  <a:gd name="T0" fmla="*/ 41 w 62"/>
                  <a:gd name="T1" fmla="*/ 31 h 54"/>
                  <a:gd name="T2" fmla="*/ 34 w 62"/>
                  <a:gd name="T3" fmla="*/ 23 h 54"/>
                  <a:gd name="T4" fmla="*/ 33 w 62"/>
                  <a:gd name="T5" fmla="*/ 17 h 54"/>
                  <a:gd name="T6" fmla="*/ 30 w 62"/>
                  <a:gd name="T7" fmla="*/ 20 h 54"/>
                  <a:gd name="T8" fmla="*/ 23 w 62"/>
                  <a:gd name="T9" fmla="*/ 13 h 54"/>
                  <a:gd name="T10" fmla="*/ 18 w 62"/>
                  <a:gd name="T11" fmla="*/ 17 h 54"/>
                  <a:gd name="T12" fmla="*/ 7 w 62"/>
                  <a:gd name="T13" fmla="*/ 17 h 54"/>
                  <a:gd name="T14" fmla="*/ 7 w 62"/>
                  <a:gd name="T15" fmla="*/ 23 h 54"/>
                  <a:gd name="T16" fmla="*/ 0 w 62"/>
                  <a:gd name="T17" fmla="*/ 31 h 54"/>
                  <a:gd name="T18" fmla="*/ 4 w 62"/>
                  <a:gd name="T19" fmla="*/ 36 h 54"/>
                  <a:gd name="T20" fmla="*/ 4 w 62"/>
                  <a:gd name="T21" fmla="*/ 46 h 54"/>
                  <a:gd name="T22" fmla="*/ 10 w 62"/>
                  <a:gd name="T23" fmla="*/ 47 h 54"/>
                  <a:gd name="T24" fmla="*/ 18 w 62"/>
                  <a:gd name="T25" fmla="*/ 54 h 54"/>
                  <a:gd name="T26" fmla="*/ 23 w 62"/>
                  <a:gd name="T27" fmla="*/ 50 h 54"/>
                  <a:gd name="T28" fmla="*/ 32 w 62"/>
                  <a:gd name="T29" fmla="*/ 48 h 54"/>
                  <a:gd name="T30" fmla="*/ 37 w 62"/>
                  <a:gd name="T31" fmla="*/ 46 h 54"/>
                  <a:gd name="T32" fmla="*/ 37 w 62"/>
                  <a:gd name="T33" fmla="*/ 36 h 54"/>
                  <a:gd name="T34" fmla="*/ 32 w 62"/>
                  <a:gd name="T35" fmla="*/ 38 h 54"/>
                  <a:gd name="T36" fmla="*/ 20 w 62"/>
                  <a:gd name="T37" fmla="*/ 46 h 54"/>
                  <a:gd name="T38" fmla="*/ 20 w 62"/>
                  <a:gd name="T39" fmla="*/ 21 h 54"/>
                  <a:gd name="T40" fmla="*/ 33 w 62"/>
                  <a:gd name="T41" fmla="*/ 33 h 54"/>
                  <a:gd name="T42" fmla="*/ 58 w 62"/>
                  <a:gd name="T43" fmla="*/ 35 h 54"/>
                  <a:gd name="T44" fmla="*/ 62 w 62"/>
                  <a:gd name="T45" fmla="*/ 38 h 54"/>
                  <a:gd name="T46" fmla="*/ 60 w 62"/>
                  <a:gd name="T47" fmla="*/ 41 h 54"/>
                  <a:gd name="T48" fmla="*/ 59 w 62"/>
                  <a:gd name="T49" fmla="*/ 46 h 54"/>
                  <a:gd name="T50" fmla="*/ 56 w 62"/>
                  <a:gd name="T51" fmla="*/ 47 h 54"/>
                  <a:gd name="T52" fmla="*/ 52 w 62"/>
                  <a:gd name="T53" fmla="*/ 50 h 54"/>
                  <a:gd name="T54" fmla="*/ 50 w 62"/>
                  <a:gd name="T55" fmla="*/ 48 h 54"/>
                  <a:gd name="T56" fmla="*/ 45 w 62"/>
                  <a:gd name="T57" fmla="*/ 48 h 54"/>
                  <a:gd name="T58" fmla="*/ 44 w 62"/>
                  <a:gd name="T59" fmla="*/ 45 h 54"/>
                  <a:gd name="T60" fmla="*/ 41 w 62"/>
                  <a:gd name="T61" fmla="*/ 41 h 54"/>
                  <a:gd name="T62" fmla="*/ 43 w 62"/>
                  <a:gd name="T63" fmla="*/ 39 h 54"/>
                  <a:gd name="T64" fmla="*/ 43 w 62"/>
                  <a:gd name="T65" fmla="*/ 33 h 54"/>
                  <a:gd name="T66" fmla="*/ 46 w 62"/>
                  <a:gd name="T67" fmla="*/ 33 h 54"/>
                  <a:gd name="T68" fmla="*/ 50 w 62"/>
                  <a:gd name="T69" fmla="*/ 29 h 54"/>
                  <a:gd name="T70" fmla="*/ 52 w 62"/>
                  <a:gd name="T71" fmla="*/ 31 h 54"/>
                  <a:gd name="T72" fmla="*/ 58 w 62"/>
                  <a:gd name="T73" fmla="*/ 31 h 54"/>
                  <a:gd name="T74" fmla="*/ 58 w 62"/>
                  <a:gd name="T75" fmla="*/ 35 h 54"/>
                  <a:gd name="T76" fmla="*/ 57 w 62"/>
                  <a:gd name="T77" fmla="*/ 40 h 54"/>
                  <a:gd name="T78" fmla="*/ 45 w 62"/>
                  <a:gd name="T79" fmla="*/ 40 h 54"/>
                  <a:gd name="T80" fmla="*/ 51 w 62"/>
                  <a:gd name="T81" fmla="*/ 46 h 54"/>
                  <a:gd name="T82" fmla="*/ 62 w 62"/>
                  <a:gd name="T83" fmla="*/ 12 h 54"/>
                  <a:gd name="T84" fmla="*/ 59 w 62"/>
                  <a:gd name="T85" fmla="*/ 15 h 54"/>
                  <a:gd name="T86" fmla="*/ 59 w 62"/>
                  <a:gd name="T87" fmla="*/ 22 h 54"/>
                  <a:gd name="T88" fmla="*/ 55 w 62"/>
                  <a:gd name="T89" fmla="*/ 23 h 54"/>
                  <a:gd name="T90" fmla="*/ 50 w 62"/>
                  <a:gd name="T91" fmla="*/ 28 h 54"/>
                  <a:gd name="T92" fmla="*/ 46 w 62"/>
                  <a:gd name="T93" fmla="*/ 25 h 54"/>
                  <a:gd name="T94" fmla="*/ 39 w 62"/>
                  <a:gd name="T95" fmla="*/ 25 h 54"/>
                  <a:gd name="T96" fmla="*/ 39 w 62"/>
                  <a:gd name="T97" fmla="*/ 20 h 54"/>
                  <a:gd name="T98" fmla="*/ 34 w 62"/>
                  <a:gd name="T99" fmla="*/ 15 h 54"/>
                  <a:gd name="T100" fmla="*/ 37 w 62"/>
                  <a:gd name="T101" fmla="*/ 12 h 54"/>
                  <a:gd name="T102" fmla="*/ 37 w 62"/>
                  <a:gd name="T103" fmla="*/ 5 h 54"/>
                  <a:gd name="T104" fmla="*/ 41 w 62"/>
                  <a:gd name="T105" fmla="*/ 5 h 54"/>
                  <a:gd name="T106" fmla="*/ 46 w 62"/>
                  <a:gd name="T107" fmla="*/ 0 h 54"/>
                  <a:gd name="T108" fmla="*/ 49 w 62"/>
                  <a:gd name="T109" fmla="*/ 3 h 54"/>
                  <a:gd name="T110" fmla="*/ 56 w 62"/>
                  <a:gd name="T111" fmla="*/ 3 h 54"/>
                  <a:gd name="T112" fmla="*/ 57 w 62"/>
                  <a:gd name="T113" fmla="*/ 7 h 54"/>
                  <a:gd name="T114" fmla="*/ 48 w 62"/>
                  <a:gd name="T115" fmla="*/ 22 h 54"/>
                  <a:gd name="T116" fmla="*/ 40 w 62"/>
                  <a:gd name="T117" fmla="*/ 14 h 54"/>
                  <a:gd name="T118" fmla="*/ 56 w 62"/>
                  <a:gd name="T119"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54">
                    <a:moveTo>
                      <a:pt x="41" y="36"/>
                    </a:moveTo>
                    <a:cubicBezTo>
                      <a:pt x="41" y="31"/>
                      <a:pt x="41" y="31"/>
                      <a:pt x="41" y="31"/>
                    </a:cubicBezTo>
                    <a:cubicBezTo>
                      <a:pt x="37" y="31"/>
                      <a:pt x="37" y="31"/>
                      <a:pt x="37" y="31"/>
                    </a:cubicBezTo>
                    <a:cubicBezTo>
                      <a:pt x="37" y="28"/>
                      <a:pt x="36" y="25"/>
                      <a:pt x="34" y="23"/>
                    </a:cubicBezTo>
                    <a:cubicBezTo>
                      <a:pt x="37" y="20"/>
                      <a:pt x="37" y="20"/>
                      <a:pt x="37" y="20"/>
                    </a:cubicBezTo>
                    <a:cubicBezTo>
                      <a:pt x="33" y="17"/>
                      <a:pt x="33" y="17"/>
                      <a:pt x="33" y="17"/>
                    </a:cubicBezTo>
                    <a:cubicBezTo>
                      <a:pt x="32" y="18"/>
                      <a:pt x="32" y="18"/>
                      <a:pt x="32" y="18"/>
                    </a:cubicBezTo>
                    <a:cubicBezTo>
                      <a:pt x="30" y="20"/>
                      <a:pt x="30" y="20"/>
                      <a:pt x="30" y="20"/>
                    </a:cubicBezTo>
                    <a:cubicBezTo>
                      <a:pt x="28" y="18"/>
                      <a:pt x="26" y="17"/>
                      <a:pt x="23" y="17"/>
                    </a:cubicBezTo>
                    <a:cubicBezTo>
                      <a:pt x="23" y="13"/>
                      <a:pt x="23" y="13"/>
                      <a:pt x="23" y="13"/>
                    </a:cubicBezTo>
                    <a:cubicBezTo>
                      <a:pt x="18" y="13"/>
                      <a:pt x="18" y="13"/>
                      <a:pt x="18" y="13"/>
                    </a:cubicBezTo>
                    <a:cubicBezTo>
                      <a:pt x="18" y="17"/>
                      <a:pt x="18" y="17"/>
                      <a:pt x="18" y="17"/>
                    </a:cubicBezTo>
                    <a:cubicBezTo>
                      <a:pt x="15" y="17"/>
                      <a:pt x="12" y="18"/>
                      <a:pt x="10" y="20"/>
                    </a:cubicBezTo>
                    <a:cubicBezTo>
                      <a:pt x="7" y="17"/>
                      <a:pt x="7" y="17"/>
                      <a:pt x="7" y="17"/>
                    </a:cubicBezTo>
                    <a:cubicBezTo>
                      <a:pt x="4" y="20"/>
                      <a:pt x="4" y="20"/>
                      <a:pt x="4" y="20"/>
                    </a:cubicBezTo>
                    <a:cubicBezTo>
                      <a:pt x="7" y="23"/>
                      <a:pt x="7" y="23"/>
                      <a:pt x="7" y="23"/>
                    </a:cubicBezTo>
                    <a:cubicBezTo>
                      <a:pt x="5" y="26"/>
                      <a:pt x="4" y="28"/>
                      <a:pt x="4" y="31"/>
                    </a:cubicBezTo>
                    <a:cubicBezTo>
                      <a:pt x="0" y="31"/>
                      <a:pt x="0" y="31"/>
                      <a:pt x="0" y="31"/>
                    </a:cubicBezTo>
                    <a:cubicBezTo>
                      <a:pt x="0" y="36"/>
                      <a:pt x="0" y="36"/>
                      <a:pt x="0" y="36"/>
                    </a:cubicBezTo>
                    <a:cubicBezTo>
                      <a:pt x="4" y="36"/>
                      <a:pt x="4" y="36"/>
                      <a:pt x="4" y="36"/>
                    </a:cubicBezTo>
                    <a:cubicBezTo>
                      <a:pt x="4" y="39"/>
                      <a:pt x="5" y="41"/>
                      <a:pt x="7" y="44"/>
                    </a:cubicBezTo>
                    <a:cubicBezTo>
                      <a:pt x="4" y="46"/>
                      <a:pt x="4" y="46"/>
                      <a:pt x="4" y="46"/>
                    </a:cubicBezTo>
                    <a:cubicBezTo>
                      <a:pt x="7" y="50"/>
                      <a:pt x="7" y="50"/>
                      <a:pt x="7" y="50"/>
                    </a:cubicBezTo>
                    <a:cubicBezTo>
                      <a:pt x="10" y="47"/>
                      <a:pt x="10" y="47"/>
                      <a:pt x="10" y="47"/>
                    </a:cubicBezTo>
                    <a:cubicBezTo>
                      <a:pt x="12" y="49"/>
                      <a:pt x="15" y="50"/>
                      <a:pt x="18" y="50"/>
                    </a:cubicBezTo>
                    <a:cubicBezTo>
                      <a:pt x="18" y="54"/>
                      <a:pt x="18" y="54"/>
                      <a:pt x="18" y="54"/>
                    </a:cubicBezTo>
                    <a:cubicBezTo>
                      <a:pt x="23" y="54"/>
                      <a:pt x="23" y="54"/>
                      <a:pt x="23" y="54"/>
                    </a:cubicBezTo>
                    <a:cubicBezTo>
                      <a:pt x="23" y="50"/>
                      <a:pt x="23" y="50"/>
                      <a:pt x="23" y="50"/>
                    </a:cubicBezTo>
                    <a:cubicBezTo>
                      <a:pt x="26" y="50"/>
                      <a:pt x="28" y="49"/>
                      <a:pt x="31" y="47"/>
                    </a:cubicBezTo>
                    <a:cubicBezTo>
                      <a:pt x="32" y="48"/>
                      <a:pt x="32" y="48"/>
                      <a:pt x="32" y="48"/>
                    </a:cubicBezTo>
                    <a:cubicBezTo>
                      <a:pt x="33" y="50"/>
                      <a:pt x="33" y="50"/>
                      <a:pt x="33" y="50"/>
                    </a:cubicBezTo>
                    <a:cubicBezTo>
                      <a:pt x="37" y="46"/>
                      <a:pt x="37" y="46"/>
                      <a:pt x="37" y="46"/>
                    </a:cubicBezTo>
                    <a:cubicBezTo>
                      <a:pt x="34" y="43"/>
                      <a:pt x="34" y="43"/>
                      <a:pt x="34" y="43"/>
                    </a:cubicBezTo>
                    <a:cubicBezTo>
                      <a:pt x="36" y="41"/>
                      <a:pt x="37" y="39"/>
                      <a:pt x="37" y="36"/>
                    </a:cubicBezTo>
                    <a:cubicBezTo>
                      <a:pt x="41" y="36"/>
                      <a:pt x="41" y="36"/>
                      <a:pt x="41" y="36"/>
                    </a:cubicBezTo>
                    <a:close/>
                    <a:moveTo>
                      <a:pt x="32" y="38"/>
                    </a:moveTo>
                    <a:cubicBezTo>
                      <a:pt x="32" y="38"/>
                      <a:pt x="32" y="38"/>
                      <a:pt x="32" y="38"/>
                    </a:cubicBezTo>
                    <a:cubicBezTo>
                      <a:pt x="30" y="43"/>
                      <a:pt x="26" y="46"/>
                      <a:pt x="20" y="46"/>
                    </a:cubicBezTo>
                    <a:cubicBezTo>
                      <a:pt x="14" y="46"/>
                      <a:pt x="8" y="40"/>
                      <a:pt x="8" y="33"/>
                    </a:cubicBezTo>
                    <a:cubicBezTo>
                      <a:pt x="8" y="27"/>
                      <a:pt x="14" y="21"/>
                      <a:pt x="20" y="21"/>
                    </a:cubicBezTo>
                    <a:cubicBezTo>
                      <a:pt x="26" y="21"/>
                      <a:pt x="30" y="24"/>
                      <a:pt x="32" y="29"/>
                    </a:cubicBezTo>
                    <a:cubicBezTo>
                      <a:pt x="32" y="30"/>
                      <a:pt x="33" y="32"/>
                      <a:pt x="33" y="33"/>
                    </a:cubicBezTo>
                    <a:cubicBezTo>
                      <a:pt x="33" y="35"/>
                      <a:pt x="32" y="37"/>
                      <a:pt x="32" y="38"/>
                    </a:cubicBezTo>
                    <a:close/>
                    <a:moveTo>
                      <a:pt x="58" y="35"/>
                    </a:moveTo>
                    <a:cubicBezTo>
                      <a:pt x="59" y="36"/>
                      <a:pt x="59" y="37"/>
                      <a:pt x="60" y="38"/>
                    </a:cubicBezTo>
                    <a:cubicBezTo>
                      <a:pt x="62" y="38"/>
                      <a:pt x="62" y="38"/>
                      <a:pt x="62" y="38"/>
                    </a:cubicBezTo>
                    <a:cubicBezTo>
                      <a:pt x="62" y="41"/>
                      <a:pt x="62" y="41"/>
                      <a:pt x="62" y="41"/>
                    </a:cubicBezTo>
                    <a:cubicBezTo>
                      <a:pt x="60" y="41"/>
                      <a:pt x="60" y="41"/>
                      <a:pt x="60" y="41"/>
                    </a:cubicBezTo>
                    <a:cubicBezTo>
                      <a:pt x="59" y="42"/>
                      <a:pt x="59" y="44"/>
                      <a:pt x="58" y="45"/>
                    </a:cubicBezTo>
                    <a:cubicBezTo>
                      <a:pt x="59" y="46"/>
                      <a:pt x="59" y="46"/>
                      <a:pt x="59" y="46"/>
                    </a:cubicBezTo>
                    <a:cubicBezTo>
                      <a:pt x="58" y="48"/>
                      <a:pt x="58" y="48"/>
                      <a:pt x="58" y="48"/>
                    </a:cubicBezTo>
                    <a:cubicBezTo>
                      <a:pt x="56" y="47"/>
                      <a:pt x="56" y="47"/>
                      <a:pt x="56" y="47"/>
                    </a:cubicBezTo>
                    <a:cubicBezTo>
                      <a:pt x="55" y="47"/>
                      <a:pt x="54" y="48"/>
                      <a:pt x="52" y="48"/>
                    </a:cubicBezTo>
                    <a:cubicBezTo>
                      <a:pt x="52" y="50"/>
                      <a:pt x="52" y="50"/>
                      <a:pt x="52" y="50"/>
                    </a:cubicBezTo>
                    <a:cubicBezTo>
                      <a:pt x="50" y="50"/>
                      <a:pt x="50" y="50"/>
                      <a:pt x="50" y="50"/>
                    </a:cubicBezTo>
                    <a:cubicBezTo>
                      <a:pt x="50" y="48"/>
                      <a:pt x="50" y="48"/>
                      <a:pt x="50" y="48"/>
                    </a:cubicBezTo>
                    <a:cubicBezTo>
                      <a:pt x="49" y="48"/>
                      <a:pt x="47" y="47"/>
                      <a:pt x="46" y="47"/>
                    </a:cubicBezTo>
                    <a:cubicBezTo>
                      <a:pt x="45" y="48"/>
                      <a:pt x="45" y="48"/>
                      <a:pt x="45" y="48"/>
                    </a:cubicBezTo>
                    <a:cubicBezTo>
                      <a:pt x="43" y="46"/>
                      <a:pt x="43" y="46"/>
                      <a:pt x="43" y="46"/>
                    </a:cubicBezTo>
                    <a:cubicBezTo>
                      <a:pt x="44" y="45"/>
                      <a:pt x="44" y="45"/>
                      <a:pt x="44" y="45"/>
                    </a:cubicBezTo>
                    <a:cubicBezTo>
                      <a:pt x="43" y="44"/>
                      <a:pt x="43" y="42"/>
                      <a:pt x="43" y="41"/>
                    </a:cubicBezTo>
                    <a:cubicBezTo>
                      <a:pt x="41" y="41"/>
                      <a:pt x="41" y="41"/>
                      <a:pt x="41" y="41"/>
                    </a:cubicBezTo>
                    <a:cubicBezTo>
                      <a:pt x="41" y="39"/>
                      <a:pt x="41" y="39"/>
                      <a:pt x="41" y="39"/>
                    </a:cubicBezTo>
                    <a:cubicBezTo>
                      <a:pt x="43" y="39"/>
                      <a:pt x="43" y="39"/>
                      <a:pt x="43" y="39"/>
                    </a:cubicBezTo>
                    <a:cubicBezTo>
                      <a:pt x="43" y="37"/>
                      <a:pt x="43" y="36"/>
                      <a:pt x="44" y="35"/>
                    </a:cubicBezTo>
                    <a:cubicBezTo>
                      <a:pt x="43" y="33"/>
                      <a:pt x="43" y="33"/>
                      <a:pt x="43" y="33"/>
                    </a:cubicBezTo>
                    <a:cubicBezTo>
                      <a:pt x="45" y="32"/>
                      <a:pt x="45" y="32"/>
                      <a:pt x="45" y="32"/>
                    </a:cubicBezTo>
                    <a:cubicBezTo>
                      <a:pt x="46" y="33"/>
                      <a:pt x="46" y="33"/>
                      <a:pt x="46" y="33"/>
                    </a:cubicBezTo>
                    <a:cubicBezTo>
                      <a:pt x="47" y="32"/>
                      <a:pt x="48" y="32"/>
                      <a:pt x="50" y="31"/>
                    </a:cubicBezTo>
                    <a:cubicBezTo>
                      <a:pt x="50" y="29"/>
                      <a:pt x="50" y="29"/>
                      <a:pt x="50" y="29"/>
                    </a:cubicBezTo>
                    <a:cubicBezTo>
                      <a:pt x="52" y="29"/>
                      <a:pt x="52" y="29"/>
                      <a:pt x="52" y="29"/>
                    </a:cubicBezTo>
                    <a:cubicBezTo>
                      <a:pt x="52" y="31"/>
                      <a:pt x="52" y="31"/>
                      <a:pt x="52" y="31"/>
                    </a:cubicBezTo>
                    <a:cubicBezTo>
                      <a:pt x="54" y="32"/>
                      <a:pt x="55" y="32"/>
                      <a:pt x="56" y="33"/>
                    </a:cubicBezTo>
                    <a:cubicBezTo>
                      <a:pt x="58" y="31"/>
                      <a:pt x="58" y="31"/>
                      <a:pt x="58" y="31"/>
                    </a:cubicBezTo>
                    <a:cubicBezTo>
                      <a:pt x="59" y="33"/>
                      <a:pt x="59" y="33"/>
                      <a:pt x="59" y="33"/>
                    </a:cubicBezTo>
                    <a:cubicBezTo>
                      <a:pt x="58" y="35"/>
                      <a:pt x="58" y="35"/>
                      <a:pt x="58" y="35"/>
                    </a:cubicBezTo>
                    <a:close/>
                    <a:moveTo>
                      <a:pt x="51" y="46"/>
                    </a:moveTo>
                    <a:cubicBezTo>
                      <a:pt x="55" y="46"/>
                      <a:pt x="57" y="43"/>
                      <a:pt x="57" y="40"/>
                    </a:cubicBezTo>
                    <a:cubicBezTo>
                      <a:pt x="57" y="36"/>
                      <a:pt x="55" y="34"/>
                      <a:pt x="51" y="34"/>
                    </a:cubicBezTo>
                    <a:cubicBezTo>
                      <a:pt x="48" y="34"/>
                      <a:pt x="45" y="36"/>
                      <a:pt x="45" y="40"/>
                    </a:cubicBezTo>
                    <a:cubicBezTo>
                      <a:pt x="45" y="43"/>
                      <a:pt x="48" y="46"/>
                      <a:pt x="51" y="46"/>
                    </a:cubicBezTo>
                    <a:cubicBezTo>
                      <a:pt x="51" y="46"/>
                      <a:pt x="51" y="46"/>
                      <a:pt x="51" y="46"/>
                    </a:cubicBezTo>
                    <a:close/>
                    <a:moveTo>
                      <a:pt x="59" y="12"/>
                    </a:moveTo>
                    <a:cubicBezTo>
                      <a:pt x="62" y="12"/>
                      <a:pt x="62" y="12"/>
                      <a:pt x="62" y="12"/>
                    </a:cubicBezTo>
                    <a:cubicBezTo>
                      <a:pt x="62" y="15"/>
                      <a:pt x="62" y="15"/>
                      <a:pt x="62" y="15"/>
                    </a:cubicBezTo>
                    <a:cubicBezTo>
                      <a:pt x="59" y="15"/>
                      <a:pt x="59" y="15"/>
                      <a:pt x="59" y="15"/>
                    </a:cubicBezTo>
                    <a:cubicBezTo>
                      <a:pt x="59" y="17"/>
                      <a:pt x="58" y="19"/>
                      <a:pt x="57" y="20"/>
                    </a:cubicBezTo>
                    <a:cubicBezTo>
                      <a:pt x="59" y="22"/>
                      <a:pt x="59" y="22"/>
                      <a:pt x="59" y="22"/>
                    </a:cubicBezTo>
                    <a:cubicBezTo>
                      <a:pt x="56" y="25"/>
                      <a:pt x="56" y="25"/>
                      <a:pt x="56" y="25"/>
                    </a:cubicBezTo>
                    <a:cubicBezTo>
                      <a:pt x="55" y="23"/>
                      <a:pt x="55" y="23"/>
                      <a:pt x="55" y="23"/>
                    </a:cubicBezTo>
                    <a:cubicBezTo>
                      <a:pt x="53" y="24"/>
                      <a:pt x="51" y="25"/>
                      <a:pt x="50" y="25"/>
                    </a:cubicBezTo>
                    <a:cubicBezTo>
                      <a:pt x="50" y="28"/>
                      <a:pt x="50" y="28"/>
                      <a:pt x="50" y="28"/>
                    </a:cubicBezTo>
                    <a:cubicBezTo>
                      <a:pt x="46" y="28"/>
                      <a:pt x="46" y="28"/>
                      <a:pt x="46" y="28"/>
                    </a:cubicBezTo>
                    <a:cubicBezTo>
                      <a:pt x="46" y="25"/>
                      <a:pt x="46" y="25"/>
                      <a:pt x="46" y="25"/>
                    </a:cubicBezTo>
                    <a:cubicBezTo>
                      <a:pt x="44" y="25"/>
                      <a:pt x="43" y="24"/>
                      <a:pt x="41" y="23"/>
                    </a:cubicBezTo>
                    <a:cubicBezTo>
                      <a:pt x="39" y="25"/>
                      <a:pt x="39" y="25"/>
                      <a:pt x="39" y="25"/>
                    </a:cubicBezTo>
                    <a:cubicBezTo>
                      <a:pt x="37" y="22"/>
                      <a:pt x="37" y="22"/>
                      <a:pt x="37" y="22"/>
                    </a:cubicBezTo>
                    <a:cubicBezTo>
                      <a:pt x="39" y="20"/>
                      <a:pt x="39" y="20"/>
                      <a:pt x="39" y="20"/>
                    </a:cubicBezTo>
                    <a:cubicBezTo>
                      <a:pt x="38" y="19"/>
                      <a:pt x="37" y="17"/>
                      <a:pt x="37" y="15"/>
                    </a:cubicBezTo>
                    <a:cubicBezTo>
                      <a:pt x="34" y="15"/>
                      <a:pt x="34" y="15"/>
                      <a:pt x="34" y="15"/>
                    </a:cubicBezTo>
                    <a:cubicBezTo>
                      <a:pt x="34" y="12"/>
                      <a:pt x="34" y="12"/>
                      <a:pt x="34" y="12"/>
                    </a:cubicBezTo>
                    <a:cubicBezTo>
                      <a:pt x="37" y="12"/>
                      <a:pt x="37" y="12"/>
                      <a:pt x="37" y="12"/>
                    </a:cubicBezTo>
                    <a:cubicBezTo>
                      <a:pt x="37" y="10"/>
                      <a:pt x="38" y="9"/>
                      <a:pt x="39" y="7"/>
                    </a:cubicBezTo>
                    <a:cubicBezTo>
                      <a:pt x="37" y="5"/>
                      <a:pt x="37" y="5"/>
                      <a:pt x="37" y="5"/>
                    </a:cubicBezTo>
                    <a:cubicBezTo>
                      <a:pt x="39" y="3"/>
                      <a:pt x="39" y="3"/>
                      <a:pt x="39" y="3"/>
                    </a:cubicBezTo>
                    <a:cubicBezTo>
                      <a:pt x="41" y="5"/>
                      <a:pt x="41" y="5"/>
                      <a:pt x="41" y="5"/>
                    </a:cubicBezTo>
                    <a:cubicBezTo>
                      <a:pt x="43" y="4"/>
                      <a:pt x="44" y="3"/>
                      <a:pt x="46" y="3"/>
                    </a:cubicBezTo>
                    <a:cubicBezTo>
                      <a:pt x="46" y="0"/>
                      <a:pt x="46" y="0"/>
                      <a:pt x="46" y="0"/>
                    </a:cubicBezTo>
                    <a:cubicBezTo>
                      <a:pt x="49" y="0"/>
                      <a:pt x="49" y="0"/>
                      <a:pt x="49" y="0"/>
                    </a:cubicBezTo>
                    <a:cubicBezTo>
                      <a:pt x="49" y="3"/>
                      <a:pt x="49" y="3"/>
                      <a:pt x="49" y="3"/>
                    </a:cubicBezTo>
                    <a:cubicBezTo>
                      <a:pt x="51" y="3"/>
                      <a:pt x="53" y="4"/>
                      <a:pt x="54" y="5"/>
                    </a:cubicBezTo>
                    <a:cubicBezTo>
                      <a:pt x="56" y="3"/>
                      <a:pt x="56" y="3"/>
                      <a:pt x="56" y="3"/>
                    </a:cubicBezTo>
                    <a:cubicBezTo>
                      <a:pt x="59" y="5"/>
                      <a:pt x="59" y="5"/>
                      <a:pt x="59" y="5"/>
                    </a:cubicBezTo>
                    <a:cubicBezTo>
                      <a:pt x="57" y="7"/>
                      <a:pt x="57" y="7"/>
                      <a:pt x="57" y="7"/>
                    </a:cubicBezTo>
                    <a:cubicBezTo>
                      <a:pt x="58" y="8"/>
                      <a:pt x="59" y="10"/>
                      <a:pt x="59" y="12"/>
                    </a:cubicBezTo>
                    <a:close/>
                    <a:moveTo>
                      <a:pt x="48" y="22"/>
                    </a:moveTo>
                    <a:cubicBezTo>
                      <a:pt x="48" y="22"/>
                      <a:pt x="48" y="22"/>
                      <a:pt x="48" y="22"/>
                    </a:cubicBezTo>
                    <a:cubicBezTo>
                      <a:pt x="43" y="22"/>
                      <a:pt x="40" y="18"/>
                      <a:pt x="40" y="14"/>
                    </a:cubicBezTo>
                    <a:cubicBezTo>
                      <a:pt x="40" y="9"/>
                      <a:pt x="43" y="6"/>
                      <a:pt x="48" y="6"/>
                    </a:cubicBezTo>
                    <a:cubicBezTo>
                      <a:pt x="52" y="6"/>
                      <a:pt x="56" y="9"/>
                      <a:pt x="56" y="14"/>
                    </a:cubicBezTo>
                    <a:cubicBezTo>
                      <a:pt x="56" y="18"/>
                      <a:pt x="52" y="22"/>
                      <a:pt x="48" y="22"/>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sp>
            <p:nvSpPr>
              <p:cNvPr id="96" name="Freeform 45"/>
              <p:cNvSpPr>
                <a:spLocks noEditPoints="1"/>
              </p:cNvSpPr>
              <p:nvPr/>
            </p:nvSpPr>
            <p:spPr bwMode="auto">
              <a:xfrm>
                <a:off x="15492" y="6060"/>
                <a:ext cx="451" cy="498"/>
              </a:xfrm>
              <a:custGeom>
                <a:avLst/>
                <a:gdLst>
                  <a:gd name="T0" fmla="*/ 40 w 46"/>
                  <a:gd name="T1" fmla="*/ 28 h 51"/>
                  <a:gd name="T2" fmla="*/ 35 w 46"/>
                  <a:gd name="T3" fmla="*/ 41 h 51"/>
                  <a:gd name="T4" fmla="*/ 34 w 46"/>
                  <a:gd name="T5" fmla="*/ 34 h 51"/>
                  <a:gd name="T6" fmla="*/ 29 w 46"/>
                  <a:gd name="T7" fmla="*/ 30 h 51"/>
                  <a:gd name="T8" fmla="*/ 29 w 46"/>
                  <a:gd name="T9" fmla="*/ 30 h 51"/>
                  <a:gd name="T10" fmla="*/ 27 w 46"/>
                  <a:gd name="T11" fmla="*/ 30 h 51"/>
                  <a:gd name="T12" fmla="*/ 25 w 46"/>
                  <a:gd name="T13" fmla="*/ 35 h 51"/>
                  <a:gd name="T14" fmla="*/ 24 w 46"/>
                  <a:gd name="T15" fmla="*/ 38 h 51"/>
                  <a:gd name="T16" fmla="*/ 24 w 46"/>
                  <a:gd name="T17" fmla="*/ 32 h 51"/>
                  <a:gd name="T18" fmla="*/ 24 w 46"/>
                  <a:gd name="T19" fmla="*/ 31 h 51"/>
                  <a:gd name="T20" fmla="*/ 23 w 46"/>
                  <a:gd name="T21" fmla="*/ 30 h 51"/>
                  <a:gd name="T22" fmla="*/ 22 w 46"/>
                  <a:gd name="T23" fmla="*/ 31 h 51"/>
                  <a:gd name="T24" fmla="*/ 22 w 46"/>
                  <a:gd name="T25" fmla="*/ 32 h 51"/>
                  <a:gd name="T26" fmla="*/ 21 w 46"/>
                  <a:gd name="T27" fmla="*/ 38 h 51"/>
                  <a:gd name="T28" fmla="*/ 20 w 46"/>
                  <a:gd name="T29" fmla="*/ 35 h 51"/>
                  <a:gd name="T30" fmla="*/ 19 w 46"/>
                  <a:gd name="T31" fmla="*/ 30 h 51"/>
                  <a:gd name="T32" fmla="*/ 15 w 46"/>
                  <a:gd name="T33" fmla="*/ 30 h 51"/>
                  <a:gd name="T34" fmla="*/ 15 w 46"/>
                  <a:gd name="T35" fmla="*/ 30 h 51"/>
                  <a:gd name="T36" fmla="*/ 11 w 46"/>
                  <a:gd name="T37" fmla="*/ 34 h 51"/>
                  <a:gd name="T38" fmla="*/ 10 w 46"/>
                  <a:gd name="T39" fmla="*/ 41 h 51"/>
                  <a:gd name="T40" fmla="*/ 5 w 46"/>
                  <a:gd name="T41" fmla="*/ 28 h 51"/>
                  <a:gd name="T42" fmla="*/ 23 w 46"/>
                  <a:gd name="T43" fmla="*/ 11 h 51"/>
                  <a:gd name="T44" fmla="*/ 23 w 46"/>
                  <a:gd name="T45" fmla="*/ 14 h 51"/>
                  <a:gd name="T46" fmla="*/ 25 w 46"/>
                  <a:gd name="T47" fmla="*/ 15 h 51"/>
                  <a:gd name="T48" fmla="*/ 28 w 46"/>
                  <a:gd name="T49" fmla="*/ 13 h 51"/>
                  <a:gd name="T50" fmla="*/ 32 w 46"/>
                  <a:gd name="T51" fmla="*/ 11 h 51"/>
                  <a:gd name="T52" fmla="*/ 34 w 46"/>
                  <a:gd name="T53" fmla="*/ 9 h 51"/>
                  <a:gd name="T54" fmla="*/ 34 w 46"/>
                  <a:gd name="T55" fmla="*/ 7 h 51"/>
                  <a:gd name="T56" fmla="*/ 32 w 46"/>
                  <a:gd name="T57" fmla="*/ 5 h 51"/>
                  <a:gd name="T58" fmla="*/ 28 w 46"/>
                  <a:gd name="T59" fmla="*/ 3 h 51"/>
                  <a:gd name="T60" fmla="*/ 25 w 46"/>
                  <a:gd name="T61" fmla="*/ 1 h 51"/>
                  <a:gd name="T62" fmla="*/ 23 w 46"/>
                  <a:gd name="T63" fmla="*/ 2 h 51"/>
                  <a:gd name="T64" fmla="*/ 23 w 46"/>
                  <a:gd name="T65" fmla="*/ 5 h 51"/>
                  <a:gd name="T66" fmla="*/ 0 w 46"/>
                  <a:gd name="T67" fmla="*/ 28 h 51"/>
                  <a:gd name="T68" fmla="*/ 23 w 46"/>
                  <a:gd name="T69" fmla="*/ 51 h 51"/>
                  <a:gd name="T70" fmla="*/ 46 w 46"/>
                  <a:gd name="T71" fmla="*/ 28 h 51"/>
                  <a:gd name="T72" fmla="*/ 40 w 46"/>
                  <a:gd name="T73" fmla="*/ 28 h 51"/>
                  <a:gd name="T74" fmla="*/ 23 w 46"/>
                  <a:gd name="T75" fmla="*/ 19 h 51"/>
                  <a:gd name="T76" fmla="*/ 28 w 46"/>
                  <a:gd name="T77" fmla="*/ 24 h 51"/>
                  <a:gd name="T78" fmla="*/ 23 w 46"/>
                  <a:gd name="T79" fmla="*/ 29 h 51"/>
                  <a:gd name="T80" fmla="*/ 17 w 46"/>
                  <a:gd name="T81" fmla="*/ 24 h 51"/>
                  <a:gd name="T82" fmla="*/ 23 w 46"/>
                  <a:gd name="T83" fmla="*/ 19 h 51"/>
                  <a:gd name="T84" fmla="*/ 30 w 46"/>
                  <a:gd name="T85" fmla="*/ 37 h 51"/>
                  <a:gd name="T86" fmla="*/ 30 w 46"/>
                  <a:gd name="T87" fmla="*/ 37 h 51"/>
                  <a:gd name="T88" fmla="*/ 30 w 46"/>
                  <a:gd name="T89" fmla="*/ 37 h 51"/>
                  <a:gd name="T90" fmla="*/ 30 w 46"/>
                  <a:gd name="T91" fmla="*/ 44 h 51"/>
                  <a:gd name="T92" fmla="*/ 30 w 46"/>
                  <a:gd name="T93" fmla="*/ 44 h 51"/>
                  <a:gd name="T94" fmla="*/ 29 w 46"/>
                  <a:gd name="T95" fmla="*/ 37 h 51"/>
                  <a:gd name="T96" fmla="*/ 30 w 46"/>
                  <a:gd name="T97" fmla="*/ 37 h 51"/>
                  <a:gd name="T98" fmla="*/ 15 w 46"/>
                  <a:gd name="T99" fmla="*/ 37 h 51"/>
                  <a:gd name="T100" fmla="*/ 15 w 46"/>
                  <a:gd name="T101" fmla="*/ 37 h 51"/>
                  <a:gd name="T102" fmla="*/ 15 w 46"/>
                  <a:gd name="T103" fmla="*/ 44 h 51"/>
                  <a:gd name="T104" fmla="*/ 14 w 46"/>
                  <a:gd name="T105" fmla="*/ 44 h 51"/>
                  <a:gd name="T106" fmla="*/ 14 w 46"/>
                  <a:gd name="T107" fmla="*/ 37 h 51"/>
                  <a:gd name="T108" fmla="*/ 15 w 46"/>
                  <a:gd name="T109" fmla="*/ 3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 h="51">
                    <a:moveTo>
                      <a:pt x="40" y="28"/>
                    </a:moveTo>
                    <a:cubicBezTo>
                      <a:pt x="40" y="33"/>
                      <a:pt x="38" y="38"/>
                      <a:pt x="35" y="41"/>
                    </a:cubicBezTo>
                    <a:cubicBezTo>
                      <a:pt x="34" y="38"/>
                      <a:pt x="34" y="35"/>
                      <a:pt x="34" y="34"/>
                    </a:cubicBezTo>
                    <a:cubicBezTo>
                      <a:pt x="33" y="31"/>
                      <a:pt x="30" y="30"/>
                      <a:pt x="29" y="30"/>
                    </a:cubicBezTo>
                    <a:cubicBezTo>
                      <a:pt x="29" y="30"/>
                      <a:pt x="29" y="30"/>
                      <a:pt x="29" y="30"/>
                    </a:cubicBezTo>
                    <a:cubicBezTo>
                      <a:pt x="27" y="30"/>
                      <a:pt x="27" y="30"/>
                      <a:pt x="27" y="30"/>
                    </a:cubicBezTo>
                    <a:cubicBezTo>
                      <a:pt x="25" y="35"/>
                      <a:pt x="25" y="35"/>
                      <a:pt x="25" y="35"/>
                    </a:cubicBezTo>
                    <a:cubicBezTo>
                      <a:pt x="24" y="38"/>
                      <a:pt x="24" y="38"/>
                      <a:pt x="24" y="38"/>
                    </a:cubicBezTo>
                    <a:cubicBezTo>
                      <a:pt x="24" y="32"/>
                      <a:pt x="24" y="32"/>
                      <a:pt x="24" y="32"/>
                    </a:cubicBezTo>
                    <a:cubicBezTo>
                      <a:pt x="24" y="32"/>
                      <a:pt x="24" y="31"/>
                      <a:pt x="24" y="31"/>
                    </a:cubicBezTo>
                    <a:cubicBezTo>
                      <a:pt x="24" y="31"/>
                      <a:pt x="23" y="30"/>
                      <a:pt x="23" y="30"/>
                    </a:cubicBezTo>
                    <a:cubicBezTo>
                      <a:pt x="22" y="30"/>
                      <a:pt x="22" y="31"/>
                      <a:pt x="22" y="31"/>
                    </a:cubicBezTo>
                    <a:cubicBezTo>
                      <a:pt x="22" y="31"/>
                      <a:pt x="22" y="32"/>
                      <a:pt x="22" y="32"/>
                    </a:cubicBezTo>
                    <a:cubicBezTo>
                      <a:pt x="21" y="38"/>
                      <a:pt x="21" y="38"/>
                      <a:pt x="21" y="38"/>
                    </a:cubicBezTo>
                    <a:cubicBezTo>
                      <a:pt x="20" y="35"/>
                      <a:pt x="20" y="35"/>
                      <a:pt x="20" y="35"/>
                    </a:cubicBezTo>
                    <a:cubicBezTo>
                      <a:pt x="19" y="30"/>
                      <a:pt x="19" y="30"/>
                      <a:pt x="19" y="30"/>
                    </a:cubicBezTo>
                    <a:cubicBezTo>
                      <a:pt x="15" y="30"/>
                      <a:pt x="15" y="30"/>
                      <a:pt x="15" y="30"/>
                    </a:cubicBezTo>
                    <a:cubicBezTo>
                      <a:pt x="15" y="30"/>
                      <a:pt x="15" y="30"/>
                      <a:pt x="15" y="30"/>
                    </a:cubicBezTo>
                    <a:cubicBezTo>
                      <a:pt x="13" y="31"/>
                      <a:pt x="11" y="31"/>
                      <a:pt x="11" y="34"/>
                    </a:cubicBezTo>
                    <a:cubicBezTo>
                      <a:pt x="10" y="35"/>
                      <a:pt x="10" y="37"/>
                      <a:pt x="10" y="41"/>
                    </a:cubicBezTo>
                    <a:cubicBezTo>
                      <a:pt x="7" y="37"/>
                      <a:pt x="5" y="33"/>
                      <a:pt x="5" y="28"/>
                    </a:cubicBezTo>
                    <a:cubicBezTo>
                      <a:pt x="5" y="19"/>
                      <a:pt x="13" y="11"/>
                      <a:pt x="23" y="11"/>
                    </a:cubicBezTo>
                    <a:cubicBezTo>
                      <a:pt x="23" y="14"/>
                      <a:pt x="23" y="14"/>
                      <a:pt x="23" y="14"/>
                    </a:cubicBezTo>
                    <a:cubicBezTo>
                      <a:pt x="23" y="15"/>
                      <a:pt x="24" y="15"/>
                      <a:pt x="25" y="15"/>
                    </a:cubicBezTo>
                    <a:cubicBezTo>
                      <a:pt x="28" y="13"/>
                      <a:pt x="28" y="13"/>
                      <a:pt x="28" y="13"/>
                    </a:cubicBezTo>
                    <a:cubicBezTo>
                      <a:pt x="29" y="12"/>
                      <a:pt x="30" y="11"/>
                      <a:pt x="32" y="11"/>
                    </a:cubicBezTo>
                    <a:cubicBezTo>
                      <a:pt x="34" y="9"/>
                      <a:pt x="34" y="9"/>
                      <a:pt x="34" y="9"/>
                    </a:cubicBezTo>
                    <a:cubicBezTo>
                      <a:pt x="36" y="8"/>
                      <a:pt x="36" y="7"/>
                      <a:pt x="34" y="7"/>
                    </a:cubicBezTo>
                    <a:cubicBezTo>
                      <a:pt x="32" y="5"/>
                      <a:pt x="32" y="5"/>
                      <a:pt x="32" y="5"/>
                    </a:cubicBezTo>
                    <a:cubicBezTo>
                      <a:pt x="30" y="4"/>
                      <a:pt x="29" y="3"/>
                      <a:pt x="28" y="3"/>
                    </a:cubicBezTo>
                    <a:cubicBezTo>
                      <a:pt x="25" y="1"/>
                      <a:pt x="25" y="1"/>
                      <a:pt x="25" y="1"/>
                    </a:cubicBezTo>
                    <a:cubicBezTo>
                      <a:pt x="24" y="0"/>
                      <a:pt x="23" y="1"/>
                      <a:pt x="23" y="2"/>
                    </a:cubicBezTo>
                    <a:cubicBezTo>
                      <a:pt x="23" y="5"/>
                      <a:pt x="23" y="5"/>
                      <a:pt x="23" y="5"/>
                    </a:cubicBezTo>
                    <a:cubicBezTo>
                      <a:pt x="10" y="5"/>
                      <a:pt x="0" y="16"/>
                      <a:pt x="0" y="28"/>
                    </a:cubicBezTo>
                    <a:cubicBezTo>
                      <a:pt x="0" y="41"/>
                      <a:pt x="10" y="51"/>
                      <a:pt x="23" y="51"/>
                    </a:cubicBezTo>
                    <a:cubicBezTo>
                      <a:pt x="35" y="51"/>
                      <a:pt x="46" y="41"/>
                      <a:pt x="46" y="28"/>
                    </a:cubicBezTo>
                    <a:cubicBezTo>
                      <a:pt x="40" y="28"/>
                      <a:pt x="40" y="28"/>
                      <a:pt x="40" y="28"/>
                    </a:cubicBezTo>
                    <a:close/>
                    <a:moveTo>
                      <a:pt x="23" y="19"/>
                    </a:moveTo>
                    <a:cubicBezTo>
                      <a:pt x="26" y="19"/>
                      <a:pt x="28" y="21"/>
                      <a:pt x="28" y="24"/>
                    </a:cubicBezTo>
                    <a:cubicBezTo>
                      <a:pt x="28" y="27"/>
                      <a:pt x="26" y="29"/>
                      <a:pt x="23" y="29"/>
                    </a:cubicBezTo>
                    <a:cubicBezTo>
                      <a:pt x="20" y="29"/>
                      <a:pt x="17" y="27"/>
                      <a:pt x="17" y="24"/>
                    </a:cubicBezTo>
                    <a:cubicBezTo>
                      <a:pt x="17" y="21"/>
                      <a:pt x="20" y="19"/>
                      <a:pt x="23" y="19"/>
                    </a:cubicBezTo>
                    <a:close/>
                    <a:moveTo>
                      <a:pt x="30" y="37"/>
                    </a:moveTo>
                    <a:cubicBezTo>
                      <a:pt x="30" y="37"/>
                      <a:pt x="30" y="37"/>
                      <a:pt x="30" y="37"/>
                    </a:cubicBezTo>
                    <a:cubicBezTo>
                      <a:pt x="30" y="37"/>
                      <a:pt x="30" y="37"/>
                      <a:pt x="30" y="37"/>
                    </a:cubicBezTo>
                    <a:cubicBezTo>
                      <a:pt x="30" y="44"/>
                      <a:pt x="30" y="44"/>
                      <a:pt x="30" y="44"/>
                    </a:cubicBezTo>
                    <a:cubicBezTo>
                      <a:pt x="30" y="44"/>
                      <a:pt x="30" y="44"/>
                      <a:pt x="30" y="44"/>
                    </a:cubicBezTo>
                    <a:cubicBezTo>
                      <a:pt x="29" y="37"/>
                      <a:pt x="29" y="37"/>
                      <a:pt x="29" y="37"/>
                    </a:cubicBezTo>
                    <a:cubicBezTo>
                      <a:pt x="30" y="37"/>
                      <a:pt x="30" y="37"/>
                      <a:pt x="30" y="37"/>
                    </a:cubicBezTo>
                    <a:close/>
                    <a:moveTo>
                      <a:pt x="15" y="37"/>
                    </a:moveTo>
                    <a:cubicBezTo>
                      <a:pt x="15" y="37"/>
                      <a:pt x="15" y="37"/>
                      <a:pt x="15" y="37"/>
                    </a:cubicBezTo>
                    <a:cubicBezTo>
                      <a:pt x="15" y="44"/>
                      <a:pt x="15" y="44"/>
                      <a:pt x="15" y="44"/>
                    </a:cubicBezTo>
                    <a:cubicBezTo>
                      <a:pt x="15" y="44"/>
                      <a:pt x="14" y="44"/>
                      <a:pt x="14" y="44"/>
                    </a:cubicBezTo>
                    <a:cubicBezTo>
                      <a:pt x="14" y="37"/>
                      <a:pt x="14" y="37"/>
                      <a:pt x="14" y="37"/>
                    </a:cubicBezTo>
                    <a:cubicBezTo>
                      <a:pt x="14" y="37"/>
                      <a:pt x="14" y="37"/>
                      <a:pt x="15" y="37"/>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grpSp>
        <p:sp>
          <p:nvSpPr>
            <p:cNvPr id="5" name="Freeform 20"/>
            <p:cNvSpPr/>
            <p:nvPr/>
          </p:nvSpPr>
          <p:spPr bwMode="auto">
            <a:xfrm>
              <a:off x="8741" y="3712"/>
              <a:ext cx="420" cy="2229"/>
            </a:xfrm>
            <a:custGeom>
              <a:avLst/>
              <a:gdLst>
                <a:gd name="T0" fmla="*/ 11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1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1"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1" y="0"/>
                  </a:cubicBezTo>
                  <a:close/>
                </a:path>
              </a:pathLst>
            </a:custGeom>
            <a:solidFill>
              <a:schemeClr val="tx1"/>
            </a:solidFill>
            <a:ln>
              <a:noFill/>
            </a:ln>
          </p:spPr>
          <p:txBody>
            <a:bodyPr vert="horz" wrap="square" lIns="81887" tIns="40943" rIns="81887" bIns="40943" numCol="1" anchor="t" anchorCtr="0" compatLnSpc="1"/>
            <a:lstStyle/>
            <a:p>
              <a:endParaRPr lang="zh-CN" altLang="en-US"/>
            </a:p>
          </p:txBody>
        </p:sp>
      </p:grpSp>
      <p:grpSp>
        <p:nvGrpSpPr>
          <p:cNvPr id="45" name="组合 44"/>
          <p:cNvGrpSpPr/>
          <p:nvPr/>
        </p:nvGrpSpPr>
        <p:grpSpPr>
          <a:xfrm>
            <a:off x="2079625" y="4893310"/>
            <a:ext cx="1665641" cy="1370549"/>
            <a:chOff x="1578" y="7359"/>
            <a:chExt cx="2842" cy="2339"/>
          </a:xfrm>
        </p:grpSpPr>
        <p:sp>
          <p:nvSpPr>
            <p:cNvPr id="46" name="矩形 45"/>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7" name="矩形 4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6" name="组合 5"/>
          <p:cNvGrpSpPr/>
          <p:nvPr/>
        </p:nvGrpSpPr>
        <p:grpSpPr>
          <a:xfrm>
            <a:off x="4138295" y="4939030"/>
            <a:ext cx="1665641" cy="1370549"/>
            <a:chOff x="1578" y="7359"/>
            <a:chExt cx="2842" cy="2339"/>
          </a:xfrm>
        </p:grpSpPr>
        <p:sp>
          <p:nvSpPr>
            <p:cNvPr id="7" name="矩形 6"/>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9" name="矩形 8"/>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12" name="组合 11"/>
          <p:cNvGrpSpPr/>
          <p:nvPr/>
        </p:nvGrpSpPr>
        <p:grpSpPr>
          <a:xfrm>
            <a:off x="6205220" y="4893310"/>
            <a:ext cx="1665641" cy="1370549"/>
            <a:chOff x="1578" y="7359"/>
            <a:chExt cx="2842" cy="2339"/>
          </a:xfrm>
        </p:grpSpPr>
        <p:sp>
          <p:nvSpPr>
            <p:cNvPr id="13" name="矩形 12"/>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15" name="矩形 14"/>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17" name="组合 16"/>
          <p:cNvGrpSpPr/>
          <p:nvPr/>
        </p:nvGrpSpPr>
        <p:grpSpPr>
          <a:xfrm>
            <a:off x="8260715" y="4893310"/>
            <a:ext cx="1665641" cy="1370549"/>
            <a:chOff x="1578" y="7359"/>
            <a:chExt cx="2842" cy="2339"/>
          </a:xfrm>
        </p:grpSpPr>
        <p:sp>
          <p:nvSpPr>
            <p:cNvPr id="18" name="矩形 17"/>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19" name="矩形 18"/>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spTree>
    <p:extLst>
      <p:ext uri="{BB962C8B-B14F-4D97-AF65-F5344CB8AC3E}">
        <p14:creationId xmlns:p14="http://schemas.microsoft.com/office/powerpoint/2010/main" val="2844626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sp>
        <p:nvSpPr>
          <p:cNvPr id="5" name="Oval 6"/>
          <p:cNvSpPr>
            <a:spLocks noChangeArrowheads="1"/>
          </p:cNvSpPr>
          <p:nvPr/>
        </p:nvSpPr>
        <p:spPr bwMode="auto">
          <a:xfrm>
            <a:off x="1347217" y="2132856"/>
            <a:ext cx="1419148" cy="1421314"/>
          </a:xfrm>
          <a:prstGeom prst="ellipse">
            <a:avLst/>
          </a:prstGeom>
          <a:noFill/>
          <a:ln w="3175">
            <a:solidFill>
              <a:schemeClr val="tx1"/>
            </a:solidFill>
          </a:ln>
          <a:effectLst/>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02916" tIns="51458" rIns="102916" bIns="51458" rtlCol="0" anchor="ctr"/>
          <a:lstStyle/>
          <a:p>
            <a:pPr algn="ctr"/>
            <a:endParaRPr lang="zh-CN" altLang="en-US"/>
          </a:p>
        </p:txBody>
      </p:sp>
      <p:sp>
        <p:nvSpPr>
          <p:cNvPr id="6" name="Oval 7"/>
          <p:cNvSpPr>
            <a:spLocks noChangeArrowheads="1"/>
          </p:cNvSpPr>
          <p:nvPr/>
        </p:nvSpPr>
        <p:spPr bwMode="auto">
          <a:xfrm>
            <a:off x="3695961" y="2487806"/>
            <a:ext cx="710332" cy="710405"/>
          </a:xfrm>
          <a:prstGeom prst="ellipse">
            <a:avLst/>
          </a:prstGeom>
          <a:noFill/>
          <a:ln w="3175">
            <a:solidFill>
              <a:schemeClr val="tx1"/>
            </a:solidFill>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Oval 8"/>
          <p:cNvSpPr>
            <a:spLocks noChangeArrowheads="1"/>
          </p:cNvSpPr>
          <p:nvPr/>
        </p:nvSpPr>
        <p:spPr bwMode="auto">
          <a:xfrm>
            <a:off x="5367635" y="2132856"/>
            <a:ext cx="1418643" cy="1421314"/>
          </a:xfrm>
          <a:prstGeom prst="ellipse">
            <a:avLst/>
          </a:prstGeom>
          <a:noFill/>
          <a:ln w="3175">
            <a:solidFill>
              <a:schemeClr val="tx1"/>
            </a:solid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02916" tIns="51458" rIns="102916" bIns="51458" rtlCol="0" anchor="ctr"/>
          <a:lstStyle/>
          <a:p>
            <a:pPr algn="ctr"/>
            <a:endParaRPr lang="zh-CN" altLang="en-US"/>
          </a:p>
        </p:txBody>
      </p:sp>
      <p:sp>
        <p:nvSpPr>
          <p:cNvPr id="9" name="Oval 9"/>
          <p:cNvSpPr>
            <a:spLocks noChangeArrowheads="1"/>
          </p:cNvSpPr>
          <p:nvPr/>
        </p:nvSpPr>
        <p:spPr bwMode="auto">
          <a:xfrm>
            <a:off x="7685639" y="2487806"/>
            <a:ext cx="708816" cy="710405"/>
          </a:xfrm>
          <a:prstGeom prst="ellipse">
            <a:avLst/>
          </a:prstGeom>
          <a:noFill/>
          <a:ln w="3175">
            <a:solidFill>
              <a:schemeClr val="tx1"/>
            </a:solidFill>
          </a:ln>
          <a:effectLst/>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02916" tIns="51458" rIns="102916" bIns="51458" rtlCol="0" anchor="ctr"/>
          <a:lstStyle/>
          <a:p>
            <a:pPr algn="ctr"/>
            <a:endParaRPr lang="zh-CN" altLang="en-US"/>
          </a:p>
        </p:txBody>
      </p:sp>
      <p:sp>
        <p:nvSpPr>
          <p:cNvPr id="11" name="Oval 10"/>
          <p:cNvSpPr>
            <a:spLocks noChangeArrowheads="1"/>
          </p:cNvSpPr>
          <p:nvPr/>
        </p:nvSpPr>
        <p:spPr bwMode="auto">
          <a:xfrm>
            <a:off x="9325568" y="2132856"/>
            <a:ext cx="1419148" cy="1421314"/>
          </a:xfrm>
          <a:prstGeom prst="ellipse">
            <a:avLst/>
          </a:prstGeom>
          <a:noFill/>
          <a:ln w="3175">
            <a:solidFill>
              <a:schemeClr val="tx1"/>
            </a:solid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Oval 11"/>
          <p:cNvSpPr>
            <a:spLocks noChangeArrowheads="1"/>
          </p:cNvSpPr>
          <p:nvPr/>
        </p:nvSpPr>
        <p:spPr bwMode="auto">
          <a:xfrm>
            <a:off x="3162454" y="2773989"/>
            <a:ext cx="137419" cy="138542"/>
          </a:xfrm>
          <a:prstGeom prst="ellipse">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2916" tIns="51458" rIns="102916" bIns="51458" rtlCol="0" anchor="ctr"/>
          <a:lstStyle/>
          <a:p>
            <a:pPr algn="ctr"/>
            <a:endParaRPr lang="zh-CN" altLang="en-US"/>
          </a:p>
        </p:txBody>
      </p:sp>
      <p:sp>
        <p:nvSpPr>
          <p:cNvPr id="13" name="Oval 13"/>
          <p:cNvSpPr>
            <a:spLocks noChangeArrowheads="1"/>
          </p:cNvSpPr>
          <p:nvPr/>
        </p:nvSpPr>
        <p:spPr bwMode="auto">
          <a:xfrm>
            <a:off x="7151124" y="2773989"/>
            <a:ext cx="138429" cy="138542"/>
          </a:xfrm>
          <a:prstGeom prst="ellipse">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Line 15"/>
          <p:cNvSpPr>
            <a:spLocks noChangeShapeType="1"/>
          </p:cNvSpPr>
          <p:nvPr/>
        </p:nvSpPr>
        <p:spPr bwMode="auto">
          <a:xfrm>
            <a:off x="2056031" y="3654287"/>
            <a:ext cx="0" cy="502087"/>
          </a:xfrm>
          <a:prstGeom prst="line">
            <a:avLst/>
          </a:prstGeom>
          <a:noFill/>
          <a:ln w="4" cap="flat">
            <a:solidFill>
              <a:schemeClr val="bg1">
                <a:lumMod val="65000"/>
              </a:schemeClr>
            </a:solidFill>
            <a:prstDash val="solid"/>
            <a:miter lim="800000"/>
          </a:ln>
          <a:extLst>
            <a:ext uri="{909E8E84-426E-40DD-AFC4-6F175D3DCCD1}">
              <a14:hiddenFill xmlns:a14="http://schemas.microsoft.com/office/drawing/2010/main">
                <a:noFill/>
              </a14:hiddenFill>
            </a:ext>
          </a:extLst>
        </p:spPr>
        <p:txBody>
          <a:bodyPr vert="horz" wrap="square" lIns="91840" tIns="45920" rIns="91840" bIns="45920" numCol="1" anchor="t" anchorCtr="0" compatLnSpc="1"/>
          <a:lstStyle/>
          <a:p>
            <a:endParaRPr lang="zh-CN" altLang="en-US"/>
          </a:p>
        </p:txBody>
      </p:sp>
      <p:sp>
        <p:nvSpPr>
          <p:cNvPr id="15" name="Line 16"/>
          <p:cNvSpPr>
            <a:spLocks noChangeShapeType="1"/>
          </p:cNvSpPr>
          <p:nvPr/>
        </p:nvSpPr>
        <p:spPr bwMode="auto">
          <a:xfrm>
            <a:off x="4050995" y="3278102"/>
            <a:ext cx="0" cy="306915"/>
          </a:xfrm>
          <a:prstGeom prst="line">
            <a:avLst/>
          </a:prstGeom>
          <a:noFill/>
          <a:ln w="4" cap="flat">
            <a:solidFill>
              <a:schemeClr val="bg1">
                <a:lumMod val="65000"/>
              </a:schemeClr>
            </a:solidFill>
            <a:prstDash val="solid"/>
            <a:miter lim="800000"/>
          </a:ln>
          <a:extLst>
            <a:ext uri="{909E8E84-426E-40DD-AFC4-6F175D3DCCD1}">
              <a14:hiddenFill xmlns:a14="http://schemas.microsoft.com/office/drawing/2010/main">
                <a:noFill/>
              </a14:hiddenFill>
            </a:ext>
          </a:extLst>
        </p:spPr>
        <p:txBody>
          <a:bodyPr vert="horz" wrap="square" lIns="91840" tIns="45920" rIns="91840" bIns="45920" numCol="1" anchor="t" anchorCtr="0" compatLnSpc="1"/>
          <a:lstStyle/>
          <a:p>
            <a:endParaRPr lang="zh-CN" altLang="en-US"/>
          </a:p>
        </p:txBody>
      </p:sp>
      <p:sp>
        <p:nvSpPr>
          <p:cNvPr id="17" name="Line 17"/>
          <p:cNvSpPr>
            <a:spLocks noChangeShapeType="1"/>
          </p:cNvSpPr>
          <p:nvPr/>
        </p:nvSpPr>
        <p:spPr bwMode="auto">
          <a:xfrm>
            <a:off x="6045711" y="3654287"/>
            <a:ext cx="0" cy="502087"/>
          </a:xfrm>
          <a:prstGeom prst="line">
            <a:avLst/>
          </a:prstGeom>
          <a:noFill/>
          <a:ln w="4" cap="flat">
            <a:solidFill>
              <a:schemeClr val="bg1">
                <a:lumMod val="65000"/>
              </a:schemeClr>
            </a:solidFill>
            <a:prstDash val="solid"/>
            <a:miter lim="800000"/>
          </a:ln>
          <a:extLst>
            <a:ext uri="{909E8E84-426E-40DD-AFC4-6F175D3DCCD1}">
              <a14:hiddenFill xmlns:a14="http://schemas.microsoft.com/office/drawing/2010/main">
                <a:noFill/>
              </a14:hiddenFill>
            </a:ext>
          </a:extLst>
        </p:spPr>
        <p:txBody>
          <a:bodyPr vert="horz" wrap="square" lIns="91840" tIns="45920" rIns="91840" bIns="45920" numCol="1" anchor="t" anchorCtr="0" compatLnSpc="1"/>
          <a:lstStyle/>
          <a:p>
            <a:endParaRPr lang="zh-CN" altLang="en-US"/>
          </a:p>
        </p:txBody>
      </p:sp>
      <p:sp>
        <p:nvSpPr>
          <p:cNvPr id="18" name="Line 18"/>
          <p:cNvSpPr>
            <a:spLocks noChangeShapeType="1"/>
          </p:cNvSpPr>
          <p:nvPr/>
        </p:nvSpPr>
        <p:spPr bwMode="auto">
          <a:xfrm>
            <a:off x="8040300" y="3278102"/>
            <a:ext cx="0" cy="306915"/>
          </a:xfrm>
          <a:prstGeom prst="line">
            <a:avLst/>
          </a:prstGeom>
          <a:noFill/>
          <a:ln w="4" cap="flat">
            <a:solidFill>
              <a:schemeClr val="bg1">
                <a:lumMod val="65000"/>
              </a:schemeClr>
            </a:solidFill>
            <a:prstDash val="solid"/>
            <a:miter lim="800000"/>
          </a:ln>
          <a:extLst>
            <a:ext uri="{909E8E84-426E-40DD-AFC4-6F175D3DCCD1}">
              <a14:hiddenFill xmlns:a14="http://schemas.microsoft.com/office/drawing/2010/main">
                <a:noFill/>
              </a14:hiddenFill>
            </a:ext>
          </a:extLst>
        </p:spPr>
        <p:txBody>
          <a:bodyPr vert="horz" wrap="square" lIns="91840" tIns="45920" rIns="91840" bIns="45920" numCol="1" anchor="t" anchorCtr="0" compatLnSpc="1"/>
          <a:lstStyle/>
          <a:p>
            <a:endParaRPr lang="zh-CN" altLang="en-US"/>
          </a:p>
        </p:txBody>
      </p:sp>
      <p:sp>
        <p:nvSpPr>
          <p:cNvPr id="19" name="Line 19"/>
          <p:cNvSpPr>
            <a:spLocks noChangeShapeType="1"/>
          </p:cNvSpPr>
          <p:nvPr/>
        </p:nvSpPr>
        <p:spPr bwMode="auto">
          <a:xfrm>
            <a:off x="10034382" y="3654287"/>
            <a:ext cx="0" cy="502087"/>
          </a:xfrm>
          <a:prstGeom prst="line">
            <a:avLst/>
          </a:prstGeom>
          <a:noFill/>
          <a:ln w="4" cap="flat">
            <a:solidFill>
              <a:schemeClr val="bg1">
                <a:lumMod val="65000"/>
              </a:schemeClr>
            </a:solidFill>
            <a:prstDash val="solid"/>
            <a:miter lim="800000"/>
          </a:ln>
          <a:extLst>
            <a:ext uri="{909E8E84-426E-40DD-AFC4-6F175D3DCCD1}">
              <a14:hiddenFill xmlns:a14="http://schemas.microsoft.com/office/drawing/2010/main">
                <a:noFill/>
              </a14:hiddenFill>
            </a:ext>
          </a:extLst>
        </p:spPr>
        <p:txBody>
          <a:bodyPr vert="horz" wrap="square" lIns="91840" tIns="45920" rIns="91840" bIns="45920" numCol="1" anchor="t" anchorCtr="0" compatLnSpc="1"/>
          <a:lstStyle/>
          <a:p>
            <a:endParaRPr lang="zh-CN" altLang="en-US"/>
          </a:p>
        </p:txBody>
      </p:sp>
      <p:sp>
        <p:nvSpPr>
          <p:cNvPr id="20" name="Freeform 24"/>
          <p:cNvSpPr>
            <a:spLocks noEditPoints="1"/>
          </p:cNvSpPr>
          <p:nvPr/>
        </p:nvSpPr>
        <p:spPr bwMode="auto">
          <a:xfrm>
            <a:off x="3856124" y="2647850"/>
            <a:ext cx="390003" cy="390321"/>
          </a:xfrm>
          <a:custGeom>
            <a:avLst/>
            <a:gdLst>
              <a:gd name="T0" fmla="*/ 919 w 1838"/>
              <a:gd name="T1" fmla="*/ 0 h 1838"/>
              <a:gd name="T2" fmla="*/ 0 w 1838"/>
              <a:gd name="T3" fmla="*/ 919 h 1838"/>
              <a:gd name="T4" fmla="*/ 919 w 1838"/>
              <a:gd name="T5" fmla="*/ 1838 h 1838"/>
              <a:gd name="T6" fmla="*/ 1838 w 1838"/>
              <a:gd name="T7" fmla="*/ 919 h 1838"/>
              <a:gd name="T8" fmla="*/ 919 w 1838"/>
              <a:gd name="T9" fmla="*/ 0 h 1838"/>
              <a:gd name="T10" fmla="*/ 919 w 1838"/>
              <a:gd name="T11" fmla="*/ 1608 h 1838"/>
              <a:gd name="T12" fmla="*/ 919 w 1838"/>
              <a:gd name="T13" fmla="*/ 1608 h 1838"/>
              <a:gd name="T14" fmla="*/ 230 w 1838"/>
              <a:gd name="T15" fmla="*/ 919 h 1838"/>
              <a:gd name="T16" fmla="*/ 919 w 1838"/>
              <a:gd name="T17" fmla="*/ 230 h 1838"/>
              <a:gd name="T18" fmla="*/ 1608 w 1838"/>
              <a:gd name="T19" fmla="*/ 919 h 1838"/>
              <a:gd name="T20" fmla="*/ 919 w 1838"/>
              <a:gd name="T21" fmla="*/ 1608 h 1838"/>
              <a:gd name="T22" fmla="*/ 1493 w 1838"/>
              <a:gd name="T23" fmla="*/ 919 h 1838"/>
              <a:gd name="T24" fmla="*/ 1493 w 1838"/>
              <a:gd name="T25" fmla="*/ 919 h 1838"/>
              <a:gd name="T26" fmla="*/ 1378 w 1838"/>
              <a:gd name="T27" fmla="*/ 1034 h 1838"/>
              <a:gd name="T28" fmla="*/ 919 w 1838"/>
              <a:gd name="T29" fmla="*/ 1034 h 1838"/>
              <a:gd name="T30" fmla="*/ 804 w 1838"/>
              <a:gd name="T31" fmla="*/ 919 h 1838"/>
              <a:gd name="T32" fmla="*/ 804 w 1838"/>
              <a:gd name="T33" fmla="*/ 460 h 1838"/>
              <a:gd name="T34" fmla="*/ 919 w 1838"/>
              <a:gd name="T35" fmla="*/ 345 h 1838"/>
              <a:gd name="T36" fmla="*/ 1034 w 1838"/>
              <a:gd name="T37" fmla="*/ 460 h 1838"/>
              <a:gd name="T38" fmla="*/ 1034 w 1838"/>
              <a:gd name="T39" fmla="*/ 804 h 1838"/>
              <a:gd name="T40" fmla="*/ 1378 w 1838"/>
              <a:gd name="T41" fmla="*/ 804 h 1838"/>
              <a:gd name="T42" fmla="*/ 1493 w 1838"/>
              <a:gd name="T43" fmla="*/ 919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38" h="1838">
                <a:moveTo>
                  <a:pt x="919" y="0"/>
                </a:moveTo>
                <a:cubicBezTo>
                  <a:pt x="411" y="0"/>
                  <a:pt x="0" y="412"/>
                  <a:pt x="0" y="919"/>
                </a:cubicBezTo>
                <a:cubicBezTo>
                  <a:pt x="0" y="1427"/>
                  <a:pt x="411" y="1838"/>
                  <a:pt x="919" y="1838"/>
                </a:cubicBezTo>
                <a:cubicBezTo>
                  <a:pt x="1426" y="1838"/>
                  <a:pt x="1838" y="1427"/>
                  <a:pt x="1838" y="919"/>
                </a:cubicBezTo>
                <a:cubicBezTo>
                  <a:pt x="1838" y="412"/>
                  <a:pt x="1426" y="0"/>
                  <a:pt x="919" y="0"/>
                </a:cubicBezTo>
                <a:close/>
                <a:moveTo>
                  <a:pt x="919" y="1608"/>
                </a:moveTo>
                <a:cubicBezTo>
                  <a:pt x="919" y="1608"/>
                  <a:pt x="919" y="1608"/>
                  <a:pt x="919" y="1608"/>
                </a:cubicBezTo>
                <a:cubicBezTo>
                  <a:pt x="539" y="1608"/>
                  <a:pt x="230" y="1299"/>
                  <a:pt x="230" y="919"/>
                </a:cubicBezTo>
                <a:cubicBezTo>
                  <a:pt x="230" y="539"/>
                  <a:pt x="539" y="230"/>
                  <a:pt x="919" y="230"/>
                </a:cubicBezTo>
                <a:cubicBezTo>
                  <a:pt x="1299" y="230"/>
                  <a:pt x="1608" y="539"/>
                  <a:pt x="1608" y="919"/>
                </a:cubicBezTo>
                <a:cubicBezTo>
                  <a:pt x="1608" y="1299"/>
                  <a:pt x="1299" y="1608"/>
                  <a:pt x="919" y="1608"/>
                </a:cubicBezTo>
                <a:close/>
                <a:moveTo>
                  <a:pt x="1493" y="919"/>
                </a:moveTo>
                <a:cubicBezTo>
                  <a:pt x="1493" y="919"/>
                  <a:pt x="1493" y="919"/>
                  <a:pt x="1493" y="919"/>
                </a:cubicBezTo>
                <a:cubicBezTo>
                  <a:pt x="1493" y="983"/>
                  <a:pt x="1442" y="1034"/>
                  <a:pt x="1378" y="1034"/>
                </a:cubicBezTo>
                <a:cubicBezTo>
                  <a:pt x="919" y="1034"/>
                  <a:pt x="919" y="1034"/>
                  <a:pt x="919" y="1034"/>
                </a:cubicBezTo>
                <a:cubicBezTo>
                  <a:pt x="856" y="1034"/>
                  <a:pt x="804" y="983"/>
                  <a:pt x="804" y="919"/>
                </a:cubicBezTo>
                <a:cubicBezTo>
                  <a:pt x="804" y="460"/>
                  <a:pt x="804" y="460"/>
                  <a:pt x="804" y="460"/>
                </a:cubicBezTo>
                <a:cubicBezTo>
                  <a:pt x="804" y="396"/>
                  <a:pt x="856" y="345"/>
                  <a:pt x="919" y="345"/>
                </a:cubicBezTo>
                <a:cubicBezTo>
                  <a:pt x="982" y="345"/>
                  <a:pt x="1034" y="396"/>
                  <a:pt x="1034" y="460"/>
                </a:cubicBezTo>
                <a:cubicBezTo>
                  <a:pt x="1034" y="804"/>
                  <a:pt x="1034" y="804"/>
                  <a:pt x="1034" y="804"/>
                </a:cubicBezTo>
                <a:cubicBezTo>
                  <a:pt x="1378" y="804"/>
                  <a:pt x="1378" y="804"/>
                  <a:pt x="1378" y="804"/>
                </a:cubicBezTo>
                <a:cubicBezTo>
                  <a:pt x="1442" y="804"/>
                  <a:pt x="1493" y="856"/>
                  <a:pt x="1493" y="919"/>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840" tIns="45920" rIns="91840" bIns="45920" numCol="1" anchor="t" anchorCtr="0" compatLnSpc="1"/>
          <a:lstStyle/>
          <a:p>
            <a:endParaRPr lang="zh-CN" altLang="en-US"/>
          </a:p>
        </p:txBody>
      </p:sp>
      <p:sp>
        <p:nvSpPr>
          <p:cNvPr id="21" name="Freeform 25"/>
          <p:cNvSpPr/>
          <p:nvPr/>
        </p:nvSpPr>
        <p:spPr bwMode="auto">
          <a:xfrm>
            <a:off x="1829120" y="2432616"/>
            <a:ext cx="455343" cy="821799"/>
          </a:xfrm>
          <a:custGeom>
            <a:avLst/>
            <a:gdLst>
              <a:gd name="T0" fmla="*/ 604 w 637"/>
              <a:gd name="T1" fmla="*/ 610 h 1149"/>
              <a:gd name="T2" fmla="*/ 604 w 637"/>
              <a:gd name="T3" fmla="*/ 610 h 1149"/>
              <a:gd name="T4" fmla="*/ 637 w 637"/>
              <a:gd name="T5" fmla="*/ 739 h 1149"/>
              <a:gd name="T6" fmla="*/ 569 w 637"/>
              <a:gd name="T7" fmla="*/ 929 h 1149"/>
              <a:gd name="T8" fmla="*/ 373 w 637"/>
              <a:gd name="T9" fmla="*/ 1019 h 1149"/>
              <a:gd name="T10" fmla="*/ 373 w 637"/>
              <a:gd name="T11" fmla="*/ 1149 h 1149"/>
              <a:gd name="T12" fmla="*/ 264 w 637"/>
              <a:gd name="T13" fmla="*/ 1149 h 1149"/>
              <a:gd name="T14" fmla="*/ 264 w 637"/>
              <a:gd name="T15" fmla="*/ 1019 h 1149"/>
              <a:gd name="T16" fmla="*/ 0 w 637"/>
              <a:gd name="T17" fmla="*/ 771 h 1149"/>
              <a:gd name="T18" fmla="*/ 168 w 637"/>
              <a:gd name="T19" fmla="*/ 728 h 1149"/>
              <a:gd name="T20" fmla="*/ 323 w 637"/>
              <a:gd name="T21" fmla="*/ 870 h 1149"/>
              <a:gd name="T22" fmla="*/ 413 w 637"/>
              <a:gd name="T23" fmla="*/ 839 h 1149"/>
              <a:gd name="T24" fmla="*/ 442 w 637"/>
              <a:gd name="T25" fmla="*/ 766 h 1149"/>
              <a:gd name="T26" fmla="*/ 413 w 637"/>
              <a:gd name="T27" fmla="*/ 698 h 1149"/>
              <a:gd name="T28" fmla="*/ 284 w 637"/>
              <a:gd name="T29" fmla="*/ 640 h 1149"/>
              <a:gd name="T30" fmla="*/ 144 w 637"/>
              <a:gd name="T31" fmla="*/ 578 h 1149"/>
              <a:gd name="T32" fmla="*/ 62 w 637"/>
              <a:gd name="T33" fmla="*/ 493 h 1149"/>
              <a:gd name="T34" fmla="*/ 31 w 637"/>
              <a:gd name="T35" fmla="*/ 366 h 1149"/>
              <a:gd name="T36" fmla="*/ 87 w 637"/>
              <a:gd name="T37" fmla="*/ 194 h 1149"/>
              <a:gd name="T38" fmla="*/ 264 w 637"/>
              <a:gd name="T39" fmla="*/ 101 h 1149"/>
              <a:gd name="T40" fmla="*/ 264 w 637"/>
              <a:gd name="T41" fmla="*/ 0 h 1149"/>
              <a:gd name="T42" fmla="*/ 373 w 637"/>
              <a:gd name="T43" fmla="*/ 0 h 1149"/>
              <a:gd name="T44" fmla="*/ 373 w 637"/>
              <a:gd name="T45" fmla="*/ 101 h 1149"/>
              <a:gd name="T46" fmla="*/ 609 w 637"/>
              <a:gd name="T47" fmla="*/ 307 h 1149"/>
              <a:gd name="T48" fmla="*/ 459 w 637"/>
              <a:gd name="T49" fmla="*/ 369 h 1149"/>
              <a:gd name="T50" fmla="*/ 323 w 637"/>
              <a:gd name="T51" fmla="*/ 242 h 1149"/>
              <a:gd name="T52" fmla="*/ 250 w 637"/>
              <a:gd name="T53" fmla="*/ 270 h 1149"/>
              <a:gd name="T54" fmla="*/ 222 w 637"/>
              <a:gd name="T55" fmla="*/ 339 h 1149"/>
              <a:gd name="T56" fmla="*/ 249 w 637"/>
              <a:gd name="T57" fmla="*/ 402 h 1149"/>
              <a:gd name="T58" fmla="*/ 364 w 637"/>
              <a:gd name="T59" fmla="*/ 456 h 1149"/>
              <a:gd name="T60" fmla="*/ 516 w 637"/>
              <a:gd name="T61" fmla="*/ 523 h 1149"/>
              <a:gd name="T62" fmla="*/ 604 w 637"/>
              <a:gd name="T63" fmla="*/ 61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7" h="1149">
                <a:moveTo>
                  <a:pt x="604" y="610"/>
                </a:moveTo>
                <a:cubicBezTo>
                  <a:pt x="604" y="610"/>
                  <a:pt x="604" y="610"/>
                  <a:pt x="604" y="610"/>
                </a:cubicBezTo>
                <a:cubicBezTo>
                  <a:pt x="626" y="647"/>
                  <a:pt x="637" y="690"/>
                  <a:pt x="637" y="739"/>
                </a:cubicBezTo>
                <a:cubicBezTo>
                  <a:pt x="637" y="815"/>
                  <a:pt x="614" y="879"/>
                  <a:pt x="569" y="929"/>
                </a:cubicBezTo>
                <a:cubicBezTo>
                  <a:pt x="523" y="980"/>
                  <a:pt x="458" y="1010"/>
                  <a:pt x="373" y="1019"/>
                </a:cubicBezTo>
                <a:cubicBezTo>
                  <a:pt x="373" y="1149"/>
                  <a:pt x="373" y="1149"/>
                  <a:pt x="373" y="1149"/>
                </a:cubicBezTo>
                <a:cubicBezTo>
                  <a:pt x="264" y="1149"/>
                  <a:pt x="264" y="1149"/>
                  <a:pt x="264" y="1149"/>
                </a:cubicBezTo>
                <a:cubicBezTo>
                  <a:pt x="264" y="1019"/>
                  <a:pt x="264" y="1019"/>
                  <a:pt x="264" y="1019"/>
                </a:cubicBezTo>
                <a:cubicBezTo>
                  <a:pt x="122" y="1005"/>
                  <a:pt x="34" y="922"/>
                  <a:pt x="0" y="771"/>
                </a:cubicBezTo>
                <a:cubicBezTo>
                  <a:pt x="168" y="728"/>
                  <a:pt x="168" y="728"/>
                  <a:pt x="168" y="728"/>
                </a:cubicBezTo>
                <a:cubicBezTo>
                  <a:pt x="184" y="822"/>
                  <a:pt x="235" y="870"/>
                  <a:pt x="323" y="870"/>
                </a:cubicBezTo>
                <a:cubicBezTo>
                  <a:pt x="364" y="870"/>
                  <a:pt x="394" y="860"/>
                  <a:pt x="413" y="839"/>
                </a:cubicBezTo>
                <a:cubicBezTo>
                  <a:pt x="432" y="819"/>
                  <a:pt x="442" y="795"/>
                  <a:pt x="442" y="766"/>
                </a:cubicBezTo>
                <a:cubicBezTo>
                  <a:pt x="442" y="736"/>
                  <a:pt x="432" y="714"/>
                  <a:pt x="413" y="698"/>
                </a:cubicBezTo>
                <a:cubicBezTo>
                  <a:pt x="394" y="683"/>
                  <a:pt x="351" y="664"/>
                  <a:pt x="284" y="640"/>
                </a:cubicBezTo>
                <a:cubicBezTo>
                  <a:pt x="225" y="619"/>
                  <a:pt x="178" y="599"/>
                  <a:pt x="144" y="578"/>
                </a:cubicBezTo>
                <a:cubicBezTo>
                  <a:pt x="111" y="558"/>
                  <a:pt x="83" y="530"/>
                  <a:pt x="62" y="493"/>
                </a:cubicBezTo>
                <a:cubicBezTo>
                  <a:pt x="41" y="457"/>
                  <a:pt x="31" y="414"/>
                  <a:pt x="31" y="366"/>
                </a:cubicBezTo>
                <a:cubicBezTo>
                  <a:pt x="31" y="302"/>
                  <a:pt x="50" y="245"/>
                  <a:pt x="87" y="194"/>
                </a:cubicBezTo>
                <a:cubicBezTo>
                  <a:pt x="125" y="143"/>
                  <a:pt x="184" y="112"/>
                  <a:pt x="264" y="101"/>
                </a:cubicBezTo>
                <a:cubicBezTo>
                  <a:pt x="264" y="0"/>
                  <a:pt x="264" y="0"/>
                  <a:pt x="264" y="0"/>
                </a:cubicBezTo>
                <a:cubicBezTo>
                  <a:pt x="373" y="0"/>
                  <a:pt x="373" y="0"/>
                  <a:pt x="373" y="0"/>
                </a:cubicBezTo>
                <a:cubicBezTo>
                  <a:pt x="373" y="101"/>
                  <a:pt x="373" y="101"/>
                  <a:pt x="373" y="101"/>
                </a:cubicBezTo>
                <a:cubicBezTo>
                  <a:pt x="494" y="115"/>
                  <a:pt x="573" y="184"/>
                  <a:pt x="609" y="307"/>
                </a:cubicBezTo>
                <a:cubicBezTo>
                  <a:pt x="459" y="369"/>
                  <a:pt x="459" y="369"/>
                  <a:pt x="459" y="369"/>
                </a:cubicBezTo>
                <a:cubicBezTo>
                  <a:pt x="430" y="284"/>
                  <a:pt x="385" y="242"/>
                  <a:pt x="323" y="242"/>
                </a:cubicBezTo>
                <a:cubicBezTo>
                  <a:pt x="293" y="242"/>
                  <a:pt x="268" y="252"/>
                  <a:pt x="250" y="270"/>
                </a:cubicBezTo>
                <a:cubicBezTo>
                  <a:pt x="231" y="289"/>
                  <a:pt x="222" y="312"/>
                  <a:pt x="222" y="339"/>
                </a:cubicBezTo>
                <a:cubicBezTo>
                  <a:pt x="222" y="366"/>
                  <a:pt x="231" y="387"/>
                  <a:pt x="249" y="402"/>
                </a:cubicBezTo>
                <a:cubicBezTo>
                  <a:pt x="267" y="416"/>
                  <a:pt x="305" y="435"/>
                  <a:pt x="364" y="456"/>
                </a:cubicBezTo>
                <a:cubicBezTo>
                  <a:pt x="428" y="480"/>
                  <a:pt x="479" y="502"/>
                  <a:pt x="516" y="523"/>
                </a:cubicBezTo>
                <a:cubicBezTo>
                  <a:pt x="552" y="544"/>
                  <a:pt x="582" y="573"/>
                  <a:pt x="604" y="61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840" tIns="45920" rIns="91840" bIns="45920" numCol="1" anchor="t" anchorCtr="0" compatLnSpc="1"/>
          <a:lstStyle/>
          <a:p>
            <a:endParaRPr lang="zh-CN" altLang="en-US"/>
          </a:p>
        </p:txBody>
      </p:sp>
      <p:sp>
        <p:nvSpPr>
          <p:cNvPr id="22" name="Freeform 26"/>
          <p:cNvSpPr>
            <a:spLocks noEditPoints="1"/>
          </p:cNvSpPr>
          <p:nvPr/>
        </p:nvSpPr>
        <p:spPr bwMode="auto">
          <a:xfrm>
            <a:off x="5665133" y="2474486"/>
            <a:ext cx="760150" cy="738058"/>
          </a:xfrm>
          <a:custGeom>
            <a:avLst/>
            <a:gdLst>
              <a:gd name="T0" fmla="*/ 1687 w 1687"/>
              <a:gd name="T1" fmla="*/ 89 h 1637"/>
              <a:gd name="T2" fmla="*/ 1598 w 1687"/>
              <a:gd name="T3" fmla="*/ 0 h 1637"/>
              <a:gd name="T4" fmla="*/ 959 w 1687"/>
              <a:gd name="T5" fmla="*/ 0 h 1637"/>
              <a:gd name="T6" fmla="*/ 869 w 1687"/>
              <a:gd name="T7" fmla="*/ 89 h 1637"/>
              <a:gd name="T8" fmla="*/ 869 w 1687"/>
              <a:gd name="T9" fmla="*/ 755 h 1637"/>
              <a:gd name="T10" fmla="*/ 920 w 1687"/>
              <a:gd name="T11" fmla="*/ 755 h 1637"/>
              <a:gd name="T12" fmla="*/ 920 w 1687"/>
              <a:gd name="T13" fmla="*/ 190 h 1637"/>
              <a:gd name="T14" fmla="*/ 1636 w 1687"/>
              <a:gd name="T15" fmla="*/ 190 h 1637"/>
              <a:gd name="T16" fmla="*/ 1636 w 1687"/>
              <a:gd name="T17" fmla="*/ 1214 h 1637"/>
              <a:gd name="T18" fmla="*/ 1535 w 1687"/>
              <a:gd name="T19" fmla="*/ 1214 h 1637"/>
              <a:gd name="T20" fmla="*/ 1535 w 1687"/>
              <a:gd name="T21" fmla="*/ 1469 h 1637"/>
              <a:gd name="T22" fmla="*/ 1598 w 1687"/>
              <a:gd name="T23" fmla="*/ 1469 h 1637"/>
              <a:gd name="T24" fmla="*/ 1687 w 1687"/>
              <a:gd name="T25" fmla="*/ 1380 h 1637"/>
              <a:gd name="T26" fmla="*/ 1687 w 1687"/>
              <a:gd name="T27" fmla="*/ 89 h 1637"/>
              <a:gd name="T28" fmla="*/ 1687 w 1687"/>
              <a:gd name="T29" fmla="*/ 89 h 1637"/>
              <a:gd name="T30" fmla="*/ 1548 w 1687"/>
              <a:gd name="T31" fmla="*/ 108 h 1637"/>
              <a:gd name="T32" fmla="*/ 1548 w 1687"/>
              <a:gd name="T33" fmla="*/ 108 h 1637"/>
              <a:gd name="T34" fmla="*/ 1008 w 1687"/>
              <a:gd name="T35" fmla="*/ 108 h 1637"/>
              <a:gd name="T36" fmla="*/ 990 w 1687"/>
              <a:gd name="T37" fmla="*/ 89 h 1637"/>
              <a:gd name="T38" fmla="*/ 1008 w 1687"/>
              <a:gd name="T39" fmla="*/ 71 h 1637"/>
              <a:gd name="T40" fmla="*/ 1548 w 1687"/>
              <a:gd name="T41" fmla="*/ 71 h 1637"/>
              <a:gd name="T42" fmla="*/ 1567 w 1687"/>
              <a:gd name="T43" fmla="*/ 89 h 1637"/>
              <a:gd name="T44" fmla="*/ 1548 w 1687"/>
              <a:gd name="T45" fmla="*/ 108 h 1637"/>
              <a:gd name="T46" fmla="*/ 1470 w 1687"/>
              <a:gd name="T47" fmla="*/ 1548 h 1637"/>
              <a:gd name="T48" fmla="*/ 1381 w 1687"/>
              <a:gd name="T49" fmla="*/ 1637 h 1637"/>
              <a:gd name="T50" fmla="*/ 89 w 1687"/>
              <a:gd name="T51" fmla="*/ 1637 h 1637"/>
              <a:gd name="T52" fmla="*/ 0 w 1687"/>
              <a:gd name="T53" fmla="*/ 1548 h 1637"/>
              <a:gd name="T54" fmla="*/ 0 w 1687"/>
              <a:gd name="T55" fmla="*/ 908 h 1637"/>
              <a:gd name="T56" fmla="*/ 89 w 1687"/>
              <a:gd name="T57" fmla="*/ 819 h 1637"/>
              <a:gd name="T58" fmla="*/ 1381 w 1687"/>
              <a:gd name="T59" fmla="*/ 819 h 1637"/>
              <a:gd name="T60" fmla="*/ 1470 w 1687"/>
              <a:gd name="T61" fmla="*/ 908 h 1637"/>
              <a:gd name="T62" fmla="*/ 1470 w 1687"/>
              <a:gd name="T63" fmla="*/ 1548 h 1637"/>
              <a:gd name="T64" fmla="*/ 1399 w 1687"/>
              <a:gd name="T65" fmla="*/ 958 h 1637"/>
              <a:gd name="T66" fmla="*/ 1399 w 1687"/>
              <a:gd name="T67" fmla="*/ 958 h 1637"/>
              <a:gd name="T68" fmla="*/ 1399 w 1687"/>
              <a:gd name="T69" fmla="*/ 1498 h 1637"/>
              <a:gd name="T70" fmla="*/ 1380 w 1687"/>
              <a:gd name="T71" fmla="*/ 1517 h 1637"/>
              <a:gd name="T72" fmla="*/ 1362 w 1687"/>
              <a:gd name="T73" fmla="*/ 1498 h 1637"/>
              <a:gd name="T74" fmla="*/ 1362 w 1687"/>
              <a:gd name="T75" fmla="*/ 958 h 1637"/>
              <a:gd name="T76" fmla="*/ 1380 w 1687"/>
              <a:gd name="T77" fmla="*/ 939 h 1637"/>
              <a:gd name="T78" fmla="*/ 1399 w 1687"/>
              <a:gd name="T79" fmla="*/ 958 h 1637"/>
              <a:gd name="T80" fmla="*/ 65 w 1687"/>
              <a:gd name="T81" fmla="*/ 1228 h 1637"/>
              <a:gd name="T82" fmla="*/ 118 w 1687"/>
              <a:gd name="T83" fmla="*/ 1282 h 1637"/>
              <a:gd name="T84" fmla="*/ 172 w 1687"/>
              <a:gd name="T85" fmla="*/ 1228 h 1637"/>
              <a:gd name="T86" fmla="*/ 118 w 1687"/>
              <a:gd name="T87" fmla="*/ 1174 h 1637"/>
              <a:gd name="T88" fmla="*/ 65 w 1687"/>
              <a:gd name="T89" fmla="*/ 1228 h 1637"/>
              <a:gd name="T90" fmla="*/ 65 w 1687"/>
              <a:gd name="T91" fmla="*/ 1228 h 1637"/>
              <a:gd name="T92" fmla="*/ 255 w 1687"/>
              <a:gd name="T93" fmla="*/ 870 h 1637"/>
              <a:gd name="T94" fmla="*/ 255 w 1687"/>
              <a:gd name="T95" fmla="*/ 870 h 1637"/>
              <a:gd name="T96" fmla="*/ 1280 w 1687"/>
              <a:gd name="T97" fmla="*/ 870 h 1637"/>
              <a:gd name="T98" fmla="*/ 1280 w 1687"/>
              <a:gd name="T99" fmla="*/ 1586 h 1637"/>
              <a:gd name="T100" fmla="*/ 255 w 1687"/>
              <a:gd name="T101" fmla="*/ 1586 h 1637"/>
              <a:gd name="T102" fmla="*/ 255 w 1687"/>
              <a:gd name="T103" fmla="*/ 870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87" h="1637">
                <a:moveTo>
                  <a:pt x="1687" y="89"/>
                </a:moveTo>
                <a:cubicBezTo>
                  <a:pt x="1687" y="40"/>
                  <a:pt x="1647" y="0"/>
                  <a:pt x="1598" y="0"/>
                </a:cubicBezTo>
                <a:cubicBezTo>
                  <a:pt x="959" y="0"/>
                  <a:pt x="959" y="0"/>
                  <a:pt x="959" y="0"/>
                </a:cubicBezTo>
                <a:cubicBezTo>
                  <a:pt x="909" y="0"/>
                  <a:pt x="869" y="40"/>
                  <a:pt x="869" y="89"/>
                </a:cubicBezTo>
                <a:cubicBezTo>
                  <a:pt x="869" y="755"/>
                  <a:pt x="869" y="755"/>
                  <a:pt x="869" y="755"/>
                </a:cubicBezTo>
                <a:cubicBezTo>
                  <a:pt x="920" y="755"/>
                  <a:pt x="920" y="755"/>
                  <a:pt x="920" y="755"/>
                </a:cubicBezTo>
                <a:cubicBezTo>
                  <a:pt x="920" y="190"/>
                  <a:pt x="920" y="190"/>
                  <a:pt x="920" y="190"/>
                </a:cubicBezTo>
                <a:cubicBezTo>
                  <a:pt x="1636" y="190"/>
                  <a:pt x="1636" y="190"/>
                  <a:pt x="1636" y="190"/>
                </a:cubicBezTo>
                <a:cubicBezTo>
                  <a:pt x="1636" y="1214"/>
                  <a:pt x="1636" y="1214"/>
                  <a:pt x="1636" y="1214"/>
                </a:cubicBezTo>
                <a:cubicBezTo>
                  <a:pt x="1535" y="1214"/>
                  <a:pt x="1535" y="1214"/>
                  <a:pt x="1535" y="1214"/>
                </a:cubicBezTo>
                <a:cubicBezTo>
                  <a:pt x="1535" y="1469"/>
                  <a:pt x="1535" y="1469"/>
                  <a:pt x="1535" y="1469"/>
                </a:cubicBezTo>
                <a:cubicBezTo>
                  <a:pt x="1598" y="1469"/>
                  <a:pt x="1598" y="1469"/>
                  <a:pt x="1598" y="1469"/>
                </a:cubicBezTo>
                <a:cubicBezTo>
                  <a:pt x="1647" y="1469"/>
                  <a:pt x="1687" y="1430"/>
                  <a:pt x="1687" y="1380"/>
                </a:cubicBezTo>
                <a:cubicBezTo>
                  <a:pt x="1687" y="89"/>
                  <a:pt x="1687" y="89"/>
                  <a:pt x="1687" y="89"/>
                </a:cubicBezTo>
                <a:cubicBezTo>
                  <a:pt x="1687" y="89"/>
                  <a:pt x="1687" y="89"/>
                  <a:pt x="1687" y="89"/>
                </a:cubicBezTo>
                <a:close/>
                <a:moveTo>
                  <a:pt x="1548" y="108"/>
                </a:moveTo>
                <a:cubicBezTo>
                  <a:pt x="1548" y="108"/>
                  <a:pt x="1548" y="108"/>
                  <a:pt x="1548" y="108"/>
                </a:cubicBezTo>
                <a:cubicBezTo>
                  <a:pt x="1008" y="108"/>
                  <a:pt x="1008" y="108"/>
                  <a:pt x="1008" y="108"/>
                </a:cubicBezTo>
                <a:cubicBezTo>
                  <a:pt x="998" y="108"/>
                  <a:pt x="990" y="100"/>
                  <a:pt x="990" y="89"/>
                </a:cubicBezTo>
                <a:cubicBezTo>
                  <a:pt x="990" y="79"/>
                  <a:pt x="998" y="71"/>
                  <a:pt x="1008" y="71"/>
                </a:cubicBezTo>
                <a:cubicBezTo>
                  <a:pt x="1548" y="71"/>
                  <a:pt x="1548" y="71"/>
                  <a:pt x="1548" y="71"/>
                </a:cubicBezTo>
                <a:cubicBezTo>
                  <a:pt x="1558" y="71"/>
                  <a:pt x="1567" y="79"/>
                  <a:pt x="1567" y="89"/>
                </a:cubicBezTo>
                <a:cubicBezTo>
                  <a:pt x="1567" y="100"/>
                  <a:pt x="1558" y="108"/>
                  <a:pt x="1548" y="108"/>
                </a:cubicBezTo>
                <a:close/>
                <a:moveTo>
                  <a:pt x="1470" y="1548"/>
                </a:moveTo>
                <a:cubicBezTo>
                  <a:pt x="1470" y="1597"/>
                  <a:pt x="1430" y="1637"/>
                  <a:pt x="1381" y="1637"/>
                </a:cubicBezTo>
                <a:cubicBezTo>
                  <a:pt x="89" y="1637"/>
                  <a:pt x="89" y="1637"/>
                  <a:pt x="89" y="1637"/>
                </a:cubicBezTo>
                <a:cubicBezTo>
                  <a:pt x="40" y="1637"/>
                  <a:pt x="0" y="1597"/>
                  <a:pt x="0" y="1548"/>
                </a:cubicBezTo>
                <a:cubicBezTo>
                  <a:pt x="0" y="908"/>
                  <a:pt x="0" y="908"/>
                  <a:pt x="0" y="908"/>
                </a:cubicBezTo>
                <a:cubicBezTo>
                  <a:pt x="0" y="859"/>
                  <a:pt x="40" y="819"/>
                  <a:pt x="89" y="819"/>
                </a:cubicBezTo>
                <a:cubicBezTo>
                  <a:pt x="1381" y="819"/>
                  <a:pt x="1381" y="819"/>
                  <a:pt x="1381" y="819"/>
                </a:cubicBezTo>
                <a:cubicBezTo>
                  <a:pt x="1430" y="819"/>
                  <a:pt x="1470" y="859"/>
                  <a:pt x="1470" y="908"/>
                </a:cubicBezTo>
                <a:cubicBezTo>
                  <a:pt x="1470" y="1548"/>
                  <a:pt x="1470" y="1548"/>
                  <a:pt x="1470" y="1548"/>
                </a:cubicBezTo>
                <a:close/>
                <a:moveTo>
                  <a:pt x="1399" y="958"/>
                </a:moveTo>
                <a:cubicBezTo>
                  <a:pt x="1399" y="958"/>
                  <a:pt x="1399" y="958"/>
                  <a:pt x="1399" y="958"/>
                </a:cubicBezTo>
                <a:cubicBezTo>
                  <a:pt x="1399" y="1498"/>
                  <a:pt x="1399" y="1498"/>
                  <a:pt x="1399" y="1498"/>
                </a:cubicBezTo>
                <a:cubicBezTo>
                  <a:pt x="1399" y="1508"/>
                  <a:pt x="1391" y="1517"/>
                  <a:pt x="1380" y="1517"/>
                </a:cubicBezTo>
                <a:cubicBezTo>
                  <a:pt x="1370" y="1517"/>
                  <a:pt x="1362" y="1508"/>
                  <a:pt x="1362" y="1498"/>
                </a:cubicBezTo>
                <a:cubicBezTo>
                  <a:pt x="1362" y="958"/>
                  <a:pt x="1362" y="958"/>
                  <a:pt x="1362" y="958"/>
                </a:cubicBezTo>
                <a:cubicBezTo>
                  <a:pt x="1362" y="948"/>
                  <a:pt x="1370" y="939"/>
                  <a:pt x="1380" y="939"/>
                </a:cubicBezTo>
                <a:cubicBezTo>
                  <a:pt x="1391" y="939"/>
                  <a:pt x="1399" y="948"/>
                  <a:pt x="1399" y="958"/>
                </a:cubicBezTo>
                <a:close/>
                <a:moveTo>
                  <a:pt x="65" y="1228"/>
                </a:moveTo>
                <a:cubicBezTo>
                  <a:pt x="65" y="1258"/>
                  <a:pt x="88" y="1282"/>
                  <a:pt x="118" y="1282"/>
                </a:cubicBezTo>
                <a:cubicBezTo>
                  <a:pt x="148" y="1282"/>
                  <a:pt x="172" y="1258"/>
                  <a:pt x="172" y="1228"/>
                </a:cubicBezTo>
                <a:cubicBezTo>
                  <a:pt x="172" y="1198"/>
                  <a:pt x="148" y="1174"/>
                  <a:pt x="118" y="1174"/>
                </a:cubicBezTo>
                <a:cubicBezTo>
                  <a:pt x="88" y="1174"/>
                  <a:pt x="65" y="1198"/>
                  <a:pt x="65" y="1228"/>
                </a:cubicBezTo>
                <a:cubicBezTo>
                  <a:pt x="65" y="1228"/>
                  <a:pt x="65" y="1228"/>
                  <a:pt x="65" y="1228"/>
                </a:cubicBezTo>
                <a:close/>
                <a:moveTo>
                  <a:pt x="255" y="870"/>
                </a:moveTo>
                <a:cubicBezTo>
                  <a:pt x="255" y="870"/>
                  <a:pt x="255" y="870"/>
                  <a:pt x="255" y="870"/>
                </a:cubicBezTo>
                <a:cubicBezTo>
                  <a:pt x="1280" y="870"/>
                  <a:pt x="1280" y="870"/>
                  <a:pt x="1280" y="870"/>
                </a:cubicBezTo>
                <a:cubicBezTo>
                  <a:pt x="1280" y="1586"/>
                  <a:pt x="1280" y="1586"/>
                  <a:pt x="1280" y="1586"/>
                </a:cubicBezTo>
                <a:cubicBezTo>
                  <a:pt x="255" y="1586"/>
                  <a:pt x="255" y="1586"/>
                  <a:pt x="255" y="1586"/>
                </a:cubicBezTo>
                <a:lnTo>
                  <a:pt x="255" y="87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840" tIns="45920" rIns="91840" bIns="45920" numCol="1" anchor="t" anchorCtr="0" compatLnSpc="1"/>
          <a:lstStyle/>
          <a:p>
            <a:endParaRPr lang="zh-CN" altLang="en-US"/>
          </a:p>
        </p:txBody>
      </p:sp>
      <p:sp>
        <p:nvSpPr>
          <p:cNvPr id="23" name="Freeform 27"/>
          <p:cNvSpPr>
            <a:spLocks noEditPoints="1"/>
          </p:cNvSpPr>
          <p:nvPr/>
        </p:nvSpPr>
        <p:spPr bwMode="auto">
          <a:xfrm>
            <a:off x="7850845" y="2653648"/>
            <a:ext cx="378411" cy="378720"/>
          </a:xfrm>
          <a:custGeom>
            <a:avLst/>
            <a:gdLst>
              <a:gd name="T0" fmla="*/ 1723 w 1838"/>
              <a:gd name="T1" fmla="*/ 0 h 1838"/>
              <a:gd name="T2" fmla="*/ 115 w 1838"/>
              <a:gd name="T3" fmla="*/ 0 h 1838"/>
              <a:gd name="T4" fmla="*/ 0 w 1838"/>
              <a:gd name="T5" fmla="*/ 115 h 1838"/>
              <a:gd name="T6" fmla="*/ 0 w 1838"/>
              <a:gd name="T7" fmla="*/ 1321 h 1838"/>
              <a:gd name="T8" fmla="*/ 115 w 1838"/>
              <a:gd name="T9" fmla="*/ 1436 h 1838"/>
              <a:gd name="T10" fmla="*/ 1723 w 1838"/>
              <a:gd name="T11" fmla="*/ 1436 h 1838"/>
              <a:gd name="T12" fmla="*/ 1838 w 1838"/>
              <a:gd name="T13" fmla="*/ 1321 h 1838"/>
              <a:gd name="T14" fmla="*/ 1838 w 1838"/>
              <a:gd name="T15" fmla="*/ 115 h 1838"/>
              <a:gd name="T16" fmla="*/ 1723 w 1838"/>
              <a:gd name="T17" fmla="*/ 0 h 1838"/>
              <a:gd name="T18" fmla="*/ 1723 w 1838"/>
              <a:gd name="T19" fmla="*/ 1034 h 1838"/>
              <a:gd name="T20" fmla="*/ 1723 w 1838"/>
              <a:gd name="T21" fmla="*/ 1034 h 1838"/>
              <a:gd name="T22" fmla="*/ 1608 w 1838"/>
              <a:gd name="T23" fmla="*/ 1149 h 1838"/>
              <a:gd name="T24" fmla="*/ 230 w 1838"/>
              <a:gd name="T25" fmla="*/ 1149 h 1838"/>
              <a:gd name="T26" fmla="*/ 115 w 1838"/>
              <a:gd name="T27" fmla="*/ 1034 h 1838"/>
              <a:gd name="T28" fmla="*/ 115 w 1838"/>
              <a:gd name="T29" fmla="*/ 230 h 1838"/>
              <a:gd name="T30" fmla="*/ 230 w 1838"/>
              <a:gd name="T31" fmla="*/ 115 h 1838"/>
              <a:gd name="T32" fmla="*/ 1608 w 1838"/>
              <a:gd name="T33" fmla="*/ 115 h 1838"/>
              <a:gd name="T34" fmla="*/ 1723 w 1838"/>
              <a:gd name="T35" fmla="*/ 230 h 1838"/>
              <a:gd name="T36" fmla="*/ 1723 w 1838"/>
              <a:gd name="T37" fmla="*/ 1034 h 1838"/>
              <a:gd name="T38" fmla="*/ 1034 w 1838"/>
              <a:gd name="T39" fmla="*/ 1493 h 1838"/>
              <a:gd name="T40" fmla="*/ 1034 w 1838"/>
              <a:gd name="T41" fmla="*/ 1493 h 1838"/>
              <a:gd name="T42" fmla="*/ 1091 w 1838"/>
              <a:gd name="T43" fmla="*/ 1551 h 1838"/>
              <a:gd name="T44" fmla="*/ 1091 w 1838"/>
              <a:gd name="T45" fmla="*/ 1608 h 1838"/>
              <a:gd name="T46" fmla="*/ 1137 w 1838"/>
              <a:gd name="T47" fmla="*/ 1700 h 1838"/>
              <a:gd name="T48" fmla="*/ 1275 w 1838"/>
              <a:gd name="T49" fmla="*/ 1804 h 1838"/>
              <a:gd name="T50" fmla="*/ 1264 w 1838"/>
              <a:gd name="T51" fmla="*/ 1838 h 1838"/>
              <a:gd name="T52" fmla="*/ 574 w 1838"/>
              <a:gd name="T53" fmla="*/ 1838 h 1838"/>
              <a:gd name="T54" fmla="*/ 563 w 1838"/>
              <a:gd name="T55" fmla="*/ 1804 h 1838"/>
              <a:gd name="T56" fmla="*/ 701 w 1838"/>
              <a:gd name="T57" fmla="*/ 1700 h 1838"/>
              <a:gd name="T58" fmla="*/ 747 w 1838"/>
              <a:gd name="T59" fmla="*/ 1608 h 1838"/>
              <a:gd name="T60" fmla="*/ 747 w 1838"/>
              <a:gd name="T61" fmla="*/ 1551 h 1838"/>
              <a:gd name="T62" fmla="*/ 804 w 1838"/>
              <a:gd name="T63" fmla="*/ 1493 h 1838"/>
              <a:gd name="T64" fmla="*/ 1034 w 1838"/>
              <a:gd name="T65" fmla="*/ 1493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8" h="1838">
                <a:moveTo>
                  <a:pt x="1723" y="0"/>
                </a:moveTo>
                <a:cubicBezTo>
                  <a:pt x="115" y="0"/>
                  <a:pt x="115" y="0"/>
                  <a:pt x="115" y="0"/>
                </a:cubicBezTo>
                <a:cubicBezTo>
                  <a:pt x="52" y="0"/>
                  <a:pt x="0" y="52"/>
                  <a:pt x="0" y="115"/>
                </a:cubicBezTo>
                <a:cubicBezTo>
                  <a:pt x="0" y="1321"/>
                  <a:pt x="0" y="1321"/>
                  <a:pt x="0" y="1321"/>
                </a:cubicBezTo>
                <a:cubicBezTo>
                  <a:pt x="0" y="1385"/>
                  <a:pt x="52" y="1436"/>
                  <a:pt x="115" y="1436"/>
                </a:cubicBezTo>
                <a:cubicBezTo>
                  <a:pt x="1723" y="1436"/>
                  <a:pt x="1723" y="1436"/>
                  <a:pt x="1723" y="1436"/>
                </a:cubicBezTo>
                <a:cubicBezTo>
                  <a:pt x="1786" y="1436"/>
                  <a:pt x="1838" y="1385"/>
                  <a:pt x="1838" y="1321"/>
                </a:cubicBezTo>
                <a:cubicBezTo>
                  <a:pt x="1838" y="115"/>
                  <a:pt x="1838" y="115"/>
                  <a:pt x="1838" y="115"/>
                </a:cubicBezTo>
                <a:cubicBezTo>
                  <a:pt x="1838" y="52"/>
                  <a:pt x="1786" y="0"/>
                  <a:pt x="1723" y="0"/>
                </a:cubicBezTo>
                <a:close/>
                <a:moveTo>
                  <a:pt x="1723" y="1034"/>
                </a:moveTo>
                <a:cubicBezTo>
                  <a:pt x="1723" y="1034"/>
                  <a:pt x="1723" y="1034"/>
                  <a:pt x="1723" y="1034"/>
                </a:cubicBezTo>
                <a:cubicBezTo>
                  <a:pt x="1723" y="1098"/>
                  <a:pt x="1671" y="1149"/>
                  <a:pt x="1608" y="1149"/>
                </a:cubicBezTo>
                <a:cubicBezTo>
                  <a:pt x="230" y="1149"/>
                  <a:pt x="230" y="1149"/>
                  <a:pt x="230" y="1149"/>
                </a:cubicBezTo>
                <a:cubicBezTo>
                  <a:pt x="166" y="1149"/>
                  <a:pt x="115" y="1098"/>
                  <a:pt x="115" y="1034"/>
                </a:cubicBezTo>
                <a:cubicBezTo>
                  <a:pt x="115" y="230"/>
                  <a:pt x="115" y="230"/>
                  <a:pt x="115" y="230"/>
                </a:cubicBezTo>
                <a:cubicBezTo>
                  <a:pt x="115" y="167"/>
                  <a:pt x="167" y="115"/>
                  <a:pt x="230" y="115"/>
                </a:cubicBezTo>
                <a:cubicBezTo>
                  <a:pt x="1608" y="115"/>
                  <a:pt x="1608" y="115"/>
                  <a:pt x="1608" y="115"/>
                </a:cubicBezTo>
                <a:cubicBezTo>
                  <a:pt x="1671" y="115"/>
                  <a:pt x="1723" y="167"/>
                  <a:pt x="1723" y="230"/>
                </a:cubicBezTo>
                <a:cubicBezTo>
                  <a:pt x="1723" y="1034"/>
                  <a:pt x="1723" y="1034"/>
                  <a:pt x="1723" y="1034"/>
                </a:cubicBezTo>
                <a:close/>
                <a:moveTo>
                  <a:pt x="1034" y="1493"/>
                </a:moveTo>
                <a:cubicBezTo>
                  <a:pt x="1034" y="1493"/>
                  <a:pt x="1034" y="1493"/>
                  <a:pt x="1034" y="1493"/>
                </a:cubicBezTo>
                <a:cubicBezTo>
                  <a:pt x="1065" y="1493"/>
                  <a:pt x="1091" y="1519"/>
                  <a:pt x="1091" y="1551"/>
                </a:cubicBezTo>
                <a:cubicBezTo>
                  <a:pt x="1091" y="1608"/>
                  <a:pt x="1091" y="1608"/>
                  <a:pt x="1091" y="1608"/>
                </a:cubicBezTo>
                <a:cubicBezTo>
                  <a:pt x="1091" y="1640"/>
                  <a:pt x="1112" y="1681"/>
                  <a:pt x="1137" y="1700"/>
                </a:cubicBezTo>
                <a:cubicBezTo>
                  <a:pt x="1275" y="1804"/>
                  <a:pt x="1275" y="1804"/>
                  <a:pt x="1275" y="1804"/>
                </a:cubicBezTo>
                <a:cubicBezTo>
                  <a:pt x="1300" y="1823"/>
                  <a:pt x="1295" y="1838"/>
                  <a:pt x="1264" y="1838"/>
                </a:cubicBezTo>
                <a:cubicBezTo>
                  <a:pt x="574" y="1838"/>
                  <a:pt x="574" y="1838"/>
                  <a:pt x="574" y="1838"/>
                </a:cubicBezTo>
                <a:cubicBezTo>
                  <a:pt x="543" y="1838"/>
                  <a:pt x="538" y="1823"/>
                  <a:pt x="563" y="1804"/>
                </a:cubicBezTo>
                <a:cubicBezTo>
                  <a:pt x="701" y="1700"/>
                  <a:pt x="701" y="1700"/>
                  <a:pt x="701" y="1700"/>
                </a:cubicBezTo>
                <a:cubicBezTo>
                  <a:pt x="726" y="1681"/>
                  <a:pt x="747" y="1640"/>
                  <a:pt x="747" y="1608"/>
                </a:cubicBezTo>
                <a:cubicBezTo>
                  <a:pt x="747" y="1551"/>
                  <a:pt x="747" y="1551"/>
                  <a:pt x="747" y="1551"/>
                </a:cubicBezTo>
                <a:cubicBezTo>
                  <a:pt x="747" y="1519"/>
                  <a:pt x="773" y="1493"/>
                  <a:pt x="804" y="1493"/>
                </a:cubicBezTo>
                <a:lnTo>
                  <a:pt x="1034" y="149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840" tIns="45920" rIns="91840" bIns="45920" numCol="1" anchor="t" anchorCtr="0" compatLnSpc="1"/>
          <a:lstStyle/>
          <a:p>
            <a:endParaRPr lang="zh-CN" altLang="en-US"/>
          </a:p>
        </p:txBody>
      </p:sp>
      <p:sp>
        <p:nvSpPr>
          <p:cNvPr id="24" name="Freeform 28"/>
          <p:cNvSpPr>
            <a:spLocks noEditPoints="1"/>
          </p:cNvSpPr>
          <p:nvPr/>
        </p:nvSpPr>
        <p:spPr bwMode="auto">
          <a:xfrm>
            <a:off x="9770123" y="2418712"/>
            <a:ext cx="530032" cy="849602"/>
          </a:xfrm>
          <a:custGeom>
            <a:avLst/>
            <a:gdLst>
              <a:gd name="T0" fmla="*/ 804 w 1148"/>
              <a:gd name="T1" fmla="*/ 1493 h 1838"/>
              <a:gd name="T2" fmla="*/ 746 w 1148"/>
              <a:gd name="T3" fmla="*/ 1551 h 1838"/>
              <a:gd name="T4" fmla="*/ 402 w 1148"/>
              <a:gd name="T5" fmla="*/ 1551 h 1838"/>
              <a:gd name="T6" fmla="*/ 344 w 1148"/>
              <a:gd name="T7" fmla="*/ 1493 h 1838"/>
              <a:gd name="T8" fmla="*/ 402 w 1148"/>
              <a:gd name="T9" fmla="*/ 1436 h 1838"/>
              <a:gd name="T10" fmla="*/ 746 w 1148"/>
              <a:gd name="T11" fmla="*/ 1436 h 1838"/>
              <a:gd name="T12" fmla="*/ 804 w 1148"/>
              <a:gd name="T13" fmla="*/ 1493 h 1838"/>
              <a:gd name="T14" fmla="*/ 746 w 1148"/>
              <a:gd name="T15" fmla="*/ 1608 h 1838"/>
              <a:gd name="T16" fmla="*/ 746 w 1148"/>
              <a:gd name="T17" fmla="*/ 1608 h 1838"/>
              <a:gd name="T18" fmla="*/ 402 w 1148"/>
              <a:gd name="T19" fmla="*/ 1608 h 1838"/>
              <a:gd name="T20" fmla="*/ 344 w 1148"/>
              <a:gd name="T21" fmla="*/ 1666 h 1838"/>
              <a:gd name="T22" fmla="*/ 402 w 1148"/>
              <a:gd name="T23" fmla="*/ 1723 h 1838"/>
              <a:gd name="T24" fmla="*/ 516 w 1148"/>
              <a:gd name="T25" fmla="*/ 1838 h 1838"/>
              <a:gd name="T26" fmla="*/ 631 w 1148"/>
              <a:gd name="T27" fmla="*/ 1838 h 1838"/>
              <a:gd name="T28" fmla="*/ 746 w 1148"/>
              <a:gd name="T29" fmla="*/ 1723 h 1838"/>
              <a:gd name="T30" fmla="*/ 804 w 1148"/>
              <a:gd name="T31" fmla="*/ 1666 h 1838"/>
              <a:gd name="T32" fmla="*/ 746 w 1148"/>
              <a:gd name="T33" fmla="*/ 1608 h 1838"/>
              <a:gd name="T34" fmla="*/ 574 w 1148"/>
              <a:gd name="T35" fmla="*/ 115 h 1838"/>
              <a:gd name="T36" fmla="*/ 574 w 1148"/>
              <a:gd name="T37" fmla="*/ 115 h 1838"/>
              <a:gd name="T38" fmla="*/ 1033 w 1148"/>
              <a:gd name="T39" fmla="*/ 575 h 1838"/>
              <a:gd name="T40" fmla="*/ 803 w 1148"/>
              <a:gd name="T41" fmla="*/ 970 h 1838"/>
              <a:gd name="T42" fmla="*/ 746 w 1148"/>
              <a:gd name="T43" fmla="*/ 1003 h 1838"/>
              <a:gd name="T44" fmla="*/ 746 w 1148"/>
              <a:gd name="T45" fmla="*/ 1264 h 1838"/>
              <a:gd name="T46" fmla="*/ 402 w 1148"/>
              <a:gd name="T47" fmla="*/ 1264 h 1838"/>
              <a:gd name="T48" fmla="*/ 402 w 1148"/>
              <a:gd name="T49" fmla="*/ 1003 h 1838"/>
              <a:gd name="T50" fmla="*/ 345 w 1148"/>
              <a:gd name="T51" fmla="*/ 970 h 1838"/>
              <a:gd name="T52" fmla="*/ 115 w 1148"/>
              <a:gd name="T53" fmla="*/ 575 h 1838"/>
              <a:gd name="T54" fmla="*/ 574 w 1148"/>
              <a:gd name="T55" fmla="*/ 115 h 1838"/>
              <a:gd name="T56" fmla="*/ 574 w 1148"/>
              <a:gd name="T57" fmla="*/ 0 h 1838"/>
              <a:gd name="T58" fmla="*/ 574 w 1148"/>
              <a:gd name="T59" fmla="*/ 0 h 1838"/>
              <a:gd name="T60" fmla="*/ 0 w 1148"/>
              <a:gd name="T61" fmla="*/ 575 h 1838"/>
              <a:gd name="T62" fmla="*/ 287 w 1148"/>
              <a:gd name="T63" fmla="*/ 1069 h 1838"/>
              <a:gd name="T64" fmla="*/ 287 w 1148"/>
              <a:gd name="T65" fmla="*/ 1264 h 1838"/>
              <a:gd name="T66" fmla="*/ 402 w 1148"/>
              <a:gd name="T67" fmla="*/ 1379 h 1838"/>
              <a:gd name="T68" fmla="*/ 746 w 1148"/>
              <a:gd name="T69" fmla="*/ 1379 h 1838"/>
              <a:gd name="T70" fmla="*/ 861 w 1148"/>
              <a:gd name="T71" fmla="*/ 1264 h 1838"/>
              <a:gd name="T72" fmla="*/ 861 w 1148"/>
              <a:gd name="T73" fmla="*/ 1069 h 1838"/>
              <a:gd name="T74" fmla="*/ 1148 w 1148"/>
              <a:gd name="T75" fmla="*/ 575 h 1838"/>
              <a:gd name="T76" fmla="*/ 574 w 1148"/>
              <a:gd name="T77" fmla="*/ 0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48" h="1838">
                <a:moveTo>
                  <a:pt x="804" y="1493"/>
                </a:moveTo>
                <a:cubicBezTo>
                  <a:pt x="804" y="1525"/>
                  <a:pt x="778" y="1551"/>
                  <a:pt x="746" y="1551"/>
                </a:cubicBezTo>
                <a:cubicBezTo>
                  <a:pt x="402" y="1551"/>
                  <a:pt x="402" y="1551"/>
                  <a:pt x="402" y="1551"/>
                </a:cubicBezTo>
                <a:cubicBezTo>
                  <a:pt x="370" y="1551"/>
                  <a:pt x="344" y="1525"/>
                  <a:pt x="344" y="1493"/>
                </a:cubicBezTo>
                <a:cubicBezTo>
                  <a:pt x="344" y="1462"/>
                  <a:pt x="370" y="1436"/>
                  <a:pt x="402" y="1436"/>
                </a:cubicBezTo>
                <a:cubicBezTo>
                  <a:pt x="746" y="1436"/>
                  <a:pt x="746" y="1436"/>
                  <a:pt x="746" y="1436"/>
                </a:cubicBezTo>
                <a:cubicBezTo>
                  <a:pt x="778" y="1436"/>
                  <a:pt x="804" y="1462"/>
                  <a:pt x="804" y="1493"/>
                </a:cubicBezTo>
                <a:close/>
                <a:moveTo>
                  <a:pt x="746" y="1608"/>
                </a:moveTo>
                <a:cubicBezTo>
                  <a:pt x="746" y="1608"/>
                  <a:pt x="746" y="1608"/>
                  <a:pt x="746" y="1608"/>
                </a:cubicBezTo>
                <a:cubicBezTo>
                  <a:pt x="402" y="1608"/>
                  <a:pt x="402" y="1608"/>
                  <a:pt x="402" y="1608"/>
                </a:cubicBezTo>
                <a:cubicBezTo>
                  <a:pt x="370" y="1608"/>
                  <a:pt x="344" y="1634"/>
                  <a:pt x="344" y="1666"/>
                </a:cubicBezTo>
                <a:cubicBezTo>
                  <a:pt x="344" y="1697"/>
                  <a:pt x="370" y="1723"/>
                  <a:pt x="402" y="1723"/>
                </a:cubicBezTo>
                <a:cubicBezTo>
                  <a:pt x="402" y="1787"/>
                  <a:pt x="453" y="1838"/>
                  <a:pt x="516" y="1838"/>
                </a:cubicBezTo>
                <a:cubicBezTo>
                  <a:pt x="631" y="1838"/>
                  <a:pt x="631" y="1838"/>
                  <a:pt x="631" y="1838"/>
                </a:cubicBezTo>
                <a:cubicBezTo>
                  <a:pt x="695" y="1838"/>
                  <a:pt x="746" y="1787"/>
                  <a:pt x="746" y="1723"/>
                </a:cubicBezTo>
                <a:cubicBezTo>
                  <a:pt x="778" y="1723"/>
                  <a:pt x="804" y="1697"/>
                  <a:pt x="804" y="1666"/>
                </a:cubicBezTo>
                <a:cubicBezTo>
                  <a:pt x="804" y="1634"/>
                  <a:pt x="778" y="1608"/>
                  <a:pt x="746" y="1608"/>
                </a:cubicBezTo>
                <a:close/>
                <a:moveTo>
                  <a:pt x="574" y="115"/>
                </a:moveTo>
                <a:cubicBezTo>
                  <a:pt x="574" y="115"/>
                  <a:pt x="574" y="115"/>
                  <a:pt x="574" y="115"/>
                </a:cubicBezTo>
                <a:cubicBezTo>
                  <a:pt x="827" y="115"/>
                  <a:pt x="1033" y="321"/>
                  <a:pt x="1033" y="575"/>
                </a:cubicBezTo>
                <a:cubicBezTo>
                  <a:pt x="1033" y="738"/>
                  <a:pt x="947" y="886"/>
                  <a:pt x="803" y="970"/>
                </a:cubicBezTo>
                <a:cubicBezTo>
                  <a:pt x="746" y="1003"/>
                  <a:pt x="746" y="1003"/>
                  <a:pt x="746" y="1003"/>
                </a:cubicBezTo>
                <a:cubicBezTo>
                  <a:pt x="746" y="1264"/>
                  <a:pt x="746" y="1264"/>
                  <a:pt x="746" y="1264"/>
                </a:cubicBezTo>
                <a:cubicBezTo>
                  <a:pt x="402" y="1264"/>
                  <a:pt x="402" y="1264"/>
                  <a:pt x="402" y="1264"/>
                </a:cubicBezTo>
                <a:cubicBezTo>
                  <a:pt x="402" y="1003"/>
                  <a:pt x="402" y="1003"/>
                  <a:pt x="402" y="1003"/>
                </a:cubicBezTo>
                <a:cubicBezTo>
                  <a:pt x="345" y="970"/>
                  <a:pt x="345" y="970"/>
                  <a:pt x="345" y="970"/>
                </a:cubicBezTo>
                <a:cubicBezTo>
                  <a:pt x="200" y="886"/>
                  <a:pt x="115" y="738"/>
                  <a:pt x="115" y="575"/>
                </a:cubicBezTo>
                <a:cubicBezTo>
                  <a:pt x="115" y="321"/>
                  <a:pt x="321" y="115"/>
                  <a:pt x="574" y="115"/>
                </a:cubicBezTo>
                <a:close/>
                <a:moveTo>
                  <a:pt x="574" y="0"/>
                </a:moveTo>
                <a:cubicBezTo>
                  <a:pt x="574" y="0"/>
                  <a:pt x="574" y="0"/>
                  <a:pt x="574" y="0"/>
                </a:cubicBezTo>
                <a:cubicBezTo>
                  <a:pt x="257" y="0"/>
                  <a:pt x="0" y="258"/>
                  <a:pt x="0" y="575"/>
                </a:cubicBezTo>
                <a:cubicBezTo>
                  <a:pt x="0" y="787"/>
                  <a:pt x="116" y="970"/>
                  <a:pt x="287" y="1069"/>
                </a:cubicBezTo>
                <a:cubicBezTo>
                  <a:pt x="287" y="1264"/>
                  <a:pt x="287" y="1264"/>
                  <a:pt x="287" y="1264"/>
                </a:cubicBezTo>
                <a:cubicBezTo>
                  <a:pt x="287" y="1327"/>
                  <a:pt x="338" y="1379"/>
                  <a:pt x="402" y="1379"/>
                </a:cubicBezTo>
                <a:cubicBezTo>
                  <a:pt x="746" y="1379"/>
                  <a:pt x="746" y="1379"/>
                  <a:pt x="746" y="1379"/>
                </a:cubicBezTo>
                <a:cubicBezTo>
                  <a:pt x="810" y="1379"/>
                  <a:pt x="861" y="1327"/>
                  <a:pt x="861" y="1264"/>
                </a:cubicBezTo>
                <a:cubicBezTo>
                  <a:pt x="861" y="1069"/>
                  <a:pt x="861" y="1069"/>
                  <a:pt x="861" y="1069"/>
                </a:cubicBezTo>
                <a:cubicBezTo>
                  <a:pt x="1032" y="970"/>
                  <a:pt x="1148" y="787"/>
                  <a:pt x="1148" y="575"/>
                </a:cubicBezTo>
                <a:cubicBezTo>
                  <a:pt x="1148" y="258"/>
                  <a:pt x="891" y="0"/>
                  <a:pt x="574" y="0"/>
                </a:cubicBez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840" tIns="45920" rIns="91840" bIns="45920" numCol="1" anchor="t" anchorCtr="0" compatLnSpc="1"/>
          <a:lstStyle/>
          <a:p>
            <a:endParaRPr lang="zh-CN" altLang="en-US"/>
          </a:p>
        </p:txBody>
      </p:sp>
      <p:grpSp>
        <p:nvGrpSpPr>
          <p:cNvPr id="45" name="组合 44"/>
          <p:cNvGrpSpPr/>
          <p:nvPr/>
        </p:nvGrpSpPr>
        <p:grpSpPr>
          <a:xfrm>
            <a:off x="1223010" y="4344670"/>
            <a:ext cx="1665641" cy="1370549"/>
            <a:chOff x="1578" y="7359"/>
            <a:chExt cx="2842" cy="2339"/>
          </a:xfrm>
        </p:grpSpPr>
        <p:sp>
          <p:nvSpPr>
            <p:cNvPr id="46" name="矩形 45"/>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7" name="矩形 4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25" name="组合 24"/>
          <p:cNvGrpSpPr/>
          <p:nvPr/>
        </p:nvGrpSpPr>
        <p:grpSpPr>
          <a:xfrm>
            <a:off x="3218815" y="3887470"/>
            <a:ext cx="1665641" cy="1370549"/>
            <a:chOff x="1578" y="7359"/>
            <a:chExt cx="2842" cy="2339"/>
          </a:xfrm>
        </p:grpSpPr>
        <p:sp>
          <p:nvSpPr>
            <p:cNvPr id="26" name="矩形 25"/>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27" name="矩形 26"/>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28" name="组合 27"/>
          <p:cNvGrpSpPr/>
          <p:nvPr/>
        </p:nvGrpSpPr>
        <p:grpSpPr>
          <a:xfrm>
            <a:off x="5212080" y="4344670"/>
            <a:ext cx="1665641" cy="1370549"/>
            <a:chOff x="1578" y="7359"/>
            <a:chExt cx="2842" cy="2339"/>
          </a:xfrm>
        </p:grpSpPr>
        <p:sp>
          <p:nvSpPr>
            <p:cNvPr id="29" name="矩形 28"/>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30" name="矩形 29"/>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31" name="组合 30"/>
          <p:cNvGrpSpPr/>
          <p:nvPr/>
        </p:nvGrpSpPr>
        <p:grpSpPr>
          <a:xfrm>
            <a:off x="7206615" y="3887470"/>
            <a:ext cx="1665641" cy="1370549"/>
            <a:chOff x="1578" y="7359"/>
            <a:chExt cx="2842" cy="2339"/>
          </a:xfrm>
        </p:grpSpPr>
        <p:sp>
          <p:nvSpPr>
            <p:cNvPr id="32" name="矩形 31"/>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33" name="矩形 32"/>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grpSp>
        <p:nvGrpSpPr>
          <p:cNvPr id="34" name="组合 33"/>
          <p:cNvGrpSpPr/>
          <p:nvPr/>
        </p:nvGrpSpPr>
        <p:grpSpPr>
          <a:xfrm>
            <a:off x="9202420" y="4344670"/>
            <a:ext cx="1665641" cy="1370549"/>
            <a:chOff x="1578" y="7359"/>
            <a:chExt cx="2842" cy="2339"/>
          </a:xfrm>
        </p:grpSpPr>
        <p:sp>
          <p:nvSpPr>
            <p:cNvPr id="35" name="矩形 34"/>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36" name="矩形 35"/>
            <p:cNvSpPr/>
            <p:nvPr/>
          </p:nvSpPr>
          <p:spPr>
            <a:xfrm>
              <a:off x="2109" y="7359"/>
              <a:ext cx="2014" cy="506"/>
            </a:xfrm>
            <a:prstGeom prst="rect">
              <a:avLst/>
            </a:prstGeom>
          </p:spPr>
          <p:txBody>
            <a:bodyPr wrap="square">
              <a:spAutoFit/>
            </a:bodyPr>
            <a:lstStyle/>
            <a:p>
              <a:pPr algn="ctr"/>
              <a:r>
                <a:rPr lang="en-US" altLang="zh-CN" sz="1400" b="1" dirty="0">
                  <a:solidFill>
                    <a:schemeClr val="tx1"/>
                  </a:solidFill>
                  <a:latin typeface="+mn-lt"/>
                  <a:ea typeface="微软雅黑" panose="020B0503020204020204" charset="-122"/>
                  <a:cs typeface="Arial" panose="020B0604020202020204" pitchFamily="34" charset="0"/>
                </a:rPr>
                <a:t>Add Title</a:t>
              </a:r>
              <a:r>
                <a:rPr lang="en-US" altLang="zh-CN" sz="1400" b="1" dirty="0">
                  <a:solidFill>
                    <a:schemeClr val="tx1">
                      <a:alpha val="92000"/>
                    </a:schemeClr>
                  </a:solidFill>
                  <a:latin typeface="+mn-lt"/>
                  <a:ea typeface="微软雅黑" panose="020B0503020204020204" charset="-122"/>
                  <a:cs typeface="Arial" panose="020B0604020202020204" pitchFamily="34" charset="0"/>
                </a:rPr>
                <a:t> </a:t>
              </a:r>
            </a:p>
          </p:txBody>
        </p:sp>
      </p:grpSp>
    </p:spTree>
    <p:extLst>
      <p:ext uri="{BB962C8B-B14F-4D97-AF65-F5344CB8AC3E}">
        <p14:creationId xmlns:p14="http://schemas.microsoft.com/office/powerpoint/2010/main" val="4118660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797"/>
            </a:xfrm>
            <a:prstGeom prst="rect">
              <a:avLst/>
            </a:prstGeom>
            <a:noFill/>
          </p:spPr>
          <p:txBody>
            <a:bodyPr wrap="square" rtlCol="0">
              <a:spAutoFit/>
            </a:bodyPr>
            <a:lstStyle/>
            <a:p>
              <a:pPr algn="ctr">
                <a:lnSpc>
                  <a:spcPct val="90000"/>
                </a:lnSpc>
              </a:pPr>
              <a:r>
                <a:rPr lang="zh-CN" altLang="en-US" sz="2800" spc="100">
                  <a:solidFill>
                    <a:schemeClr val="tx1"/>
                  </a:solidFill>
                  <a:uFillTx/>
                  <a:latin typeface="方正细圆简体" panose="02010601030101010101" charset="-122"/>
                  <a:ea typeface="方正细圆简体" panose="02010601030101010101" charset="-122"/>
                </a:rPr>
                <a:t>点击此处添加标题</a:t>
              </a:r>
              <a:endParaRPr lang="zh-CN" altLang="en-US" sz="1400" spc="400">
                <a:solidFill>
                  <a:schemeClr val="tx1"/>
                </a:solidFill>
                <a:uFillTx/>
                <a:latin typeface="方正细圆简体" panose="02010601030101010101" charset="-122"/>
                <a:ea typeface="方正细圆简体" panose="02010601030101010101" charset="-122"/>
              </a:endParaRP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24" name="组合 23"/>
          <p:cNvGrpSpPr/>
          <p:nvPr/>
        </p:nvGrpSpPr>
        <p:grpSpPr>
          <a:xfrm>
            <a:off x="2432050" y="2055495"/>
            <a:ext cx="7198360" cy="4034790"/>
            <a:chOff x="3933" y="2661"/>
            <a:chExt cx="11336" cy="6354"/>
          </a:xfrm>
        </p:grpSpPr>
        <p:grpSp>
          <p:nvGrpSpPr>
            <p:cNvPr id="31" name="组合 30"/>
            <p:cNvGrpSpPr/>
            <p:nvPr/>
          </p:nvGrpSpPr>
          <p:grpSpPr>
            <a:xfrm>
              <a:off x="3933" y="2661"/>
              <a:ext cx="11337" cy="6355"/>
              <a:chOff x="3933" y="2661"/>
              <a:chExt cx="11337" cy="6355"/>
            </a:xfrm>
          </p:grpSpPr>
          <p:sp>
            <p:nvSpPr>
              <p:cNvPr id="5" name="Freeform 6"/>
              <p:cNvSpPr/>
              <p:nvPr/>
            </p:nvSpPr>
            <p:spPr bwMode="auto">
              <a:xfrm>
                <a:off x="13512" y="2661"/>
                <a:ext cx="1758" cy="1758"/>
              </a:xfrm>
              <a:custGeom>
                <a:avLst/>
                <a:gdLst>
                  <a:gd name="T0" fmla="*/ 242 w 242"/>
                  <a:gd name="T1" fmla="*/ 94 h 242"/>
                  <a:gd name="T2" fmla="*/ 137 w 242"/>
                  <a:gd name="T3" fmla="*/ 137 h 242"/>
                  <a:gd name="T4" fmla="*/ 94 w 242"/>
                  <a:gd name="T5" fmla="*/ 242 h 242"/>
                  <a:gd name="T6" fmla="*/ 0 w 242"/>
                  <a:gd name="T7" fmla="*/ 242 h 242"/>
                  <a:gd name="T8" fmla="*/ 71 w 242"/>
                  <a:gd name="T9" fmla="*/ 71 h 242"/>
                  <a:gd name="T10" fmla="*/ 242 w 242"/>
                  <a:gd name="T11" fmla="*/ 0 h 242"/>
                  <a:gd name="T12" fmla="*/ 242 w 242"/>
                  <a:gd name="T13" fmla="*/ 94 h 242"/>
                </a:gdLst>
                <a:ahLst/>
                <a:cxnLst>
                  <a:cxn ang="0">
                    <a:pos x="T0" y="T1"/>
                  </a:cxn>
                  <a:cxn ang="0">
                    <a:pos x="T2" y="T3"/>
                  </a:cxn>
                  <a:cxn ang="0">
                    <a:pos x="T4" y="T5"/>
                  </a:cxn>
                  <a:cxn ang="0">
                    <a:pos x="T6" y="T7"/>
                  </a:cxn>
                  <a:cxn ang="0">
                    <a:pos x="T8" y="T9"/>
                  </a:cxn>
                  <a:cxn ang="0">
                    <a:pos x="T10" y="T11"/>
                  </a:cxn>
                  <a:cxn ang="0">
                    <a:pos x="T12" y="T13"/>
                  </a:cxn>
                </a:cxnLst>
                <a:rect l="0" t="0" r="r" b="b"/>
                <a:pathLst>
                  <a:path w="242" h="242">
                    <a:moveTo>
                      <a:pt x="242" y="94"/>
                    </a:moveTo>
                    <a:cubicBezTo>
                      <a:pt x="201" y="94"/>
                      <a:pt x="164" y="111"/>
                      <a:pt x="137" y="137"/>
                    </a:cubicBezTo>
                    <a:cubicBezTo>
                      <a:pt x="110" y="164"/>
                      <a:pt x="94" y="201"/>
                      <a:pt x="94" y="242"/>
                    </a:cubicBezTo>
                    <a:cubicBezTo>
                      <a:pt x="0" y="242"/>
                      <a:pt x="0" y="242"/>
                      <a:pt x="0" y="242"/>
                    </a:cubicBezTo>
                    <a:cubicBezTo>
                      <a:pt x="0" y="175"/>
                      <a:pt x="27" y="115"/>
                      <a:pt x="71" y="71"/>
                    </a:cubicBezTo>
                    <a:cubicBezTo>
                      <a:pt x="115" y="28"/>
                      <a:pt x="175" y="0"/>
                      <a:pt x="242" y="0"/>
                    </a:cubicBezTo>
                    <a:lnTo>
                      <a:pt x="242" y="94"/>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6" name="Freeform 7"/>
              <p:cNvSpPr/>
              <p:nvPr/>
            </p:nvSpPr>
            <p:spPr bwMode="auto">
              <a:xfrm>
                <a:off x="12434" y="4420"/>
                <a:ext cx="1761" cy="1761"/>
              </a:xfrm>
              <a:custGeom>
                <a:avLst/>
                <a:gdLst>
                  <a:gd name="T0" fmla="*/ 0 w 242"/>
                  <a:gd name="T1" fmla="*/ 148 h 242"/>
                  <a:gd name="T2" fmla="*/ 105 w 242"/>
                  <a:gd name="T3" fmla="*/ 105 h 242"/>
                  <a:gd name="T4" fmla="*/ 148 w 242"/>
                  <a:gd name="T5" fmla="*/ 0 h 242"/>
                  <a:gd name="T6" fmla="*/ 242 w 242"/>
                  <a:gd name="T7" fmla="*/ 0 h 242"/>
                  <a:gd name="T8" fmla="*/ 171 w 242"/>
                  <a:gd name="T9" fmla="*/ 171 h 242"/>
                  <a:gd name="T10" fmla="*/ 0 w 242"/>
                  <a:gd name="T11" fmla="*/ 242 h 242"/>
                  <a:gd name="T12" fmla="*/ 0 w 242"/>
                  <a:gd name="T13" fmla="*/ 148 h 242"/>
                </a:gdLst>
                <a:ahLst/>
                <a:cxnLst>
                  <a:cxn ang="0">
                    <a:pos x="T0" y="T1"/>
                  </a:cxn>
                  <a:cxn ang="0">
                    <a:pos x="T2" y="T3"/>
                  </a:cxn>
                  <a:cxn ang="0">
                    <a:pos x="T4" y="T5"/>
                  </a:cxn>
                  <a:cxn ang="0">
                    <a:pos x="T6" y="T7"/>
                  </a:cxn>
                  <a:cxn ang="0">
                    <a:pos x="T8" y="T9"/>
                  </a:cxn>
                  <a:cxn ang="0">
                    <a:pos x="T10" y="T11"/>
                  </a:cxn>
                  <a:cxn ang="0">
                    <a:pos x="T12" y="T13"/>
                  </a:cxn>
                </a:cxnLst>
                <a:rect l="0" t="0" r="r" b="b"/>
                <a:pathLst>
                  <a:path w="242" h="242">
                    <a:moveTo>
                      <a:pt x="0" y="148"/>
                    </a:moveTo>
                    <a:cubicBezTo>
                      <a:pt x="41" y="148"/>
                      <a:pt x="78" y="132"/>
                      <a:pt x="105" y="105"/>
                    </a:cubicBezTo>
                    <a:cubicBezTo>
                      <a:pt x="132" y="78"/>
                      <a:pt x="148" y="41"/>
                      <a:pt x="148" y="0"/>
                    </a:cubicBezTo>
                    <a:cubicBezTo>
                      <a:pt x="242" y="0"/>
                      <a:pt x="242" y="0"/>
                      <a:pt x="242" y="0"/>
                    </a:cubicBezTo>
                    <a:cubicBezTo>
                      <a:pt x="242" y="67"/>
                      <a:pt x="215" y="127"/>
                      <a:pt x="171" y="171"/>
                    </a:cubicBezTo>
                    <a:cubicBezTo>
                      <a:pt x="127" y="215"/>
                      <a:pt x="67" y="242"/>
                      <a:pt x="0" y="242"/>
                    </a:cubicBezTo>
                    <a:lnTo>
                      <a:pt x="0" y="148"/>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7" name="Freeform 8"/>
              <p:cNvSpPr/>
              <p:nvPr/>
            </p:nvSpPr>
            <p:spPr bwMode="auto">
              <a:xfrm>
                <a:off x="10682" y="4420"/>
                <a:ext cx="1752" cy="1761"/>
              </a:xfrm>
              <a:custGeom>
                <a:avLst/>
                <a:gdLst>
                  <a:gd name="T0" fmla="*/ 241 w 241"/>
                  <a:gd name="T1" fmla="*/ 242 h 242"/>
                  <a:gd name="T2" fmla="*/ 70 w 241"/>
                  <a:gd name="T3" fmla="*/ 171 h 242"/>
                  <a:gd name="T4" fmla="*/ 0 w 241"/>
                  <a:gd name="T5" fmla="*/ 0 h 242"/>
                  <a:gd name="T6" fmla="*/ 93 w 241"/>
                  <a:gd name="T7" fmla="*/ 0 h 242"/>
                  <a:gd name="T8" fmla="*/ 136 w 241"/>
                  <a:gd name="T9" fmla="*/ 105 h 242"/>
                  <a:gd name="T10" fmla="*/ 241 w 241"/>
                  <a:gd name="T11" fmla="*/ 148 h 242"/>
                  <a:gd name="T12" fmla="*/ 241 w 241"/>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241" h="242">
                    <a:moveTo>
                      <a:pt x="241" y="242"/>
                    </a:moveTo>
                    <a:cubicBezTo>
                      <a:pt x="174" y="242"/>
                      <a:pt x="114" y="215"/>
                      <a:pt x="70" y="171"/>
                    </a:cubicBezTo>
                    <a:cubicBezTo>
                      <a:pt x="27" y="127"/>
                      <a:pt x="0" y="67"/>
                      <a:pt x="0" y="0"/>
                    </a:cubicBezTo>
                    <a:cubicBezTo>
                      <a:pt x="93" y="0"/>
                      <a:pt x="93" y="0"/>
                      <a:pt x="93" y="0"/>
                    </a:cubicBezTo>
                    <a:cubicBezTo>
                      <a:pt x="93" y="41"/>
                      <a:pt x="110" y="78"/>
                      <a:pt x="136" y="105"/>
                    </a:cubicBezTo>
                    <a:cubicBezTo>
                      <a:pt x="163" y="132"/>
                      <a:pt x="200" y="148"/>
                      <a:pt x="241" y="148"/>
                    </a:cubicBezTo>
                    <a:lnTo>
                      <a:pt x="241" y="242"/>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9" name="Freeform 9"/>
              <p:cNvSpPr/>
              <p:nvPr/>
            </p:nvSpPr>
            <p:spPr bwMode="auto">
              <a:xfrm>
                <a:off x="9598" y="2661"/>
                <a:ext cx="1758" cy="1758"/>
              </a:xfrm>
              <a:custGeom>
                <a:avLst/>
                <a:gdLst>
                  <a:gd name="T0" fmla="*/ 0 w 242"/>
                  <a:gd name="T1" fmla="*/ 0 h 242"/>
                  <a:gd name="T2" fmla="*/ 171 w 242"/>
                  <a:gd name="T3" fmla="*/ 71 h 242"/>
                  <a:gd name="T4" fmla="*/ 242 w 242"/>
                  <a:gd name="T5" fmla="*/ 242 h 242"/>
                  <a:gd name="T6" fmla="*/ 149 w 242"/>
                  <a:gd name="T7" fmla="*/ 242 h 242"/>
                  <a:gd name="T8" fmla="*/ 105 w 242"/>
                  <a:gd name="T9" fmla="*/ 137 h 242"/>
                  <a:gd name="T10" fmla="*/ 0 w 242"/>
                  <a:gd name="T11" fmla="*/ 94 h 242"/>
                  <a:gd name="T12" fmla="*/ 0 w 242"/>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242" h="242">
                    <a:moveTo>
                      <a:pt x="0" y="0"/>
                    </a:moveTo>
                    <a:cubicBezTo>
                      <a:pt x="67" y="0"/>
                      <a:pt x="127" y="28"/>
                      <a:pt x="171" y="71"/>
                    </a:cubicBezTo>
                    <a:cubicBezTo>
                      <a:pt x="215" y="115"/>
                      <a:pt x="242" y="175"/>
                      <a:pt x="242" y="242"/>
                    </a:cubicBezTo>
                    <a:cubicBezTo>
                      <a:pt x="149" y="242"/>
                      <a:pt x="149" y="242"/>
                      <a:pt x="149" y="242"/>
                    </a:cubicBezTo>
                    <a:cubicBezTo>
                      <a:pt x="149" y="201"/>
                      <a:pt x="132" y="164"/>
                      <a:pt x="105" y="137"/>
                    </a:cubicBezTo>
                    <a:cubicBezTo>
                      <a:pt x="78" y="111"/>
                      <a:pt x="41" y="94"/>
                      <a:pt x="0" y="94"/>
                    </a:cubicBezTo>
                    <a:lnTo>
                      <a:pt x="0" y="0"/>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1" name="Freeform 10"/>
              <p:cNvSpPr/>
              <p:nvPr/>
            </p:nvSpPr>
            <p:spPr bwMode="auto">
              <a:xfrm>
                <a:off x="7846" y="2661"/>
                <a:ext cx="1752" cy="1758"/>
              </a:xfrm>
              <a:custGeom>
                <a:avLst/>
                <a:gdLst>
                  <a:gd name="T0" fmla="*/ 241 w 241"/>
                  <a:gd name="T1" fmla="*/ 94 h 242"/>
                  <a:gd name="T2" fmla="*/ 137 w 241"/>
                  <a:gd name="T3" fmla="*/ 137 h 242"/>
                  <a:gd name="T4" fmla="*/ 93 w 241"/>
                  <a:gd name="T5" fmla="*/ 242 h 242"/>
                  <a:gd name="T6" fmla="*/ 0 w 241"/>
                  <a:gd name="T7" fmla="*/ 242 h 242"/>
                  <a:gd name="T8" fmla="*/ 71 w 241"/>
                  <a:gd name="T9" fmla="*/ 71 h 242"/>
                  <a:gd name="T10" fmla="*/ 241 w 241"/>
                  <a:gd name="T11" fmla="*/ 0 h 242"/>
                  <a:gd name="T12" fmla="*/ 241 w 241"/>
                  <a:gd name="T13" fmla="*/ 94 h 242"/>
                </a:gdLst>
                <a:ahLst/>
                <a:cxnLst>
                  <a:cxn ang="0">
                    <a:pos x="T0" y="T1"/>
                  </a:cxn>
                  <a:cxn ang="0">
                    <a:pos x="T2" y="T3"/>
                  </a:cxn>
                  <a:cxn ang="0">
                    <a:pos x="T4" y="T5"/>
                  </a:cxn>
                  <a:cxn ang="0">
                    <a:pos x="T6" y="T7"/>
                  </a:cxn>
                  <a:cxn ang="0">
                    <a:pos x="T8" y="T9"/>
                  </a:cxn>
                  <a:cxn ang="0">
                    <a:pos x="T10" y="T11"/>
                  </a:cxn>
                  <a:cxn ang="0">
                    <a:pos x="T12" y="T13"/>
                  </a:cxn>
                </a:cxnLst>
                <a:rect l="0" t="0" r="r" b="b"/>
                <a:pathLst>
                  <a:path w="241" h="242">
                    <a:moveTo>
                      <a:pt x="241" y="94"/>
                    </a:moveTo>
                    <a:cubicBezTo>
                      <a:pt x="200" y="94"/>
                      <a:pt x="163" y="111"/>
                      <a:pt x="137" y="137"/>
                    </a:cubicBezTo>
                    <a:cubicBezTo>
                      <a:pt x="110" y="164"/>
                      <a:pt x="93" y="201"/>
                      <a:pt x="93" y="242"/>
                    </a:cubicBezTo>
                    <a:cubicBezTo>
                      <a:pt x="0" y="242"/>
                      <a:pt x="0" y="242"/>
                      <a:pt x="0" y="242"/>
                    </a:cubicBezTo>
                    <a:cubicBezTo>
                      <a:pt x="0" y="175"/>
                      <a:pt x="27" y="115"/>
                      <a:pt x="71" y="71"/>
                    </a:cubicBezTo>
                    <a:cubicBezTo>
                      <a:pt x="114" y="28"/>
                      <a:pt x="175" y="0"/>
                      <a:pt x="241" y="0"/>
                    </a:cubicBezTo>
                    <a:lnTo>
                      <a:pt x="241" y="94"/>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2" name="Freeform 11"/>
              <p:cNvSpPr/>
              <p:nvPr/>
            </p:nvSpPr>
            <p:spPr bwMode="auto">
              <a:xfrm>
                <a:off x="7846" y="4420"/>
                <a:ext cx="1752" cy="1761"/>
              </a:xfrm>
              <a:custGeom>
                <a:avLst/>
                <a:gdLst>
                  <a:gd name="T0" fmla="*/ 241 w 241"/>
                  <a:gd name="T1" fmla="*/ 242 h 242"/>
                  <a:gd name="T2" fmla="*/ 71 w 241"/>
                  <a:gd name="T3" fmla="*/ 171 h 242"/>
                  <a:gd name="T4" fmla="*/ 0 w 241"/>
                  <a:gd name="T5" fmla="*/ 0 h 242"/>
                  <a:gd name="T6" fmla="*/ 93 w 241"/>
                  <a:gd name="T7" fmla="*/ 0 h 242"/>
                  <a:gd name="T8" fmla="*/ 137 w 241"/>
                  <a:gd name="T9" fmla="*/ 105 h 242"/>
                  <a:gd name="T10" fmla="*/ 241 w 241"/>
                  <a:gd name="T11" fmla="*/ 148 h 242"/>
                  <a:gd name="T12" fmla="*/ 241 w 241"/>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241" h="242">
                    <a:moveTo>
                      <a:pt x="241" y="242"/>
                    </a:moveTo>
                    <a:cubicBezTo>
                      <a:pt x="175" y="242"/>
                      <a:pt x="114" y="215"/>
                      <a:pt x="71" y="171"/>
                    </a:cubicBezTo>
                    <a:cubicBezTo>
                      <a:pt x="27" y="127"/>
                      <a:pt x="0" y="67"/>
                      <a:pt x="0" y="0"/>
                    </a:cubicBezTo>
                    <a:cubicBezTo>
                      <a:pt x="93" y="0"/>
                      <a:pt x="93" y="0"/>
                      <a:pt x="93" y="0"/>
                    </a:cubicBezTo>
                    <a:cubicBezTo>
                      <a:pt x="93" y="41"/>
                      <a:pt x="110" y="78"/>
                      <a:pt x="137" y="105"/>
                    </a:cubicBezTo>
                    <a:cubicBezTo>
                      <a:pt x="163" y="132"/>
                      <a:pt x="200" y="148"/>
                      <a:pt x="241" y="148"/>
                    </a:cubicBezTo>
                    <a:lnTo>
                      <a:pt x="241" y="242"/>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3" name="Freeform 12"/>
              <p:cNvSpPr/>
              <p:nvPr/>
            </p:nvSpPr>
            <p:spPr bwMode="auto">
              <a:xfrm>
                <a:off x="9598" y="5497"/>
                <a:ext cx="1758" cy="1758"/>
              </a:xfrm>
              <a:custGeom>
                <a:avLst/>
                <a:gdLst>
                  <a:gd name="T0" fmla="*/ 0 w 242"/>
                  <a:gd name="T1" fmla="*/ 0 h 242"/>
                  <a:gd name="T2" fmla="*/ 171 w 242"/>
                  <a:gd name="T3" fmla="*/ 71 h 242"/>
                  <a:gd name="T4" fmla="*/ 242 w 242"/>
                  <a:gd name="T5" fmla="*/ 242 h 242"/>
                  <a:gd name="T6" fmla="*/ 149 w 242"/>
                  <a:gd name="T7" fmla="*/ 242 h 242"/>
                  <a:gd name="T8" fmla="*/ 105 w 242"/>
                  <a:gd name="T9" fmla="*/ 137 h 242"/>
                  <a:gd name="T10" fmla="*/ 0 w 242"/>
                  <a:gd name="T11" fmla="*/ 94 h 242"/>
                  <a:gd name="T12" fmla="*/ 0 w 242"/>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242" h="242">
                    <a:moveTo>
                      <a:pt x="0" y="0"/>
                    </a:moveTo>
                    <a:cubicBezTo>
                      <a:pt x="67" y="0"/>
                      <a:pt x="127" y="27"/>
                      <a:pt x="171" y="71"/>
                    </a:cubicBezTo>
                    <a:cubicBezTo>
                      <a:pt x="215" y="115"/>
                      <a:pt x="242" y="175"/>
                      <a:pt x="242" y="242"/>
                    </a:cubicBezTo>
                    <a:cubicBezTo>
                      <a:pt x="149" y="242"/>
                      <a:pt x="149" y="242"/>
                      <a:pt x="149" y="242"/>
                    </a:cubicBezTo>
                    <a:cubicBezTo>
                      <a:pt x="149" y="201"/>
                      <a:pt x="132" y="164"/>
                      <a:pt x="105" y="137"/>
                    </a:cubicBezTo>
                    <a:cubicBezTo>
                      <a:pt x="78" y="110"/>
                      <a:pt x="41" y="94"/>
                      <a:pt x="0" y="94"/>
                    </a:cubicBezTo>
                    <a:lnTo>
                      <a:pt x="0" y="0"/>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4" name="Freeform 13"/>
              <p:cNvSpPr/>
              <p:nvPr/>
            </p:nvSpPr>
            <p:spPr bwMode="auto">
              <a:xfrm>
                <a:off x="9598" y="7256"/>
                <a:ext cx="1758" cy="1761"/>
              </a:xfrm>
              <a:custGeom>
                <a:avLst/>
                <a:gdLst>
                  <a:gd name="T0" fmla="*/ 0 w 242"/>
                  <a:gd name="T1" fmla="*/ 148 h 242"/>
                  <a:gd name="T2" fmla="*/ 105 w 242"/>
                  <a:gd name="T3" fmla="*/ 105 h 242"/>
                  <a:gd name="T4" fmla="*/ 149 w 242"/>
                  <a:gd name="T5" fmla="*/ 0 h 242"/>
                  <a:gd name="T6" fmla="*/ 242 w 242"/>
                  <a:gd name="T7" fmla="*/ 0 h 242"/>
                  <a:gd name="T8" fmla="*/ 171 w 242"/>
                  <a:gd name="T9" fmla="*/ 171 h 242"/>
                  <a:gd name="T10" fmla="*/ 0 w 242"/>
                  <a:gd name="T11" fmla="*/ 242 h 242"/>
                  <a:gd name="T12" fmla="*/ 0 w 242"/>
                  <a:gd name="T13" fmla="*/ 148 h 242"/>
                </a:gdLst>
                <a:ahLst/>
                <a:cxnLst>
                  <a:cxn ang="0">
                    <a:pos x="T0" y="T1"/>
                  </a:cxn>
                  <a:cxn ang="0">
                    <a:pos x="T2" y="T3"/>
                  </a:cxn>
                  <a:cxn ang="0">
                    <a:pos x="T4" y="T5"/>
                  </a:cxn>
                  <a:cxn ang="0">
                    <a:pos x="T6" y="T7"/>
                  </a:cxn>
                  <a:cxn ang="0">
                    <a:pos x="T8" y="T9"/>
                  </a:cxn>
                  <a:cxn ang="0">
                    <a:pos x="T10" y="T11"/>
                  </a:cxn>
                  <a:cxn ang="0">
                    <a:pos x="T12" y="T13"/>
                  </a:cxn>
                </a:cxnLst>
                <a:rect l="0" t="0" r="r" b="b"/>
                <a:pathLst>
                  <a:path w="242" h="242">
                    <a:moveTo>
                      <a:pt x="0" y="148"/>
                    </a:moveTo>
                    <a:cubicBezTo>
                      <a:pt x="41" y="148"/>
                      <a:pt x="78" y="131"/>
                      <a:pt x="105" y="105"/>
                    </a:cubicBezTo>
                    <a:cubicBezTo>
                      <a:pt x="132" y="78"/>
                      <a:pt x="149" y="41"/>
                      <a:pt x="149" y="0"/>
                    </a:cubicBezTo>
                    <a:cubicBezTo>
                      <a:pt x="242" y="0"/>
                      <a:pt x="242" y="0"/>
                      <a:pt x="242" y="0"/>
                    </a:cubicBezTo>
                    <a:cubicBezTo>
                      <a:pt x="242" y="67"/>
                      <a:pt x="215" y="127"/>
                      <a:pt x="171" y="171"/>
                    </a:cubicBezTo>
                    <a:cubicBezTo>
                      <a:pt x="127" y="215"/>
                      <a:pt x="67" y="242"/>
                      <a:pt x="0" y="242"/>
                    </a:cubicBezTo>
                    <a:lnTo>
                      <a:pt x="0" y="148"/>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5" name="Freeform 14"/>
              <p:cNvSpPr/>
              <p:nvPr/>
            </p:nvSpPr>
            <p:spPr bwMode="auto">
              <a:xfrm>
                <a:off x="7846" y="7256"/>
                <a:ext cx="1752" cy="1761"/>
              </a:xfrm>
              <a:custGeom>
                <a:avLst/>
                <a:gdLst>
                  <a:gd name="T0" fmla="*/ 241 w 241"/>
                  <a:gd name="T1" fmla="*/ 242 h 242"/>
                  <a:gd name="T2" fmla="*/ 71 w 241"/>
                  <a:gd name="T3" fmla="*/ 171 h 242"/>
                  <a:gd name="T4" fmla="*/ 0 w 241"/>
                  <a:gd name="T5" fmla="*/ 0 h 242"/>
                  <a:gd name="T6" fmla="*/ 93 w 241"/>
                  <a:gd name="T7" fmla="*/ 0 h 242"/>
                  <a:gd name="T8" fmla="*/ 137 w 241"/>
                  <a:gd name="T9" fmla="*/ 105 h 242"/>
                  <a:gd name="T10" fmla="*/ 241 w 241"/>
                  <a:gd name="T11" fmla="*/ 148 h 242"/>
                  <a:gd name="T12" fmla="*/ 241 w 241"/>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241" h="242">
                    <a:moveTo>
                      <a:pt x="241" y="242"/>
                    </a:moveTo>
                    <a:cubicBezTo>
                      <a:pt x="175" y="242"/>
                      <a:pt x="114" y="215"/>
                      <a:pt x="71" y="171"/>
                    </a:cubicBezTo>
                    <a:cubicBezTo>
                      <a:pt x="27" y="127"/>
                      <a:pt x="0" y="67"/>
                      <a:pt x="0" y="0"/>
                    </a:cubicBezTo>
                    <a:cubicBezTo>
                      <a:pt x="93" y="0"/>
                      <a:pt x="93" y="0"/>
                      <a:pt x="93" y="0"/>
                    </a:cubicBezTo>
                    <a:cubicBezTo>
                      <a:pt x="93" y="41"/>
                      <a:pt x="110" y="78"/>
                      <a:pt x="137" y="105"/>
                    </a:cubicBezTo>
                    <a:cubicBezTo>
                      <a:pt x="163" y="131"/>
                      <a:pt x="200" y="148"/>
                      <a:pt x="241" y="148"/>
                    </a:cubicBezTo>
                    <a:lnTo>
                      <a:pt x="241" y="242"/>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7" name="Freeform 16"/>
              <p:cNvSpPr/>
              <p:nvPr/>
            </p:nvSpPr>
            <p:spPr bwMode="auto">
              <a:xfrm>
                <a:off x="5007" y="5497"/>
                <a:ext cx="1761" cy="1758"/>
              </a:xfrm>
              <a:custGeom>
                <a:avLst/>
                <a:gdLst>
                  <a:gd name="T0" fmla="*/ 242 w 242"/>
                  <a:gd name="T1" fmla="*/ 94 h 242"/>
                  <a:gd name="T2" fmla="*/ 137 w 242"/>
                  <a:gd name="T3" fmla="*/ 137 h 242"/>
                  <a:gd name="T4" fmla="*/ 93 w 242"/>
                  <a:gd name="T5" fmla="*/ 242 h 242"/>
                  <a:gd name="T6" fmla="*/ 0 w 242"/>
                  <a:gd name="T7" fmla="*/ 242 h 242"/>
                  <a:gd name="T8" fmla="*/ 71 w 242"/>
                  <a:gd name="T9" fmla="*/ 71 h 242"/>
                  <a:gd name="T10" fmla="*/ 242 w 242"/>
                  <a:gd name="T11" fmla="*/ 0 h 242"/>
                  <a:gd name="T12" fmla="*/ 242 w 242"/>
                  <a:gd name="T13" fmla="*/ 94 h 242"/>
                </a:gdLst>
                <a:ahLst/>
                <a:cxnLst>
                  <a:cxn ang="0">
                    <a:pos x="T0" y="T1"/>
                  </a:cxn>
                  <a:cxn ang="0">
                    <a:pos x="T2" y="T3"/>
                  </a:cxn>
                  <a:cxn ang="0">
                    <a:pos x="T4" y="T5"/>
                  </a:cxn>
                  <a:cxn ang="0">
                    <a:pos x="T6" y="T7"/>
                  </a:cxn>
                  <a:cxn ang="0">
                    <a:pos x="T8" y="T9"/>
                  </a:cxn>
                  <a:cxn ang="0">
                    <a:pos x="T10" y="T11"/>
                  </a:cxn>
                  <a:cxn ang="0">
                    <a:pos x="T12" y="T13"/>
                  </a:cxn>
                </a:cxnLst>
                <a:rect l="0" t="0" r="r" b="b"/>
                <a:pathLst>
                  <a:path w="242" h="242">
                    <a:moveTo>
                      <a:pt x="242" y="94"/>
                    </a:moveTo>
                    <a:cubicBezTo>
                      <a:pt x="201" y="94"/>
                      <a:pt x="164" y="110"/>
                      <a:pt x="137" y="137"/>
                    </a:cubicBezTo>
                    <a:cubicBezTo>
                      <a:pt x="110" y="164"/>
                      <a:pt x="93" y="201"/>
                      <a:pt x="93" y="242"/>
                    </a:cubicBezTo>
                    <a:cubicBezTo>
                      <a:pt x="0" y="242"/>
                      <a:pt x="0" y="242"/>
                      <a:pt x="0" y="242"/>
                    </a:cubicBezTo>
                    <a:cubicBezTo>
                      <a:pt x="0" y="175"/>
                      <a:pt x="27" y="115"/>
                      <a:pt x="71" y="71"/>
                    </a:cubicBezTo>
                    <a:cubicBezTo>
                      <a:pt x="114" y="27"/>
                      <a:pt x="175" y="0"/>
                      <a:pt x="242" y="0"/>
                    </a:cubicBezTo>
                    <a:lnTo>
                      <a:pt x="242" y="94"/>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8" name="Freeform 17"/>
              <p:cNvSpPr/>
              <p:nvPr/>
            </p:nvSpPr>
            <p:spPr bwMode="auto">
              <a:xfrm>
                <a:off x="3933" y="7256"/>
                <a:ext cx="1752" cy="1761"/>
              </a:xfrm>
              <a:custGeom>
                <a:avLst/>
                <a:gdLst>
                  <a:gd name="T0" fmla="*/ 0 w 241"/>
                  <a:gd name="T1" fmla="*/ 148 h 242"/>
                  <a:gd name="T2" fmla="*/ 105 w 241"/>
                  <a:gd name="T3" fmla="*/ 105 h 242"/>
                  <a:gd name="T4" fmla="*/ 148 w 241"/>
                  <a:gd name="T5" fmla="*/ 0 h 242"/>
                  <a:gd name="T6" fmla="*/ 241 w 241"/>
                  <a:gd name="T7" fmla="*/ 0 h 242"/>
                  <a:gd name="T8" fmla="*/ 171 w 241"/>
                  <a:gd name="T9" fmla="*/ 171 h 242"/>
                  <a:gd name="T10" fmla="*/ 0 w 241"/>
                  <a:gd name="T11" fmla="*/ 242 h 242"/>
                  <a:gd name="T12" fmla="*/ 0 w 241"/>
                  <a:gd name="T13" fmla="*/ 148 h 242"/>
                </a:gdLst>
                <a:ahLst/>
                <a:cxnLst>
                  <a:cxn ang="0">
                    <a:pos x="T0" y="T1"/>
                  </a:cxn>
                  <a:cxn ang="0">
                    <a:pos x="T2" y="T3"/>
                  </a:cxn>
                  <a:cxn ang="0">
                    <a:pos x="T4" y="T5"/>
                  </a:cxn>
                  <a:cxn ang="0">
                    <a:pos x="T6" y="T7"/>
                  </a:cxn>
                  <a:cxn ang="0">
                    <a:pos x="T8" y="T9"/>
                  </a:cxn>
                  <a:cxn ang="0">
                    <a:pos x="T10" y="T11"/>
                  </a:cxn>
                  <a:cxn ang="0">
                    <a:pos x="T12" y="T13"/>
                  </a:cxn>
                </a:cxnLst>
                <a:rect l="0" t="0" r="r" b="b"/>
                <a:pathLst>
                  <a:path w="241" h="242">
                    <a:moveTo>
                      <a:pt x="0" y="148"/>
                    </a:moveTo>
                    <a:cubicBezTo>
                      <a:pt x="41" y="148"/>
                      <a:pt x="78" y="131"/>
                      <a:pt x="105" y="105"/>
                    </a:cubicBezTo>
                    <a:cubicBezTo>
                      <a:pt x="131" y="78"/>
                      <a:pt x="148" y="41"/>
                      <a:pt x="148" y="0"/>
                    </a:cubicBezTo>
                    <a:cubicBezTo>
                      <a:pt x="241" y="0"/>
                      <a:pt x="241" y="0"/>
                      <a:pt x="241" y="0"/>
                    </a:cubicBezTo>
                    <a:cubicBezTo>
                      <a:pt x="241" y="67"/>
                      <a:pt x="214" y="127"/>
                      <a:pt x="171" y="171"/>
                    </a:cubicBezTo>
                    <a:cubicBezTo>
                      <a:pt x="127" y="215"/>
                      <a:pt x="67" y="242"/>
                      <a:pt x="0" y="242"/>
                    </a:cubicBezTo>
                    <a:lnTo>
                      <a:pt x="0" y="148"/>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9" name="Oval 18"/>
              <p:cNvSpPr>
                <a:spLocks noChangeArrowheads="1"/>
              </p:cNvSpPr>
              <p:nvPr/>
            </p:nvSpPr>
            <p:spPr bwMode="auto">
              <a:xfrm>
                <a:off x="11696" y="3691"/>
                <a:ext cx="1482" cy="1482"/>
              </a:xfrm>
              <a:prstGeom prst="ellipse">
                <a:avLst/>
              </a:prstGeom>
              <a:noFill/>
              <a:ln w="3175">
                <a:solidFill>
                  <a:schemeClr val="tx1"/>
                </a:solidFill>
              </a:ln>
              <a:extLst>
                <a:ext uri="{909E8E84-426E-40DD-AFC4-6F175D3DCCD1}">
                  <a14:hiddenFill xmlns:a14="http://schemas.microsoft.com/office/drawing/2010/main">
                    <a:solidFill>
                      <a:schemeClr val="accent4"/>
                    </a:solidFill>
                  </a14:hiddenFill>
                </a:ext>
              </a:extLst>
            </p:spPr>
            <p:txBody>
              <a:bodyPr vert="horz" wrap="square" lIns="91440" tIns="45720" rIns="91440" bIns="45720" numCol="1" anchor="t" anchorCtr="0" compatLnSpc="1"/>
              <a:lstStyle/>
              <a:p>
                <a:endParaRPr lang="zh-CN" altLang="en-US" dirty="0"/>
              </a:p>
            </p:txBody>
          </p:sp>
          <p:sp>
            <p:nvSpPr>
              <p:cNvPr id="20" name="Oval 19"/>
              <p:cNvSpPr>
                <a:spLocks noChangeArrowheads="1"/>
              </p:cNvSpPr>
              <p:nvPr/>
            </p:nvSpPr>
            <p:spPr bwMode="auto">
              <a:xfrm>
                <a:off x="8860" y="3691"/>
                <a:ext cx="1482" cy="1482"/>
              </a:xfrm>
              <a:prstGeom prst="ellipse">
                <a:avLst/>
              </a:prstGeom>
              <a:noFill/>
              <a:ln w="3175">
                <a:solidFill>
                  <a:schemeClr val="tx1"/>
                </a:solidFill>
              </a:ln>
              <a:extLst>
                <a:ext uri="{909E8E84-426E-40DD-AFC4-6F175D3DCCD1}">
                  <a14:hiddenFill xmlns:a14="http://schemas.microsoft.com/office/drawing/2010/main">
                    <a:solidFill>
                      <a:schemeClr val="accent3"/>
                    </a:solidFill>
                  </a14:hiddenFill>
                </a:ext>
              </a:extLst>
            </p:spPr>
            <p:txBody>
              <a:bodyPr vert="horz" wrap="square" lIns="91440" tIns="45720" rIns="91440" bIns="45720" numCol="1" anchor="t" anchorCtr="0" compatLnSpc="1"/>
              <a:lstStyle/>
              <a:p>
                <a:endParaRPr lang="zh-CN" altLang="en-US" dirty="0"/>
              </a:p>
            </p:txBody>
          </p:sp>
          <p:sp>
            <p:nvSpPr>
              <p:cNvPr id="21" name="Oval 20"/>
              <p:cNvSpPr>
                <a:spLocks noChangeArrowheads="1"/>
              </p:cNvSpPr>
              <p:nvPr/>
            </p:nvSpPr>
            <p:spPr bwMode="auto">
              <a:xfrm>
                <a:off x="8860" y="6511"/>
                <a:ext cx="1482" cy="1482"/>
              </a:xfrm>
              <a:prstGeom prst="ellipse">
                <a:avLst/>
              </a:prstGeom>
              <a:noFill/>
              <a:ln w="3175">
                <a:solidFill>
                  <a:schemeClr val="tx1"/>
                </a:solidFill>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endParaRPr lang="zh-CN" altLang="en-US" dirty="0"/>
              </a:p>
            </p:txBody>
          </p:sp>
          <p:sp>
            <p:nvSpPr>
              <p:cNvPr id="22" name="Oval 21"/>
              <p:cNvSpPr>
                <a:spLocks noChangeArrowheads="1"/>
              </p:cNvSpPr>
              <p:nvPr/>
            </p:nvSpPr>
            <p:spPr bwMode="auto">
              <a:xfrm>
                <a:off x="6024" y="6511"/>
                <a:ext cx="1482" cy="1482"/>
              </a:xfrm>
              <a:prstGeom prst="ellipse">
                <a:avLst/>
              </a:prstGeom>
              <a:noFill/>
              <a:ln w="3175">
                <a:solidFill>
                  <a:schemeClr val="tx1"/>
                </a:solidFill>
              </a:ln>
              <a:extLst>
                <a:ext uri="{909E8E84-426E-40DD-AFC4-6F175D3DCCD1}">
                  <a14:hiddenFill xmlns:a14="http://schemas.microsoft.com/office/drawing/2010/main">
                    <a:solidFill>
                      <a:schemeClr val="accent2"/>
                    </a:solidFill>
                  </a14:hiddenFill>
                </a:ext>
              </a:extLst>
            </p:spPr>
            <p:txBody>
              <a:bodyPr vert="horz" wrap="square" lIns="91440" tIns="45720" rIns="91440" bIns="45720" numCol="1" anchor="t" anchorCtr="0" compatLnSpc="1"/>
              <a:lstStyle/>
              <a:p>
                <a:endParaRPr lang="zh-CN" altLang="en-US" dirty="0"/>
              </a:p>
            </p:txBody>
          </p:sp>
          <p:sp>
            <p:nvSpPr>
              <p:cNvPr id="26" name="Freeform 7"/>
              <p:cNvSpPr>
                <a:spLocks noEditPoints="1"/>
              </p:cNvSpPr>
              <p:nvPr/>
            </p:nvSpPr>
            <p:spPr bwMode="auto">
              <a:xfrm>
                <a:off x="9185" y="6897"/>
                <a:ext cx="832" cy="711"/>
              </a:xfrm>
              <a:custGeom>
                <a:avLst/>
                <a:gdLst>
                  <a:gd name="T0" fmla="*/ 0 w 140"/>
                  <a:gd name="T1" fmla="*/ 113 h 120"/>
                  <a:gd name="T2" fmla="*/ 15 w 140"/>
                  <a:gd name="T3" fmla="*/ 99 h 120"/>
                  <a:gd name="T4" fmla="*/ 27 w 140"/>
                  <a:gd name="T5" fmla="*/ 0 h 120"/>
                  <a:gd name="T6" fmla="*/ 42 w 140"/>
                  <a:gd name="T7" fmla="*/ 0 h 120"/>
                  <a:gd name="T8" fmla="*/ 42 w 140"/>
                  <a:gd name="T9" fmla="*/ 0 h 120"/>
                  <a:gd name="T10" fmla="*/ 67 w 140"/>
                  <a:gd name="T11" fmla="*/ 99 h 120"/>
                  <a:gd name="T12" fmla="*/ 73 w 140"/>
                  <a:gd name="T13" fmla="*/ 99 h 120"/>
                  <a:gd name="T14" fmla="*/ 97 w 140"/>
                  <a:gd name="T15" fmla="*/ 99 h 120"/>
                  <a:gd name="T16" fmla="*/ 107 w 140"/>
                  <a:gd name="T17" fmla="*/ 0 h 120"/>
                  <a:gd name="T18" fmla="*/ 107 w 140"/>
                  <a:gd name="T19" fmla="*/ 0 h 120"/>
                  <a:gd name="T20" fmla="*/ 119 w 140"/>
                  <a:gd name="T21" fmla="*/ 99 h 120"/>
                  <a:gd name="T22" fmla="*/ 128 w 140"/>
                  <a:gd name="T23" fmla="*/ 0 h 120"/>
                  <a:gd name="T24" fmla="*/ 135 w 140"/>
                  <a:gd name="T25" fmla="*/ 113 h 120"/>
                  <a:gd name="T26" fmla="*/ 51 w 140"/>
                  <a:gd name="T27" fmla="*/ 0 h 120"/>
                  <a:gd name="T28" fmla="*/ 51 w 140"/>
                  <a:gd name="T29" fmla="*/ 0 h 120"/>
                  <a:gd name="T30" fmla="*/ 28 w 140"/>
                  <a:gd name="T31" fmla="*/ 118 h 120"/>
                  <a:gd name="T32" fmla="*/ 14 w 140"/>
                  <a:gd name="T33" fmla="*/ 120 h 120"/>
                  <a:gd name="T34" fmla="*/ 27 w 140"/>
                  <a:gd name="T35" fmla="*/ 105 h 120"/>
                  <a:gd name="T36" fmla="*/ 28 w 140"/>
                  <a:gd name="T37" fmla="*/ 113 h 120"/>
                  <a:gd name="T38" fmla="*/ 23 w 140"/>
                  <a:gd name="T39" fmla="*/ 109 h 120"/>
                  <a:gd name="T40" fmla="*/ 19 w 140"/>
                  <a:gd name="T41" fmla="*/ 110 h 120"/>
                  <a:gd name="T42" fmla="*/ 19 w 140"/>
                  <a:gd name="T43" fmla="*/ 113 h 120"/>
                  <a:gd name="T44" fmla="*/ 24 w 140"/>
                  <a:gd name="T45" fmla="*/ 115 h 120"/>
                  <a:gd name="T46" fmla="*/ 40 w 140"/>
                  <a:gd name="T47" fmla="*/ 118 h 120"/>
                  <a:gd name="T48" fmla="*/ 34 w 140"/>
                  <a:gd name="T49" fmla="*/ 120 h 120"/>
                  <a:gd name="T50" fmla="*/ 40 w 140"/>
                  <a:gd name="T51" fmla="*/ 104 h 120"/>
                  <a:gd name="T52" fmla="*/ 36 w 140"/>
                  <a:gd name="T53" fmla="*/ 114 h 120"/>
                  <a:gd name="T54" fmla="*/ 57 w 140"/>
                  <a:gd name="T55" fmla="*/ 120 h 120"/>
                  <a:gd name="T56" fmla="*/ 53 w 140"/>
                  <a:gd name="T57" fmla="*/ 113 h 120"/>
                  <a:gd name="T58" fmla="*/ 47 w 140"/>
                  <a:gd name="T59" fmla="*/ 120 h 120"/>
                  <a:gd name="T60" fmla="*/ 59 w 140"/>
                  <a:gd name="T61" fmla="*/ 105 h 120"/>
                  <a:gd name="T62" fmla="*/ 59 w 140"/>
                  <a:gd name="T63" fmla="*/ 112 h 120"/>
                  <a:gd name="T64" fmla="*/ 60 w 140"/>
                  <a:gd name="T65" fmla="*/ 115 h 120"/>
                  <a:gd name="T66" fmla="*/ 54 w 140"/>
                  <a:gd name="T67" fmla="*/ 107 h 120"/>
                  <a:gd name="T68" fmla="*/ 55 w 140"/>
                  <a:gd name="T69" fmla="*/ 110 h 120"/>
                  <a:gd name="T70" fmla="*/ 71 w 140"/>
                  <a:gd name="T71" fmla="*/ 116 h 120"/>
                  <a:gd name="T72" fmla="*/ 71 w 140"/>
                  <a:gd name="T73" fmla="*/ 108 h 120"/>
                  <a:gd name="T74" fmla="*/ 78 w 140"/>
                  <a:gd name="T75" fmla="*/ 109 h 120"/>
                  <a:gd name="T76" fmla="*/ 63 w 140"/>
                  <a:gd name="T77" fmla="*/ 112 h 120"/>
                  <a:gd name="T78" fmla="*/ 71 w 140"/>
                  <a:gd name="T79" fmla="*/ 120 h 120"/>
                  <a:gd name="T80" fmla="*/ 78 w 140"/>
                  <a:gd name="T81" fmla="*/ 115 h 120"/>
                  <a:gd name="T82" fmla="*/ 96 w 140"/>
                  <a:gd name="T83" fmla="*/ 112 h 120"/>
                  <a:gd name="T84" fmla="*/ 88 w 140"/>
                  <a:gd name="T85" fmla="*/ 120 h 120"/>
                  <a:gd name="T86" fmla="*/ 80 w 140"/>
                  <a:gd name="T87" fmla="*/ 112 h 120"/>
                  <a:gd name="T88" fmla="*/ 91 w 140"/>
                  <a:gd name="T89" fmla="*/ 112 h 120"/>
                  <a:gd name="T90" fmla="*/ 84 w 140"/>
                  <a:gd name="T91" fmla="*/ 112 h 120"/>
                  <a:gd name="T92" fmla="*/ 91 w 140"/>
                  <a:gd name="T93" fmla="*/ 112 h 120"/>
                  <a:gd name="T94" fmla="*/ 110 w 140"/>
                  <a:gd name="T95" fmla="*/ 118 h 120"/>
                  <a:gd name="T96" fmla="*/ 98 w 140"/>
                  <a:gd name="T97" fmla="*/ 120 h 120"/>
                  <a:gd name="T98" fmla="*/ 109 w 140"/>
                  <a:gd name="T99" fmla="*/ 105 h 120"/>
                  <a:gd name="T100" fmla="*/ 107 w 140"/>
                  <a:gd name="T101" fmla="*/ 109 h 120"/>
                  <a:gd name="T102" fmla="*/ 104 w 140"/>
                  <a:gd name="T103" fmla="*/ 116 h 120"/>
                  <a:gd name="T104" fmla="*/ 120 w 140"/>
                  <a:gd name="T105" fmla="*/ 113 h 120"/>
                  <a:gd name="T106" fmla="*/ 120 w 140"/>
                  <a:gd name="T107" fmla="*/ 108 h 120"/>
                  <a:gd name="T108" fmla="*/ 115 w 140"/>
                  <a:gd name="T109" fmla="*/ 118 h 120"/>
                  <a:gd name="T110" fmla="*/ 128 w 140"/>
                  <a:gd name="T111" fmla="*/ 1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0" h="120">
                    <a:moveTo>
                      <a:pt x="0" y="0"/>
                    </a:moveTo>
                    <a:cubicBezTo>
                      <a:pt x="7" y="0"/>
                      <a:pt x="7" y="0"/>
                      <a:pt x="7" y="0"/>
                    </a:cubicBezTo>
                    <a:cubicBezTo>
                      <a:pt x="7" y="113"/>
                      <a:pt x="7" y="113"/>
                      <a:pt x="7" y="113"/>
                    </a:cubicBezTo>
                    <a:cubicBezTo>
                      <a:pt x="0" y="113"/>
                      <a:pt x="0" y="113"/>
                      <a:pt x="0" y="113"/>
                    </a:cubicBezTo>
                    <a:lnTo>
                      <a:pt x="0" y="0"/>
                    </a:lnTo>
                    <a:close/>
                    <a:moveTo>
                      <a:pt x="21" y="0"/>
                    </a:moveTo>
                    <a:cubicBezTo>
                      <a:pt x="15" y="0"/>
                      <a:pt x="15" y="0"/>
                      <a:pt x="15" y="0"/>
                    </a:cubicBezTo>
                    <a:cubicBezTo>
                      <a:pt x="15" y="99"/>
                      <a:pt x="15" y="99"/>
                      <a:pt x="15" y="99"/>
                    </a:cubicBezTo>
                    <a:cubicBezTo>
                      <a:pt x="21" y="99"/>
                      <a:pt x="21" y="99"/>
                      <a:pt x="21" y="99"/>
                    </a:cubicBezTo>
                    <a:lnTo>
                      <a:pt x="21" y="0"/>
                    </a:lnTo>
                    <a:close/>
                    <a:moveTo>
                      <a:pt x="31" y="0"/>
                    </a:moveTo>
                    <a:cubicBezTo>
                      <a:pt x="27" y="0"/>
                      <a:pt x="27" y="0"/>
                      <a:pt x="27" y="0"/>
                    </a:cubicBezTo>
                    <a:cubicBezTo>
                      <a:pt x="27" y="99"/>
                      <a:pt x="27" y="99"/>
                      <a:pt x="27" y="99"/>
                    </a:cubicBezTo>
                    <a:cubicBezTo>
                      <a:pt x="31" y="99"/>
                      <a:pt x="31" y="99"/>
                      <a:pt x="31" y="99"/>
                    </a:cubicBezTo>
                    <a:lnTo>
                      <a:pt x="31" y="0"/>
                    </a:lnTo>
                    <a:close/>
                    <a:moveTo>
                      <a:pt x="42" y="0"/>
                    </a:moveTo>
                    <a:cubicBezTo>
                      <a:pt x="37" y="0"/>
                      <a:pt x="37" y="0"/>
                      <a:pt x="37" y="0"/>
                    </a:cubicBezTo>
                    <a:cubicBezTo>
                      <a:pt x="37" y="99"/>
                      <a:pt x="37" y="99"/>
                      <a:pt x="37" y="99"/>
                    </a:cubicBezTo>
                    <a:cubicBezTo>
                      <a:pt x="42" y="99"/>
                      <a:pt x="42" y="99"/>
                      <a:pt x="42" y="99"/>
                    </a:cubicBezTo>
                    <a:lnTo>
                      <a:pt x="42" y="0"/>
                    </a:lnTo>
                    <a:close/>
                    <a:moveTo>
                      <a:pt x="67" y="0"/>
                    </a:moveTo>
                    <a:cubicBezTo>
                      <a:pt x="61" y="0"/>
                      <a:pt x="61" y="0"/>
                      <a:pt x="61" y="0"/>
                    </a:cubicBezTo>
                    <a:cubicBezTo>
                      <a:pt x="61" y="99"/>
                      <a:pt x="61" y="99"/>
                      <a:pt x="61" y="99"/>
                    </a:cubicBezTo>
                    <a:cubicBezTo>
                      <a:pt x="67" y="99"/>
                      <a:pt x="67" y="99"/>
                      <a:pt x="67" y="99"/>
                    </a:cubicBezTo>
                    <a:lnTo>
                      <a:pt x="67" y="0"/>
                    </a:lnTo>
                    <a:close/>
                    <a:moveTo>
                      <a:pt x="77" y="0"/>
                    </a:moveTo>
                    <a:cubicBezTo>
                      <a:pt x="73" y="0"/>
                      <a:pt x="73" y="0"/>
                      <a:pt x="73" y="0"/>
                    </a:cubicBezTo>
                    <a:cubicBezTo>
                      <a:pt x="73" y="99"/>
                      <a:pt x="73" y="99"/>
                      <a:pt x="73" y="99"/>
                    </a:cubicBezTo>
                    <a:cubicBezTo>
                      <a:pt x="77" y="99"/>
                      <a:pt x="77" y="99"/>
                      <a:pt x="77" y="99"/>
                    </a:cubicBezTo>
                    <a:lnTo>
                      <a:pt x="77" y="0"/>
                    </a:lnTo>
                    <a:close/>
                    <a:moveTo>
                      <a:pt x="88" y="99"/>
                    </a:moveTo>
                    <a:cubicBezTo>
                      <a:pt x="97" y="99"/>
                      <a:pt x="97" y="99"/>
                      <a:pt x="97" y="99"/>
                    </a:cubicBezTo>
                    <a:cubicBezTo>
                      <a:pt x="97" y="0"/>
                      <a:pt x="97" y="0"/>
                      <a:pt x="97" y="0"/>
                    </a:cubicBezTo>
                    <a:cubicBezTo>
                      <a:pt x="88" y="0"/>
                      <a:pt x="88" y="0"/>
                      <a:pt x="88" y="0"/>
                    </a:cubicBezTo>
                    <a:lnTo>
                      <a:pt x="88" y="99"/>
                    </a:lnTo>
                    <a:close/>
                    <a:moveTo>
                      <a:pt x="107" y="0"/>
                    </a:moveTo>
                    <a:cubicBezTo>
                      <a:pt x="105" y="0"/>
                      <a:pt x="105" y="0"/>
                      <a:pt x="105" y="0"/>
                    </a:cubicBezTo>
                    <a:cubicBezTo>
                      <a:pt x="105" y="99"/>
                      <a:pt x="105" y="99"/>
                      <a:pt x="105" y="99"/>
                    </a:cubicBezTo>
                    <a:cubicBezTo>
                      <a:pt x="107" y="99"/>
                      <a:pt x="107" y="99"/>
                      <a:pt x="107" y="99"/>
                    </a:cubicBezTo>
                    <a:lnTo>
                      <a:pt x="107" y="0"/>
                    </a:lnTo>
                    <a:close/>
                    <a:moveTo>
                      <a:pt x="119" y="0"/>
                    </a:moveTo>
                    <a:cubicBezTo>
                      <a:pt x="112" y="0"/>
                      <a:pt x="112" y="0"/>
                      <a:pt x="112" y="0"/>
                    </a:cubicBezTo>
                    <a:cubicBezTo>
                      <a:pt x="112" y="99"/>
                      <a:pt x="112" y="99"/>
                      <a:pt x="112" y="99"/>
                    </a:cubicBezTo>
                    <a:cubicBezTo>
                      <a:pt x="119" y="99"/>
                      <a:pt x="119" y="99"/>
                      <a:pt x="119" y="99"/>
                    </a:cubicBezTo>
                    <a:lnTo>
                      <a:pt x="119" y="0"/>
                    </a:lnTo>
                    <a:close/>
                    <a:moveTo>
                      <a:pt x="124" y="99"/>
                    </a:moveTo>
                    <a:cubicBezTo>
                      <a:pt x="128" y="99"/>
                      <a:pt x="128" y="99"/>
                      <a:pt x="128" y="99"/>
                    </a:cubicBezTo>
                    <a:cubicBezTo>
                      <a:pt x="128" y="0"/>
                      <a:pt x="128" y="0"/>
                      <a:pt x="128" y="0"/>
                    </a:cubicBezTo>
                    <a:cubicBezTo>
                      <a:pt x="124" y="0"/>
                      <a:pt x="124" y="0"/>
                      <a:pt x="124" y="0"/>
                    </a:cubicBezTo>
                    <a:lnTo>
                      <a:pt x="124" y="99"/>
                    </a:lnTo>
                    <a:close/>
                    <a:moveTo>
                      <a:pt x="135" y="0"/>
                    </a:moveTo>
                    <a:cubicBezTo>
                      <a:pt x="135" y="113"/>
                      <a:pt x="135" y="113"/>
                      <a:pt x="135" y="113"/>
                    </a:cubicBezTo>
                    <a:cubicBezTo>
                      <a:pt x="140" y="113"/>
                      <a:pt x="140" y="113"/>
                      <a:pt x="140" y="113"/>
                    </a:cubicBezTo>
                    <a:cubicBezTo>
                      <a:pt x="140" y="0"/>
                      <a:pt x="140" y="0"/>
                      <a:pt x="140" y="0"/>
                    </a:cubicBezTo>
                    <a:lnTo>
                      <a:pt x="135" y="0"/>
                    </a:lnTo>
                    <a:close/>
                    <a:moveTo>
                      <a:pt x="51" y="0"/>
                    </a:moveTo>
                    <a:cubicBezTo>
                      <a:pt x="49" y="0"/>
                      <a:pt x="49" y="0"/>
                      <a:pt x="49" y="0"/>
                    </a:cubicBezTo>
                    <a:cubicBezTo>
                      <a:pt x="49" y="99"/>
                      <a:pt x="49" y="99"/>
                      <a:pt x="49" y="99"/>
                    </a:cubicBezTo>
                    <a:cubicBezTo>
                      <a:pt x="51" y="99"/>
                      <a:pt x="51" y="99"/>
                      <a:pt x="51" y="99"/>
                    </a:cubicBezTo>
                    <a:lnTo>
                      <a:pt x="51" y="0"/>
                    </a:lnTo>
                    <a:close/>
                    <a:moveTo>
                      <a:pt x="28" y="113"/>
                    </a:moveTo>
                    <a:cubicBezTo>
                      <a:pt x="28" y="113"/>
                      <a:pt x="28" y="114"/>
                      <a:pt x="28" y="115"/>
                    </a:cubicBezTo>
                    <a:cubicBezTo>
                      <a:pt x="28" y="116"/>
                      <a:pt x="28" y="117"/>
                      <a:pt x="28" y="117"/>
                    </a:cubicBezTo>
                    <a:cubicBezTo>
                      <a:pt x="28" y="118"/>
                      <a:pt x="28" y="118"/>
                      <a:pt x="28" y="118"/>
                    </a:cubicBezTo>
                    <a:cubicBezTo>
                      <a:pt x="27" y="118"/>
                      <a:pt x="27" y="119"/>
                      <a:pt x="26" y="119"/>
                    </a:cubicBezTo>
                    <a:cubicBezTo>
                      <a:pt x="26" y="119"/>
                      <a:pt x="25" y="119"/>
                      <a:pt x="25" y="119"/>
                    </a:cubicBezTo>
                    <a:cubicBezTo>
                      <a:pt x="24" y="120"/>
                      <a:pt x="23" y="120"/>
                      <a:pt x="22" y="120"/>
                    </a:cubicBezTo>
                    <a:cubicBezTo>
                      <a:pt x="14" y="120"/>
                      <a:pt x="14" y="120"/>
                      <a:pt x="14" y="120"/>
                    </a:cubicBezTo>
                    <a:cubicBezTo>
                      <a:pt x="14" y="118"/>
                      <a:pt x="14" y="118"/>
                      <a:pt x="14" y="118"/>
                    </a:cubicBezTo>
                    <a:cubicBezTo>
                      <a:pt x="14" y="104"/>
                      <a:pt x="14" y="104"/>
                      <a:pt x="14" y="104"/>
                    </a:cubicBezTo>
                    <a:cubicBezTo>
                      <a:pt x="23" y="104"/>
                      <a:pt x="23" y="104"/>
                      <a:pt x="23" y="104"/>
                    </a:cubicBezTo>
                    <a:cubicBezTo>
                      <a:pt x="25" y="104"/>
                      <a:pt x="26" y="105"/>
                      <a:pt x="27" y="105"/>
                    </a:cubicBezTo>
                    <a:cubicBezTo>
                      <a:pt x="27" y="106"/>
                      <a:pt x="28" y="107"/>
                      <a:pt x="28" y="108"/>
                    </a:cubicBezTo>
                    <a:cubicBezTo>
                      <a:pt x="28" y="109"/>
                      <a:pt x="27" y="110"/>
                      <a:pt x="27" y="110"/>
                    </a:cubicBezTo>
                    <a:cubicBezTo>
                      <a:pt x="27" y="111"/>
                      <a:pt x="26" y="111"/>
                      <a:pt x="25" y="111"/>
                    </a:cubicBezTo>
                    <a:cubicBezTo>
                      <a:pt x="26" y="112"/>
                      <a:pt x="27" y="112"/>
                      <a:pt x="28" y="113"/>
                    </a:cubicBezTo>
                    <a:close/>
                    <a:moveTo>
                      <a:pt x="19" y="110"/>
                    </a:moveTo>
                    <a:cubicBezTo>
                      <a:pt x="21" y="110"/>
                      <a:pt x="21" y="110"/>
                      <a:pt x="21" y="110"/>
                    </a:cubicBezTo>
                    <a:cubicBezTo>
                      <a:pt x="22" y="110"/>
                      <a:pt x="22" y="110"/>
                      <a:pt x="23" y="110"/>
                    </a:cubicBezTo>
                    <a:cubicBezTo>
                      <a:pt x="23" y="110"/>
                      <a:pt x="23" y="109"/>
                      <a:pt x="23" y="109"/>
                    </a:cubicBezTo>
                    <a:cubicBezTo>
                      <a:pt x="23" y="108"/>
                      <a:pt x="23" y="108"/>
                      <a:pt x="23" y="108"/>
                    </a:cubicBezTo>
                    <a:cubicBezTo>
                      <a:pt x="22" y="107"/>
                      <a:pt x="22" y="107"/>
                      <a:pt x="21" y="107"/>
                    </a:cubicBezTo>
                    <a:cubicBezTo>
                      <a:pt x="19" y="107"/>
                      <a:pt x="19" y="107"/>
                      <a:pt x="19" y="107"/>
                    </a:cubicBezTo>
                    <a:lnTo>
                      <a:pt x="19" y="110"/>
                    </a:lnTo>
                    <a:close/>
                    <a:moveTo>
                      <a:pt x="24" y="115"/>
                    </a:moveTo>
                    <a:cubicBezTo>
                      <a:pt x="24" y="114"/>
                      <a:pt x="24" y="114"/>
                      <a:pt x="23" y="114"/>
                    </a:cubicBezTo>
                    <a:cubicBezTo>
                      <a:pt x="23" y="113"/>
                      <a:pt x="22" y="113"/>
                      <a:pt x="21" y="113"/>
                    </a:cubicBezTo>
                    <a:cubicBezTo>
                      <a:pt x="19" y="113"/>
                      <a:pt x="19" y="113"/>
                      <a:pt x="19" y="113"/>
                    </a:cubicBezTo>
                    <a:cubicBezTo>
                      <a:pt x="19" y="116"/>
                      <a:pt x="19" y="116"/>
                      <a:pt x="19" y="116"/>
                    </a:cubicBezTo>
                    <a:cubicBezTo>
                      <a:pt x="21" y="116"/>
                      <a:pt x="21" y="116"/>
                      <a:pt x="21" y="116"/>
                    </a:cubicBezTo>
                    <a:cubicBezTo>
                      <a:pt x="22" y="116"/>
                      <a:pt x="23" y="116"/>
                      <a:pt x="23" y="116"/>
                    </a:cubicBezTo>
                    <a:cubicBezTo>
                      <a:pt x="24" y="116"/>
                      <a:pt x="24" y="115"/>
                      <a:pt x="24" y="115"/>
                    </a:cubicBezTo>
                    <a:close/>
                    <a:moveTo>
                      <a:pt x="45" y="118"/>
                    </a:moveTo>
                    <a:cubicBezTo>
                      <a:pt x="46" y="120"/>
                      <a:pt x="46" y="120"/>
                      <a:pt x="46" y="120"/>
                    </a:cubicBezTo>
                    <a:cubicBezTo>
                      <a:pt x="41" y="120"/>
                      <a:pt x="41" y="120"/>
                      <a:pt x="41" y="120"/>
                    </a:cubicBezTo>
                    <a:cubicBezTo>
                      <a:pt x="40" y="118"/>
                      <a:pt x="40" y="118"/>
                      <a:pt x="40" y="118"/>
                    </a:cubicBezTo>
                    <a:cubicBezTo>
                      <a:pt x="40" y="117"/>
                      <a:pt x="40" y="117"/>
                      <a:pt x="40" y="117"/>
                    </a:cubicBezTo>
                    <a:cubicBezTo>
                      <a:pt x="35" y="117"/>
                      <a:pt x="35" y="117"/>
                      <a:pt x="35" y="117"/>
                    </a:cubicBezTo>
                    <a:cubicBezTo>
                      <a:pt x="34" y="118"/>
                      <a:pt x="34" y="118"/>
                      <a:pt x="34" y="118"/>
                    </a:cubicBezTo>
                    <a:cubicBezTo>
                      <a:pt x="34" y="120"/>
                      <a:pt x="34" y="120"/>
                      <a:pt x="34" y="120"/>
                    </a:cubicBezTo>
                    <a:cubicBezTo>
                      <a:pt x="29" y="120"/>
                      <a:pt x="29" y="120"/>
                      <a:pt x="29" y="120"/>
                    </a:cubicBezTo>
                    <a:cubicBezTo>
                      <a:pt x="30" y="118"/>
                      <a:pt x="30" y="118"/>
                      <a:pt x="30" y="118"/>
                    </a:cubicBezTo>
                    <a:cubicBezTo>
                      <a:pt x="35" y="104"/>
                      <a:pt x="35" y="104"/>
                      <a:pt x="35" y="104"/>
                    </a:cubicBezTo>
                    <a:cubicBezTo>
                      <a:pt x="40" y="104"/>
                      <a:pt x="40" y="104"/>
                      <a:pt x="40" y="104"/>
                    </a:cubicBezTo>
                    <a:lnTo>
                      <a:pt x="45" y="118"/>
                    </a:lnTo>
                    <a:close/>
                    <a:moveTo>
                      <a:pt x="39" y="114"/>
                    </a:moveTo>
                    <a:cubicBezTo>
                      <a:pt x="37" y="108"/>
                      <a:pt x="37" y="108"/>
                      <a:pt x="37" y="108"/>
                    </a:cubicBezTo>
                    <a:cubicBezTo>
                      <a:pt x="36" y="114"/>
                      <a:pt x="36" y="114"/>
                      <a:pt x="36" y="114"/>
                    </a:cubicBezTo>
                    <a:lnTo>
                      <a:pt x="39" y="114"/>
                    </a:lnTo>
                    <a:close/>
                    <a:moveTo>
                      <a:pt x="62" y="118"/>
                    </a:moveTo>
                    <a:cubicBezTo>
                      <a:pt x="62" y="120"/>
                      <a:pt x="62" y="120"/>
                      <a:pt x="62" y="120"/>
                    </a:cubicBezTo>
                    <a:cubicBezTo>
                      <a:pt x="57" y="120"/>
                      <a:pt x="57" y="120"/>
                      <a:pt x="57" y="120"/>
                    </a:cubicBezTo>
                    <a:cubicBezTo>
                      <a:pt x="56" y="118"/>
                      <a:pt x="56" y="118"/>
                      <a:pt x="56" y="118"/>
                    </a:cubicBezTo>
                    <a:cubicBezTo>
                      <a:pt x="55" y="115"/>
                      <a:pt x="55" y="115"/>
                      <a:pt x="55" y="115"/>
                    </a:cubicBezTo>
                    <a:cubicBezTo>
                      <a:pt x="54" y="114"/>
                      <a:pt x="54" y="114"/>
                      <a:pt x="54" y="114"/>
                    </a:cubicBezTo>
                    <a:cubicBezTo>
                      <a:pt x="53" y="114"/>
                      <a:pt x="53" y="113"/>
                      <a:pt x="53" y="113"/>
                    </a:cubicBezTo>
                    <a:cubicBezTo>
                      <a:pt x="52" y="113"/>
                      <a:pt x="52" y="113"/>
                      <a:pt x="52" y="113"/>
                    </a:cubicBezTo>
                    <a:cubicBezTo>
                      <a:pt x="52" y="118"/>
                      <a:pt x="52" y="118"/>
                      <a:pt x="52" y="118"/>
                    </a:cubicBezTo>
                    <a:cubicBezTo>
                      <a:pt x="52" y="120"/>
                      <a:pt x="52" y="120"/>
                      <a:pt x="52" y="120"/>
                    </a:cubicBezTo>
                    <a:cubicBezTo>
                      <a:pt x="47" y="120"/>
                      <a:pt x="47" y="120"/>
                      <a:pt x="47" y="120"/>
                    </a:cubicBezTo>
                    <a:cubicBezTo>
                      <a:pt x="47" y="118"/>
                      <a:pt x="47" y="118"/>
                      <a:pt x="47" y="118"/>
                    </a:cubicBezTo>
                    <a:cubicBezTo>
                      <a:pt x="47" y="104"/>
                      <a:pt x="47" y="104"/>
                      <a:pt x="47" y="104"/>
                    </a:cubicBezTo>
                    <a:cubicBezTo>
                      <a:pt x="55" y="104"/>
                      <a:pt x="55" y="104"/>
                      <a:pt x="55" y="104"/>
                    </a:cubicBezTo>
                    <a:cubicBezTo>
                      <a:pt x="57" y="104"/>
                      <a:pt x="58" y="104"/>
                      <a:pt x="59" y="105"/>
                    </a:cubicBezTo>
                    <a:cubicBezTo>
                      <a:pt x="59" y="105"/>
                      <a:pt x="60" y="105"/>
                      <a:pt x="61" y="106"/>
                    </a:cubicBezTo>
                    <a:cubicBezTo>
                      <a:pt x="61" y="107"/>
                      <a:pt x="61" y="108"/>
                      <a:pt x="61" y="109"/>
                    </a:cubicBezTo>
                    <a:cubicBezTo>
                      <a:pt x="61" y="109"/>
                      <a:pt x="61" y="110"/>
                      <a:pt x="61" y="111"/>
                    </a:cubicBezTo>
                    <a:cubicBezTo>
                      <a:pt x="60" y="111"/>
                      <a:pt x="60" y="112"/>
                      <a:pt x="59" y="112"/>
                    </a:cubicBezTo>
                    <a:cubicBezTo>
                      <a:pt x="59" y="112"/>
                      <a:pt x="58" y="113"/>
                      <a:pt x="57" y="113"/>
                    </a:cubicBezTo>
                    <a:cubicBezTo>
                      <a:pt x="58" y="113"/>
                      <a:pt x="58" y="113"/>
                      <a:pt x="59" y="113"/>
                    </a:cubicBezTo>
                    <a:cubicBezTo>
                      <a:pt x="59" y="114"/>
                      <a:pt x="59" y="114"/>
                      <a:pt x="59" y="114"/>
                    </a:cubicBezTo>
                    <a:cubicBezTo>
                      <a:pt x="60" y="115"/>
                      <a:pt x="60" y="115"/>
                      <a:pt x="60" y="115"/>
                    </a:cubicBezTo>
                    <a:lnTo>
                      <a:pt x="62" y="118"/>
                    </a:lnTo>
                    <a:close/>
                    <a:moveTo>
                      <a:pt x="56" y="109"/>
                    </a:moveTo>
                    <a:cubicBezTo>
                      <a:pt x="56" y="108"/>
                      <a:pt x="56" y="108"/>
                      <a:pt x="56" y="108"/>
                    </a:cubicBezTo>
                    <a:cubicBezTo>
                      <a:pt x="56" y="108"/>
                      <a:pt x="55" y="107"/>
                      <a:pt x="54" y="107"/>
                    </a:cubicBezTo>
                    <a:cubicBezTo>
                      <a:pt x="52" y="107"/>
                      <a:pt x="52" y="107"/>
                      <a:pt x="52" y="107"/>
                    </a:cubicBezTo>
                    <a:cubicBezTo>
                      <a:pt x="52" y="110"/>
                      <a:pt x="52" y="110"/>
                      <a:pt x="52" y="110"/>
                    </a:cubicBezTo>
                    <a:cubicBezTo>
                      <a:pt x="54" y="110"/>
                      <a:pt x="54" y="110"/>
                      <a:pt x="54" y="110"/>
                    </a:cubicBezTo>
                    <a:cubicBezTo>
                      <a:pt x="54" y="110"/>
                      <a:pt x="55" y="110"/>
                      <a:pt x="55" y="110"/>
                    </a:cubicBezTo>
                    <a:cubicBezTo>
                      <a:pt x="56" y="110"/>
                      <a:pt x="56" y="110"/>
                      <a:pt x="56" y="110"/>
                    </a:cubicBezTo>
                    <a:cubicBezTo>
                      <a:pt x="56" y="110"/>
                      <a:pt x="56" y="109"/>
                      <a:pt x="56" y="109"/>
                    </a:cubicBezTo>
                    <a:close/>
                    <a:moveTo>
                      <a:pt x="73" y="116"/>
                    </a:moveTo>
                    <a:cubicBezTo>
                      <a:pt x="72" y="116"/>
                      <a:pt x="72" y="116"/>
                      <a:pt x="71" y="116"/>
                    </a:cubicBezTo>
                    <a:cubicBezTo>
                      <a:pt x="70" y="116"/>
                      <a:pt x="69" y="116"/>
                      <a:pt x="69" y="115"/>
                    </a:cubicBezTo>
                    <a:cubicBezTo>
                      <a:pt x="68" y="115"/>
                      <a:pt x="68" y="114"/>
                      <a:pt x="68" y="112"/>
                    </a:cubicBezTo>
                    <a:cubicBezTo>
                      <a:pt x="68" y="111"/>
                      <a:pt x="68" y="109"/>
                      <a:pt x="68" y="109"/>
                    </a:cubicBezTo>
                    <a:cubicBezTo>
                      <a:pt x="69" y="108"/>
                      <a:pt x="70" y="108"/>
                      <a:pt x="71" y="108"/>
                    </a:cubicBezTo>
                    <a:cubicBezTo>
                      <a:pt x="71" y="108"/>
                      <a:pt x="72" y="108"/>
                      <a:pt x="72" y="108"/>
                    </a:cubicBezTo>
                    <a:cubicBezTo>
                      <a:pt x="73" y="108"/>
                      <a:pt x="73" y="108"/>
                      <a:pt x="73" y="109"/>
                    </a:cubicBezTo>
                    <a:cubicBezTo>
                      <a:pt x="73" y="109"/>
                      <a:pt x="74" y="109"/>
                      <a:pt x="74" y="110"/>
                    </a:cubicBezTo>
                    <a:cubicBezTo>
                      <a:pt x="78" y="109"/>
                      <a:pt x="78" y="109"/>
                      <a:pt x="78" y="109"/>
                    </a:cubicBezTo>
                    <a:cubicBezTo>
                      <a:pt x="77" y="107"/>
                      <a:pt x="77" y="106"/>
                      <a:pt x="75" y="105"/>
                    </a:cubicBezTo>
                    <a:cubicBezTo>
                      <a:pt x="74" y="104"/>
                      <a:pt x="73" y="104"/>
                      <a:pt x="71" y="104"/>
                    </a:cubicBezTo>
                    <a:cubicBezTo>
                      <a:pt x="68" y="104"/>
                      <a:pt x="66" y="105"/>
                      <a:pt x="65" y="106"/>
                    </a:cubicBezTo>
                    <a:cubicBezTo>
                      <a:pt x="64" y="107"/>
                      <a:pt x="63" y="109"/>
                      <a:pt x="63" y="112"/>
                    </a:cubicBezTo>
                    <a:cubicBezTo>
                      <a:pt x="63" y="114"/>
                      <a:pt x="63" y="115"/>
                      <a:pt x="64" y="117"/>
                    </a:cubicBezTo>
                    <a:cubicBezTo>
                      <a:pt x="64" y="117"/>
                      <a:pt x="65" y="117"/>
                      <a:pt x="65" y="118"/>
                    </a:cubicBezTo>
                    <a:cubicBezTo>
                      <a:pt x="66" y="118"/>
                      <a:pt x="66" y="119"/>
                      <a:pt x="67" y="119"/>
                    </a:cubicBezTo>
                    <a:cubicBezTo>
                      <a:pt x="68" y="120"/>
                      <a:pt x="69" y="120"/>
                      <a:pt x="71" y="120"/>
                    </a:cubicBezTo>
                    <a:cubicBezTo>
                      <a:pt x="72" y="120"/>
                      <a:pt x="74" y="120"/>
                      <a:pt x="74" y="119"/>
                    </a:cubicBezTo>
                    <a:cubicBezTo>
                      <a:pt x="75" y="119"/>
                      <a:pt x="76" y="118"/>
                      <a:pt x="76" y="118"/>
                    </a:cubicBezTo>
                    <a:cubicBezTo>
                      <a:pt x="77" y="118"/>
                      <a:pt x="77" y="118"/>
                      <a:pt x="77" y="118"/>
                    </a:cubicBezTo>
                    <a:cubicBezTo>
                      <a:pt x="77" y="117"/>
                      <a:pt x="78" y="116"/>
                      <a:pt x="78" y="115"/>
                    </a:cubicBezTo>
                    <a:cubicBezTo>
                      <a:pt x="74" y="113"/>
                      <a:pt x="74" y="113"/>
                      <a:pt x="74" y="113"/>
                    </a:cubicBezTo>
                    <a:cubicBezTo>
                      <a:pt x="74" y="114"/>
                      <a:pt x="73" y="115"/>
                      <a:pt x="73" y="116"/>
                    </a:cubicBezTo>
                    <a:close/>
                    <a:moveTo>
                      <a:pt x="94" y="106"/>
                    </a:moveTo>
                    <a:cubicBezTo>
                      <a:pt x="95" y="107"/>
                      <a:pt x="96" y="109"/>
                      <a:pt x="96" y="112"/>
                    </a:cubicBezTo>
                    <a:cubicBezTo>
                      <a:pt x="96" y="114"/>
                      <a:pt x="95" y="115"/>
                      <a:pt x="95" y="116"/>
                    </a:cubicBezTo>
                    <a:cubicBezTo>
                      <a:pt x="94" y="117"/>
                      <a:pt x="94" y="117"/>
                      <a:pt x="94" y="118"/>
                    </a:cubicBezTo>
                    <a:cubicBezTo>
                      <a:pt x="93" y="118"/>
                      <a:pt x="93" y="119"/>
                      <a:pt x="92" y="119"/>
                    </a:cubicBezTo>
                    <a:cubicBezTo>
                      <a:pt x="91" y="120"/>
                      <a:pt x="90" y="120"/>
                      <a:pt x="88" y="120"/>
                    </a:cubicBezTo>
                    <a:cubicBezTo>
                      <a:pt x="86" y="120"/>
                      <a:pt x="85" y="120"/>
                      <a:pt x="84" y="119"/>
                    </a:cubicBezTo>
                    <a:cubicBezTo>
                      <a:pt x="83" y="119"/>
                      <a:pt x="82" y="118"/>
                      <a:pt x="82" y="118"/>
                    </a:cubicBezTo>
                    <a:cubicBezTo>
                      <a:pt x="81" y="117"/>
                      <a:pt x="81" y="117"/>
                      <a:pt x="81" y="116"/>
                    </a:cubicBezTo>
                    <a:cubicBezTo>
                      <a:pt x="80" y="115"/>
                      <a:pt x="80" y="114"/>
                      <a:pt x="80" y="112"/>
                    </a:cubicBezTo>
                    <a:cubicBezTo>
                      <a:pt x="80" y="109"/>
                      <a:pt x="80" y="107"/>
                      <a:pt x="82" y="106"/>
                    </a:cubicBezTo>
                    <a:cubicBezTo>
                      <a:pt x="83" y="105"/>
                      <a:pt x="85" y="104"/>
                      <a:pt x="88" y="104"/>
                    </a:cubicBezTo>
                    <a:cubicBezTo>
                      <a:pt x="90" y="104"/>
                      <a:pt x="92" y="105"/>
                      <a:pt x="94" y="106"/>
                    </a:cubicBezTo>
                    <a:close/>
                    <a:moveTo>
                      <a:pt x="91" y="112"/>
                    </a:moveTo>
                    <a:cubicBezTo>
                      <a:pt x="91" y="110"/>
                      <a:pt x="91" y="109"/>
                      <a:pt x="90" y="109"/>
                    </a:cubicBezTo>
                    <a:cubicBezTo>
                      <a:pt x="89" y="108"/>
                      <a:pt x="89" y="108"/>
                      <a:pt x="88" y="108"/>
                    </a:cubicBezTo>
                    <a:cubicBezTo>
                      <a:pt x="87" y="108"/>
                      <a:pt x="86" y="108"/>
                      <a:pt x="85" y="109"/>
                    </a:cubicBezTo>
                    <a:cubicBezTo>
                      <a:pt x="85" y="109"/>
                      <a:pt x="84" y="110"/>
                      <a:pt x="84" y="112"/>
                    </a:cubicBezTo>
                    <a:cubicBezTo>
                      <a:pt x="84" y="114"/>
                      <a:pt x="85" y="115"/>
                      <a:pt x="85" y="115"/>
                    </a:cubicBezTo>
                    <a:cubicBezTo>
                      <a:pt x="86" y="116"/>
                      <a:pt x="87" y="116"/>
                      <a:pt x="88" y="116"/>
                    </a:cubicBezTo>
                    <a:cubicBezTo>
                      <a:pt x="89" y="116"/>
                      <a:pt x="89" y="116"/>
                      <a:pt x="90" y="115"/>
                    </a:cubicBezTo>
                    <a:cubicBezTo>
                      <a:pt x="91" y="115"/>
                      <a:pt x="91" y="113"/>
                      <a:pt x="91" y="112"/>
                    </a:cubicBezTo>
                    <a:close/>
                    <a:moveTo>
                      <a:pt x="112" y="109"/>
                    </a:moveTo>
                    <a:cubicBezTo>
                      <a:pt x="112" y="110"/>
                      <a:pt x="112" y="111"/>
                      <a:pt x="112" y="112"/>
                    </a:cubicBezTo>
                    <a:cubicBezTo>
                      <a:pt x="112" y="114"/>
                      <a:pt x="112" y="115"/>
                      <a:pt x="112" y="116"/>
                    </a:cubicBezTo>
                    <a:cubicBezTo>
                      <a:pt x="112" y="117"/>
                      <a:pt x="111" y="117"/>
                      <a:pt x="110" y="118"/>
                    </a:cubicBezTo>
                    <a:cubicBezTo>
                      <a:pt x="110" y="118"/>
                      <a:pt x="110" y="118"/>
                      <a:pt x="110" y="118"/>
                    </a:cubicBezTo>
                    <a:cubicBezTo>
                      <a:pt x="110" y="119"/>
                      <a:pt x="109" y="119"/>
                      <a:pt x="108" y="119"/>
                    </a:cubicBezTo>
                    <a:cubicBezTo>
                      <a:pt x="107" y="119"/>
                      <a:pt x="106" y="120"/>
                      <a:pt x="105" y="120"/>
                    </a:cubicBezTo>
                    <a:cubicBezTo>
                      <a:pt x="98" y="120"/>
                      <a:pt x="98" y="120"/>
                      <a:pt x="98" y="120"/>
                    </a:cubicBezTo>
                    <a:cubicBezTo>
                      <a:pt x="98" y="118"/>
                      <a:pt x="98" y="118"/>
                      <a:pt x="98" y="118"/>
                    </a:cubicBezTo>
                    <a:cubicBezTo>
                      <a:pt x="98" y="104"/>
                      <a:pt x="98" y="104"/>
                      <a:pt x="98" y="104"/>
                    </a:cubicBezTo>
                    <a:cubicBezTo>
                      <a:pt x="105" y="104"/>
                      <a:pt x="105" y="104"/>
                      <a:pt x="105" y="104"/>
                    </a:cubicBezTo>
                    <a:cubicBezTo>
                      <a:pt x="107" y="104"/>
                      <a:pt x="108" y="104"/>
                      <a:pt x="109" y="105"/>
                    </a:cubicBezTo>
                    <a:cubicBezTo>
                      <a:pt x="110" y="105"/>
                      <a:pt x="110" y="106"/>
                      <a:pt x="111" y="106"/>
                    </a:cubicBezTo>
                    <a:cubicBezTo>
                      <a:pt x="111" y="107"/>
                      <a:pt x="112" y="108"/>
                      <a:pt x="112" y="109"/>
                    </a:cubicBezTo>
                    <a:close/>
                    <a:moveTo>
                      <a:pt x="108" y="112"/>
                    </a:moveTo>
                    <a:cubicBezTo>
                      <a:pt x="108" y="110"/>
                      <a:pt x="107" y="109"/>
                      <a:pt x="107" y="109"/>
                    </a:cubicBezTo>
                    <a:cubicBezTo>
                      <a:pt x="106" y="108"/>
                      <a:pt x="105" y="108"/>
                      <a:pt x="104" y="108"/>
                    </a:cubicBezTo>
                    <a:cubicBezTo>
                      <a:pt x="103" y="108"/>
                      <a:pt x="103" y="108"/>
                      <a:pt x="103" y="108"/>
                    </a:cubicBezTo>
                    <a:cubicBezTo>
                      <a:pt x="103" y="116"/>
                      <a:pt x="103" y="116"/>
                      <a:pt x="103" y="116"/>
                    </a:cubicBezTo>
                    <a:cubicBezTo>
                      <a:pt x="104" y="116"/>
                      <a:pt x="104" y="116"/>
                      <a:pt x="104" y="116"/>
                    </a:cubicBezTo>
                    <a:cubicBezTo>
                      <a:pt x="105" y="116"/>
                      <a:pt x="106" y="116"/>
                      <a:pt x="106" y="116"/>
                    </a:cubicBezTo>
                    <a:cubicBezTo>
                      <a:pt x="107" y="116"/>
                      <a:pt x="107" y="115"/>
                      <a:pt x="107" y="115"/>
                    </a:cubicBezTo>
                    <a:cubicBezTo>
                      <a:pt x="108" y="114"/>
                      <a:pt x="108" y="113"/>
                      <a:pt x="108" y="112"/>
                    </a:cubicBezTo>
                    <a:close/>
                    <a:moveTo>
                      <a:pt x="120" y="113"/>
                    </a:moveTo>
                    <a:cubicBezTo>
                      <a:pt x="127" y="113"/>
                      <a:pt x="127" y="113"/>
                      <a:pt x="127" y="113"/>
                    </a:cubicBezTo>
                    <a:cubicBezTo>
                      <a:pt x="127" y="110"/>
                      <a:pt x="127" y="110"/>
                      <a:pt x="127" y="110"/>
                    </a:cubicBezTo>
                    <a:cubicBezTo>
                      <a:pt x="120" y="110"/>
                      <a:pt x="120" y="110"/>
                      <a:pt x="120" y="110"/>
                    </a:cubicBezTo>
                    <a:cubicBezTo>
                      <a:pt x="120" y="108"/>
                      <a:pt x="120" y="108"/>
                      <a:pt x="120" y="108"/>
                    </a:cubicBezTo>
                    <a:cubicBezTo>
                      <a:pt x="128" y="108"/>
                      <a:pt x="128" y="108"/>
                      <a:pt x="128" y="108"/>
                    </a:cubicBezTo>
                    <a:cubicBezTo>
                      <a:pt x="128" y="104"/>
                      <a:pt x="128" y="104"/>
                      <a:pt x="128" y="104"/>
                    </a:cubicBezTo>
                    <a:cubicBezTo>
                      <a:pt x="115" y="104"/>
                      <a:pt x="115" y="104"/>
                      <a:pt x="115" y="104"/>
                    </a:cubicBezTo>
                    <a:cubicBezTo>
                      <a:pt x="115" y="118"/>
                      <a:pt x="115" y="118"/>
                      <a:pt x="115" y="118"/>
                    </a:cubicBezTo>
                    <a:cubicBezTo>
                      <a:pt x="115" y="120"/>
                      <a:pt x="115" y="120"/>
                      <a:pt x="115" y="120"/>
                    </a:cubicBezTo>
                    <a:cubicBezTo>
                      <a:pt x="128" y="120"/>
                      <a:pt x="128" y="120"/>
                      <a:pt x="128" y="120"/>
                    </a:cubicBezTo>
                    <a:cubicBezTo>
                      <a:pt x="128" y="118"/>
                      <a:pt x="128" y="118"/>
                      <a:pt x="128" y="118"/>
                    </a:cubicBezTo>
                    <a:cubicBezTo>
                      <a:pt x="128" y="116"/>
                      <a:pt x="128" y="116"/>
                      <a:pt x="128" y="116"/>
                    </a:cubicBezTo>
                    <a:cubicBezTo>
                      <a:pt x="120" y="116"/>
                      <a:pt x="120" y="116"/>
                      <a:pt x="120" y="116"/>
                    </a:cubicBezTo>
                    <a:lnTo>
                      <a:pt x="120" y="113"/>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27" name="Freeform 9"/>
              <p:cNvSpPr>
                <a:spLocks noEditPoints="1"/>
              </p:cNvSpPr>
              <p:nvPr/>
            </p:nvSpPr>
            <p:spPr bwMode="auto">
              <a:xfrm>
                <a:off x="9203" y="4016"/>
                <a:ext cx="797" cy="832"/>
              </a:xfrm>
              <a:custGeom>
                <a:avLst/>
                <a:gdLst>
                  <a:gd name="T0" fmla="*/ 86 w 134"/>
                  <a:gd name="T1" fmla="*/ 115 h 140"/>
                  <a:gd name="T2" fmla="*/ 82 w 134"/>
                  <a:gd name="T3" fmla="*/ 118 h 140"/>
                  <a:gd name="T4" fmla="*/ 10 w 134"/>
                  <a:gd name="T5" fmla="*/ 115 h 140"/>
                  <a:gd name="T6" fmla="*/ 14 w 134"/>
                  <a:gd name="T7" fmla="*/ 11 h 140"/>
                  <a:gd name="T8" fmla="*/ 86 w 134"/>
                  <a:gd name="T9" fmla="*/ 15 h 140"/>
                  <a:gd name="T10" fmla="*/ 96 w 134"/>
                  <a:gd name="T11" fmla="*/ 16 h 140"/>
                  <a:gd name="T12" fmla="*/ 82 w 134"/>
                  <a:gd name="T13" fmla="*/ 0 h 140"/>
                  <a:gd name="T14" fmla="*/ 0 w 134"/>
                  <a:gd name="T15" fmla="*/ 14 h 140"/>
                  <a:gd name="T16" fmla="*/ 14 w 134"/>
                  <a:gd name="T17" fmla="*/ 140 h 140"/>
                  <a:gd name="T18" fmla="*/ 96 w 134"/>
                  <a:gd name="T19" fmla="*/ 126 h 140"/>
                  <a:gd name="T20" fmla="*/ 96 w 134"/>
                  <a:gd name="T21" fmla="*/ 125 h 140"/>
                  <a:gd name="T22" fmla="*/ 86 w 134"/>
                  <a:gd name="T23" fmla="*/ 87 h 140"/>
                  <a:gd name="T24" fmla="*/ 55 w 134"/>
                  <a:gd name="T25" fmla="*/ 4 h 140"/>
                  <a:gd name="T26" fmla="*/ 55 w 134"/>
                  <a:gd name="T27" fmla="*/ 7 h 140"/>
                  <a:gd name="T28" fmla="*/ 40 w 134"/>
                  <a:gd name="T29" fmla="*/ 5 h 140"/>
                  <a:gd name="T30" fmla="*/ 48 w 134"/>
                  <a:gd name="T31" fmla="*/ 135 h 140"/>
                  <a:gd name="T32" fmla="*/ 48 w 134"/>
                  <a:gd name="T33" fmla="*/ 123 h 140"/>
                  <a:gd name="T34" fmla="*/ 48 w 134"/>
                  <a:gd name="T35" fmla="*/ 135 h 140"/>
                  <a:gd name="T36" fmla="*/ 96 w 134"/>
                  <a:gd name="T37" fmla="*/ 22 h 140"/>
                  <a:gd name="T38" fmla="*/ 62 w 134"/>
                  <a:gd name="T39" fmla="*/ 22 h 140"/>
                  <a:gd name="T40" fmla="*/ 51 w 134"/>
                  <a:gd name="T41" fmla="*/ 70 h 140"/>
                  <a:gd name="T42" fmla="*/ 66 w 134"/>
                  <a:gd name="T43" fmla="*/ 81 h 140"/>
                  <a:gd name="T44" fmla="*/ 83 w 134"/>
                  <a:gd name="T45" fmla="*/ 81 h 140"/>
                  <a:gd name="T46" fmla="*/ 96 w 134"/>
                  <a:gd name="T47" fmla="*/ 81 h 140"/>
                  <a:gd name="T48" fmla="*/ 134 w 134"/>
                  <a:gd name="T49" fmla="*/ 70 h 140"/>
                  <a:gd name="T50" fmla="*/ 124 w 134"/>
                  <a:gd name="T51" fmla="*/ 22 h 140"/>
                  <a:gd name="T52" fmla="*/ 124 w 134"/>
                  <a:gd name="T53" fmla="*/ 74 h 140"/>
                  <a:gd name="T54" fmla="*/ 86 w 134"/>
                  <a:gd name="T55" fmla="*/ 74 h 140"/>
                  <a:gd name="T56" fmla="*/ 58 w 134"/>
                  <a:gd name="T57" fmla="*/ 70 h 140"/>
                  <a:gd name="T58" fmla="*/ 62 w 134"/>
                  <a:gd name="T59" fmla="*/ 29 h 140"/>
                  <a:gd name="T60" fmla="*/ 96 w 134"/>
                  <a:gd name="T61" fmla="*/ 29 h 140"/>
                  <a:gd name="T62" fmla="*/ 127 w 134"/>
                  <a:gd name="T63" fmla="*/ 33 h 140"/>
                  <a:gd name="T64" fmla="*/ 82 w 134"/>
                  <a:gd name="T65" fmla="*/ 37 h 140"/>
                  <a:gd name="T66" fmla="*/ 109 w 134"/>
                  <a:gd name="T67" fmla="*/ 56 h 140"/>
                  <a:gd name="T68" fmla="*/ 88 w 134"/>
                  <a:gd name="T69" fmla="*/ 62 h 140"/>
                  <a:gd name="T70" fmla="*/ 101 w 134"/>
                  <a:gd name="T71" fmla="*/ 64 h 140"/>
                  <a:gd name="T72" fmla="*/ 109 w 134"/>
                  <a:gd name="T73" fmla="*/ 65 h 140"/>
                  <a:gd name="T74" fmla="*/ 102 w 134"/>
                  <a:gd name="T75" fmla="*/ 66 h 140"/>
                  <a:gd name="T76" fmla="*/ 86 w 134"/>
                  <a:gd name="T77" fmla="*/ 69 h 140"/>
                  <a:gd name="T78" fmla="*/ 86 w 134"/>
                  <a:gd name="T79" fmla="*/ 61 h 140"/>
                  <a:gd name="T80" fmla="*/ 87 w 134"/>
                  <a:gd name="T81" fmla="*/ 57 h 140"/>
                  <a:gd name="T82" fmla="*/ 81 w 134"/>
                  <a:gd name="T83" fmla="*/ 39 h 140"/>
                  <a:gd name="T84" fmla="*/ 78 w 134"/>
                  <a:gd name="T85" fmla="*/ 37 h 140"/>
                  <a:gd name="T86" fmla="*/ 78 w 134"/>
                  <a:gd name="T87" fmla="*/ 33 h 140"/>
                  <a:gd name="T88" fmla="*/ 80 w 134"/>
                  <a:gd name="T89" fmla="*/ 3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4" h="140">
                    <a:moveTo>
                      <a:pt x="86" y="87"/>
                    </a:moveTo>
                    <a:cubicBezTo>
                      <a:pt x="86" y="115"/>
                      <a:pt x="86" y="115"/>
                      <a:pt x="86" y="115"/>
                    </a:cubicBezTo>
                    <a:cubicBezTo>
                      <a:pt x="86" y="115"/>
                      <a:pt x="86" y="115"/>
                      <a:pt x="86" y="115"/>
                    </a:cubicBezTo>
                    <a:cubicBezTo>
                      <a:pt x="86" y="117"/>
                      <a:pt x="84" y="118"/>
                      <a:pt x="82" y="118"/>
                    </a:cubicBezTo>
                    <a:cubicBezTo>
                      <a:pt x="14" y="118"/>
                      <a:pt x="14" y="118"/>
                      <a:pt x="14" y="118"/>
                    </a:cubicBezTo>
                    <a:cubicBezTo>
                      <a:pt x="12" y="118"/>
                      <a:pt x="10" y="117"/>
                      <a:pt x="10" y="115"/>
                    </a:cubicBezTo>
                    <a:cubicBezTo>
                      <a:pt x="10" y="15"/>
                      <a:pt x="10" y="15"/>
                      <a:pt x="10" y="15"/>
                    </a:cubicBezTo>
                    <a:cubicBezTo>
                      <a:pt x="10" y="13"/>
                      <a:pt x="12" y="11"/>
                      <a:pt x="14" y="11"/>
                    </a:cubicBezTo>
                    <a:cubicBezTo>
                      <a:pt x="82" y="11"/>
                      <a:pt x="82" y="11"/>
                      <a:pt x="82" y="11"/>
                    </a:cubicBezTo>
                    <a:cubicBezTo>
                      <a:pt x="84" y="11"/>
                      <a:pt x="86" y="13"/>
                      <a:pt x="86" y="15"/>
                    </a:cubicBezTo>
                    <a:cubicBezTo>
                      <a:pt x="86" y="16"/>
                      <a:pt x="86" y="16"/>
                      <a:pt x="86" y="16"/>
                    </a:cubicBezTo>
                    <a:cubicBezTo>
                      <a:pt x="96" y="16"/>
                      <a:pt x="96" y="16"/>
                      <a:pt x="96" y="16"/>
                    </a:cubicBezTo>
                    <a:cubicBezTo>
                      <a:pt x="96" y="14"/>
                      <a:pt x="96" y="14"/>
                      <a:pt x="96" y="14"/>
                    </a:cubicBezTo>
                    <a:cubicBezTo>
                      <a:pt x="96" y="6"/>
                      <a:pt x="90" y="0"/>
                      <a:pt x="82" y="0"/>
                    </a:cubicBezTo>
                    <a:cubicBezTo>
                      <a:pt x="14" y="0"/>
                      <a:pt x="14" y="0"/>
                      <a:pt x="14" y="0"/>
                    </a:cubicBezTo>
                    <a:cubicBezTo>
                      <a:pt x="6" y="0"/>
                      <a:pt x="0" y="6"/>
                      <a:pt x="0" y="14"/>
                    </a:cubicBezTo>
                    <a:cubicBezTo>
                      <a:pt x="0" y="126"/>
                      <a:pt x="0" y="126"/>
                      <a:pt x="0" y="126"/>
                    </a:cubicBezTo>
                    <a:cubicBezTo>
                      <a:pt x="0" y="134"/>
                      <a:pt x="6" y="140"/>
                      <a:pt x="14" y="140"/>
                    </a:cubicBezTo>
                    <a:cubicBezTo>
                      <a:pt x="82" y="140"/>
                      <a:pt x="82" y="140"/>
                      <a:pt x="82" y="140"/>
                    </a:cubicBezTo>
                    <a:cubicBezTo>
                      <a:pt x="90" y="140"/>
                      <a:pt x="96" y="134"/>
                      <a:pt x="96" y="126"/>
                    </a:cubicBezTo>
                    <a:cubicBezTo>
                      <a:pt x="96" y="126"/>
                      <a:pt x="96" y="126"/>
                      <a:pt x="96" y="126"/>
                    </a:cubicBezTo>
                    <a:cubicBezTo>
                      <a:pt x="96" y="125"/>
                      <a:pt x="96" y="125"/>
                      <a:pt x="96" y="125"/>
                    </a:cubicBezTo>
                    <a:cubicBezTo>
                      <a:pt x="96" y="87"/>
                      <a:pt x="96" y="87"/>
                      <a:pt x="96" y="87"/>
                    </a:cubicBezTo>
                    <a:cubicBezTo>
                      <a:pt x="86" y="87"/>
                      <a:pt x="86" y="87"/>
                      <a:pt x="86" y="87"/>
                    </a:cubicBezTo>
                    <a:close/>
                    <a:moveTo>
                      <a:pt x="42" y="4"/>
                    </a:moveTo>
                    <a:cubicBezTo>
                      <a:pt x="55" y="4"/>
                      <a:pt x="55" y="4"/>
                      <a:pt x="55" y="4"/>
                    </a:cubicBezTo>
                    <a:cubicBezTo>
                      <a:pt x="55" y="4"/>
                      <a:pt x="56" y="4"/>
                      <a:pt x="56" y="5"/>
                    </a:cubicBezTo>
                    <a:cubicBezTo>
                      <a:pt x="56" y="6"/>
                      <a:pt x="55" y="7"/>
                      <a:pt x="55" y="7"/>
                    </a:cubicBezTo>
                    <a:cubicBezTo>
                      <a:pt x="42" y="7"/>
                      <a:pt x="42" y="7"/>
                      <a:pt x="42" y="7"/>
                    </a:cubicBezTo>
                    <a:cubicBezTo>
                      <a:pt x="41" y="7"/>
                      <a:pt x="40" y="6"/>
                      <a:pt x="40" y="5"/>
                    </a:cubicBezTo>
                    <a:cubicBezTo>
                      <a:pt x="40" y="4"/>
                      <a:pt x="41" y="4"/>
                      <a:pt x="42" y="4"/>
                    </a:cubicBezTo>
                    <a:close/>
                    <a:moveTo>
                      <a:pt x="48" y="135"/>
                    </a:moveTo>
                    <a:cubicBezTo>
                      <a:pt x="45" y="135"/>
                      <a:pt x="42" y="133"/>
                      <a:pt x="42" y="129"/>
                    </a:cubicBezTo>
                    <a:cubicBezTo>
                      <a:pt x="42" y="125"/>
                      <a:pt x="45" y="123"/>
                      <a:pt x="48" y="123"/>
                    </a:cubicBezTo>
                    <a:cubicBezTo>
                      <a:pt x="52" y="123"/>
                      <a:pt x="54" y="125"/>
                      <a:pt x="54" y="129"/>
                    </a:cubicBezTo>
                    <a:cubicBezTo>
                      <a:pt x="54" y="133"/>
                      <a:pt x="52" y="135"/>
                      <a:pt x="48" y="135"/>
                    </a:cubicBezTo>
                    <a:close/>
                    <a:moveTo>
                      <a:pt x="124" y="22"/>
                    </a:moveTo>
                    <a:cubicBezTo>
                      <a:pt x="96" y="22"/>
                      <a:pt x="96" y="22"/>
                      <a:pt x="96" y="22"/>
                    </a:cubicBezTo>
                    <a:cubicBezTo>
                      <a:pt x="86" y="22"/>
                      <a:pt x="86" y="22"/>
                      <a:pt x="86" y="22"/>
                    </a:cubicBezTo>
                    <a:cubicBezTo>
                      <a:pt x="62" y="22"/>
                      <a:pt x="62" y="22"/>
                      <a:pt x="62" y="22"/>
                    </a:cubicBezTo>
                    <a:cubicBezTo>
                      <a:pt x="56" y="22"/>
                      <a:pt x="51" y="27"/>
                      <a:pt x="51" y="33"/>
                    </a:cubicBezTo>
                    <a:cubicBezTo>
                      <a:pt x="51" y="70"/>
                      <a:pt x="51" y="70"/>
                      <a:pt x="51" y="70"/>
                    </a:cubicBezTo>
                    <a:cubicBezTo>
                      <a:pt x="51" y="76"/>
                      <a:pt x="56" y="81"/>
                      <a:pt x="62" y="81"/>
                    </a:cubicBezTo>
                    <a:cubicBezTo>
                      <a:pt x="66" y="81"/>
                      <a:pt x="66" y="81"/>
                      <a:pt x="66" y="81"/>
                    </a:cubicBezTo>
                    <a:cubicBezTo>
                      <a:pt x="66" y="102"/>
                      <a:pt x="66" y="102"/>
                      <a:pt x="66" y="102"/>
                    </a:cubicBezTo>
                    <a:cubicBezTo>
                      <a:pt x="83" y="81"/>
                      <a:pt x="83" y="81"/>
                      <a:pt x="83" y="81"/>
                    </a:cubicBezTo>
                    <a:cubicBezTo>
                      <a:pt x="86" y="81"/>
                      <a:pt x="86" y="81"/>
                      <a:pt x="86" y="81"/>
                    </a:cubicBezTo>
                    <a:cubicBezTo>
                      <a:pt x="96" y="81"/>
                      <a:pt x="96" y="81"/>
                      <a:pt x="96" y="81"/>
                    </a:cubicBezTo>
                    <a:cubicBezTo>
                      <a:pt x="124" y="81"/>
                      <a:pt x="124" y="81"/>
                      <a:pt x="124" y="81"/>
                    </a:cubicBezTo>
                    <a:cubicBezTo>
                      <a:pt x="129" y="81"/>
                      <a:pt x="134" y="76"/>
                      <a:pt x="134" y="70"/>
                    </a:cubicBezTo>
                    <a:cubicBezTo>
                      <a:pt x="134" y="33"/>
                      <a:pt x="134" y="33"/>
                      <a:pt x="134" y="33"/>
                    </a:cubicBezTo>
                    <a:cubicBezTo>
                      <a:pt x="134" y="27"/>
                      <a:pt x="129" y="22"/>
                      <a:pt x="124" y="22"/>
                    </a:cubicBezTo>
                    <a:close/>
                    <a:moveTo>
                      <a:pt x="127" y="70"/>
                    </a:moveTo>
                    <a:cubicBezTo>
                      <a:pt x="127" y="72"/>
                      <a:pt x="126" y="74"/>
                      <a:pt x="124" y="74"/>
                    </a:cubicBezTo>
                    <a:cubicBezTo>
                      <a:pt x="96" y="74"/>
                      <a:pt x="96" y="74"/>
                      <a:pt x="96" y="74"/>
                    </a:cubicBezTo>
                    <a:cubicBezTo>
                      <a:pt x="86" y="74"/>
                      <a:pt x="86" y="74"/>
                      <a:pt x="86" y="74"/>
                    </a:cubicBezTo>
                    <a:cubicBezTo>
                      <a:pt x="62" y="74"/>
                      <a:pt x="62" y="74"/>
                      <a:pt x="62" y="74"/>
                    </a:cubicBezTo>
                    <a:cubicBezTo>
                      <a:pt x="60" y="74"/>
                      <a:pt x="58" y="72"/>
                      <a:pt x="58" y="70"/>
                    </a:cubicBezTo>
                    <a:cubicBezTo>
                      <a:pt x="58" y="33"/>
                      <a:pt x="58" y="33"/>
                      <a:pt x="58" y="33"/>
                    </a:cubicBezTo>
                    <a:cubicBezTo>
                      <a:pt x="58" y="30"/>
                      <a:pt x="60" y="29"/>
                      <a:pt x="62" y="29"/>
                    </a:cubicBezTo>
                    <a:cubicBezTo>
                      <a:pt x="86" y="29"/>
                      <a:pt x="86" y="29"/>
                      <a:pt x="86" y="29"/>
                    </a:cubicBezTo>
                    <a:cubicBezTo>
                      <a:pt x="96" y="29"/>
                      <a:pt x="96" y="29"/>
                      <a:pt x="96" y="29"/>
                    </a:cubicBezTo>
                    <a:cubicBezTo>
                      <a:pt x="124" y="29"/>
                      <a:pt x="124" y="29"/>
                      <a:pt x="124" y="29"/>
                    </a:cubicBezTo>
                    <a:cubicBezTo>
                      <a:pt x="126" y="29"/>
                      <a:pt x="127" y="30"/>
                      <a:pt x="127" y="33"/>
                    </a:cubicBezTo>
                    <a:lnTo>
                      <a:pt x="127" y="70"/>
                    </a:lnTo>
                    <a:close/>
                    <a:moveTo>
                      <a:pt x="82" y="37"/>
                    </a:moveTo>
                    <a:cubicBezTo>
                      <a:pt x="112" y="41"/>
                      <a:pt x="112" y="41"/>
                      <a:pt x="112" y="41"/>
                    </a:cubicBezTo>
                    <a:cubicBezTo>
                      <a:pt x="109" y="56"/>
                      <a:pt x="109" y="56"/>
                      <a:pt x="109" y="56"/>
                    </a:cubicBezTo>
                    <a:cubicBezTo>
                      <a:pt x="90" y="57"/>
                      <a:pt x="90" y="57"/>
                      <a:pt x="90" y="57"/>
                    </a:cubicBezTo>
                    <a:cubicBezTo>
                      <a:pt x="88" y="62"/>
                      <a:pt x="88" y="62"/>
                      <a:pt x="88" y="62"/>
                    </a:cubicBezTo>
                    <a:cubicBezTo>
                      <a:pt x="89" y="62"/>
                      <a:pt x="89" y="63"/>
                      <a:pt x="90" y="64"/>
                    </a:cubicBezTo>
                    <a:cubicBezTo>
                      <a:pt x="101" y="64"/>
                      <a:pt x="101" y="64"/>
                      <a:pt x="101" y="64"/>
                    </a:cubicBezTo>
                    <a:cubicBezTo>
                      <a:pt x="102" y="62"/>
                      <a:pt x="103" y="61"/>
                      <a:pt x="105" y="61"/>
                    </a:cubicBezTo>
                    <a:cubicBezTo>
                      <a:pt x="107" y="61"/>
                      <a:pt x="109" y="63"/>
                      <a:pt x="109" y="65"/>
                    </a:cubicBezTo>
                    <a:cubicBezTo>
                      <a:pt x="109" y="67"/>
                      <a:pt x="107" y="69"/>
                      <a:pt x="105" y="69"/>
                    </a:cubicBezTo>
                    <a:cubicBezTo>
                      <a:pt x="103" y="69"/>
                      <a:pt x="102" y="68"/>
                      <a:pt x="102" y="66"/>
                    </a:cubicBezTo>
                    <a:cubicBezTo>
                      <a:pt x="89" y="66"/>
                      <a:pt x="89" y="66"/>
                      <a:pt x="89" y="66"/>
                    </a:cubicBezTo>
                    <a:cubicBezTo>
                      <a:pt x="89" y="68"/>
                      <a:pt x="87" y="69"/>
                      <a:pt x="86" y="69"/>
                    </a:cubicBezTo>
                    <a:cubicBezTo>
                      <a:pt x="84" y="69"/>
                      <a:pt x="82" y="67"/>
                      <a:pt x="82" y="65"/>
                    </a:cubicBezTo>
                    <a:cubicBezTo>
                      <a:pt x="82" y="63"/>
                      <a:pt x="84" y="61"/>
                      <a:pt x="86" y="61"/>
                    </a:cubicBezTo>
                    <a:cubicBezTo>
                      <a:pt x="86" y="61"/>
                      <a:pt x="86" y="61"/>
                      <a:pt x="86" y="61"/>
                    </a:cubicBezTo>
                    <a:cubicBezTo>
                      <a:pt x="87" y="57"/>
                      <a:pt x="87" y="57"/>
                      <a:pt x="87" y="57"/>
                    </a:cubicBezTo>
                    <a:cubicBezTo>
                      <a:pt x="86" y="57"/>
                      <a:pt x="86" y="57"/>
                      <a:pt x="86" y="57"/>
                    </a:cubicBezTo>
                    <a:cubicBezTo>
                      <a:pt x="81" y="39"/>
                      <a:pt x="81" y="39"/>
                      <a:pt x="81" y="39"/>
                    </a:cubicBezTo>
                    <a:cubicBezTo>
                      <a:pt x="78" y="37"/>
                      <a:pt x="78" y="37"/>
                      <a:pt x="78" y="37"/>
                    </a:cubicBezTo>
                    <a:cubicBezTo>
                      <a:pt x="78" y="37"/>
                      <a:pt x="78" y="37"/>
                      <a:pt x="78" y="37"/>
                    </a:cubicBezTo>
                    <a:cubicBezTo>
                      <a:pt x="77" y="37"/>
                      <a:pt x="76" y="36"/>
                      <a:pt x="76" y="35"/>
                    </a:cubicBezTo>
                    <a:cubicBezTo>
                      <a:pt x="76" y="34"/>
                      <a:pt x="77" y="33"/>
                      <a:pt x="78" y="33"/>
                    </a:cubicBezTo>
                    <a:cubicBezTo>
                      <a:pt x="79" y="33"/>
                      <a:pt x="80" y="34"/>
                      <a:pt x="80" y="35"/>
                    </a:cubicBezTo>
                    <a:cubicBezTo>
                      <a:pt x="80" y="35"/>
                      <a:pt x="80" y="35"/>
                      <a:pt x="80" y="35"/>
                    </a:cubicBezTo>
                    <a:lnTo>
                      <a:pt x="82" y="37"/>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28" name="Freeform 11"/>
              <p:cNvSpPr>
                <a:spLocks noEditPoints="1"/>
              </p:cNvSpPr>
              <p:nvPr/>
            </p:nvSpPr>
            <p:spPr bwMode="auto">
              <a:xfrm>
                <a:off x="12099" y="3990"/>
                <a:ext cx="676" cy="885"/>
              </a:xfrm>
              <a:custGeom>
                <a:avLst/>
                <a:gdLst>
                  <a:gd name="T0" fmla="*/ 95 w 114"/>
                  <a:gd name="T1" fmla="*/ 99 h 149"/>
                  <a:gd name="T2" fmla="*/ 93 w 114"/>
                  <a:gd name="T3" fmla="*/ 98 h 149"/>
                  <a:gd name="T4" fmla="*/ 89 w 114"/>
                  <a:gd name="T5" fmla="*/ 96 h 149"/>
                  <a:gd name="T6" fmla="*/ 74 w 114"/>
                  <a:gd name="T7" fmla="*/ 85 h 149"/>
                  <a:gd name="T8" fmla="*/ 90 w 114"/>
                  <a:gd name="T9" fmla="*/ 58 h 149"/>
                  <a:gd name="T10" fmla="*/ 57 w 114"/>
                  <a:gd name="T11" fmla="*/ 1 h 149"/>
                  <a:gd name="T12" fmla="*/ 19 w 114"/>
                  <a:gd name="T13" fmla="*/ 41 h 149"/>
                  <a:gd name="T14" fmla="*/ 42 w 114"/>
                  <a:gd name="T15" fmla="*/ 87 h 149"/>
                  <a:gd name="T16" fmla="*/ 25 w 114"/>
                  <a:gd name="T17" fmla="*/ 96 h 149"/>
                  <a:gd name="T18" fmla="*/ 21 w 114"/>
                  <a:gd name="T19" fmla="*/ 98 h 149"/>
                  <a:gd name="T20" fmla="*/ 19 w 114"/>
                  <a:gd name="T21" fmla="*/ 99 h 149"/>
                  <a:gd name="T22" fmla="*/ 0 w 114"/>
                  <a:gd name="T23" fmla="*/ 123 h 149"/>
                  <a:gd name="T24" fmla="*/ 1 w 114"/>
                  <a:gd name="T25" fmla="*/ 149 h 149"/>
                  <a:gd name="T26" fmla="*/ 113 w 114"/>
                  <a:gd name="T27" fmla="*/ 149 h 149"/>
                  <a:gd name="T28" fmla="*/ 114 w 114"/>
                  <a:gd name="T29" fmla="*/ 147 h 149"/>
                  <a:gd name="T30" fmla="*/ 95 w 114"/>
                  <a:gd name="T31" fmla="*/ 99 h 149"/>
                  <a:gd name="T32" fmla="*/ 82 w 114"/>
                  <a:gd name="T33" fmla="*/ 28 h 149"/>
                  <a:gd name="T34" fmla="*/ 30 w 114"/>
                  <a:gd name="T35" fmla="*/ 26 h 149"/>
                  <a:gd name="T36" fmla="*/ 40 w 114"/>
                  <a:gd name="T37" fmla="*/ 74 h 149"/>
                  <a:gd name="T38" fmla="*/ 33 w 114"/>
                  <a:gd name="T39" fmla="*/ 61 h 149"/>
                  <a:gd name="T40" fmla="*/ 43 w 114"/>
                  <a:gd name="T41" fmla="*/ 25 h 149"/>
                  <a:gd name="T42" fmla="*/ 62 w 114"/>
                  <a:gd name="T43" fmla="*/ 42 h 149"/>
                  <a:gd name="T44" fmla="*/ 50 w 114"/>
                  <a:gd name="T45" fmla="*/ 29 h 149"/>
                  <a:gd name="T46" fmla="*/ 77 w 114"/>
                  <a:gd name="T47" fmla="*/ 43 h 149"/>
                  <a:gd name="T48" fmla="*/ 80 w 114"/>
                  <a:gd name="T49" fmla="*/ 47 h 149"/>
                  <a:gd name="T50" fmla="*/ 67 w 114"/>
                  <a:gd name="T51" fmla="*/ 68 h 149"/>
                  <a:gd name="T52" fmla="*/ 56 w 114"/>
                  <a:gd name="T53" fmla="*/ 70 h 149"/>
                  <a:gd name="T54" fmla="*/ 67 w 114"/>
                  <a:gd name="T55" fmla="*/ 70 h 149"/>
                  <a:gd name="T56" fmla="*/ 81 w 114"/>
                  <a:gd name="T57" fmla="*/ 50 h 149"/>
                  <a:gd name="T58" fmla="*/ 82 w 114"/>
                  <a:gd name="T59" fmla="*/ 57 h 149"/>
                  <a:gd name="T60" fmla="*/ 73 w 114"/>
                  <a:gd name="T61" fmla="*/ 74 h 149"/>
                  <a:gd name="T62" fmla="*/ 73 w 114"/>
                  <a:gd name="T63" fmla="*/ 74 h 149"/>
                  <a:gd name="T64" fmla="*/ 57 w 114"/>
                  <a:gd name="T65" fmla="*/ 85 h 149"/>
                  <a:gd name="T66" fmla="*/ 42 w 114"/>
                  <a:gd name="T67" fmla="*/ 76 h 149"/>
                  <a:gd name="T68" fmla="*/ 79 w 114"/>
                  <a:gd name="T69" fmla="*/ 99 h 149"/>
                  <a:gd name="T70" fmla="*/ 57 w 114"/>
                  <a:gd name="T71" fmla="*/ 113 h 149"/>
                  <a:gd name="T72" fmla="*/ 36 w 114"/>
                  <a:gd name="T73" fmla="*/ 100 h 149"/>
                  <a:gd name="T74" fmla="*/ 41 w 114"/>
                  <a:gd name="T75" fmla="*/ 93 h 149"/>
                  <a:gd name="T76" fmla="*/ 42 w 114"/>
                  <a:gd name="T77" fmla="*/ 92 h 149"/>
                  <a:gd name="T78" fmla="*/ 42 w 114"/>
                  <a:gd name="T79" fmla="*/ 91 h 149"/>
                  <a:gd name="T80" fmla="*/ 43 w 114"/>
                  <a:gd name="T81" fmla="*/ 86 h 149"/>
                  <a:gd name="T82" fmla="*/ 53 w 114"/>
                  <a:gd name="T83" fmla="*/ 86 h 149"/>
                  <a:gd name="T84" fmla="*/ 57 w 114"/>
                  <a:gd name="T85" fmla="*/ 87 h 149"/>
                  <a:gd name="T86" fmla="*/ 73 w 114"/>
                  <a:gd name="T87" fmla="*/ 76 h 149"/>
                  <a:gd name="T88" fmla="*/ 74 w 114"/>
                  <a:gd name="T89" fmla="*/ 92 h 149"/>
                  <a:gd name="T90" fmla="*/ 74 w 114"/>
                  <a:gd name="T91" fmla="*/ 92 h 149"/>
                  <a:gd name="T92" fmla="*/ 75 w 114"/>
                  <a:gd name="T93" fmla="*/ 93 h 149"/>
                  <a:gd name="T94" fmla="*/ 82 w 114"/>
                  <a:gd name="T95" fmla="*/ 9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149">
                    <a:moveTo>
                      <a:pt x="95" y="99"/>
                    </a:moveTo>
                    <a:cubicBezTo>
                      <a:pt x="95" y="99"/>
                      <a:pt x="95" y="99"/>
                      <a:pt x="95" y="99"/>
                    </a:cubicBezTo>
                    <a:cubicBezTo>
                      <a:pt x="95" y="99"/>
                      <a:pt x="94" y="98"/>
                      <a:pt x="94" y="98"/>
                    </a:cubicBezTo>
                    <a:cubicBezTo>
                      <a:pt x="93" y="98"/>
                      <a:pt x="93" y="98"/>
                      <a:pt x="93" y="98"/>
                    </a:cubicBezTo>
                    <a:cubicBezTo>
                      <a:pt x="92" y="97"/>
                      <a:pt x="90" y="97"/>
                      <a:pt x="89" y="96"/>
                    </a:cubicBezTo>
                    <a:cubicBezTo>
                      <a:pt x="89" y="96"/>
                      <a:pt x="89" y="96"/>
                      <a:pt x="89" y="96"/>
                    </a:cubicBezTo>
                    <a:cubicBezTo>
                      <a:pt x="84" y="94"/>
                      <a:pt x="80" y="93"/>
                      <a:pt x="75" y="92"/>
                    </a:cubicBezTo>
                    <a:cubicBezTo>
                      <a:pt x="75" y="90"/>
                      <a:pt x="74" y="88"/>
                      <a:pt x="74" y="85"/>
                    </a:cubicBezTo>
                    <a:cubicBezTo>
                      <a:pt x="79" y="85"/>
                      <a:pt x="93" y="81"/>
                      <a:pt x="92" y="79"/>
                    </a:cubicBezTo>
                    <a:cubicBezTo>
                      <a:pt x="87" y="74"/>
                      <a:pt x="89" y="64"/>
                      <a:pt x="90" y="58"/>
                    </a:cubicBezTo>
                    <a:cubicBezTo>
                      <a:pt x="92" y="44"/>
                      <a:pt x="94" y="38"/>
                      <a:pt x="89" y="22"/>
                    </a:cubicBezTo>
                    <a:cubicBezTo>
                      <a:pt x="85" y="11"/>
                      <a:pt x="72" y="0"/>
                      <a:pt x="57" y="1"/>
                    </a:cubicBezTo>
                    <a:cubicBezTo>
                      <a:pt x="51" y="1"/>
                      <a:pt x="46" y="3"/>
                      <a:pt x="40" y="7"/>
                    </a:cubicBezTo>
                    <a:cubicBezTo>
                      <a:pt x="27" y="9"/>
                      <a:pt x="18" y="20"/>
                      <a:pt x="19" y="41"/>
                    </a:cubicBezTo>
                    <a:cubicBezTo>
                      <a:pt x="20" y="52"/>
                      <a:pt x="29" y="65"/>
                      <a:pt x="21" y="79"/>
                    </a:cubicBezTo>
                    <a:cubicBezTo>
                      <a:pt x="19" y="81"/>
                      <a:pt x="34" y="88"/>
                      <a:pt x="42" y="87"/>
                    </a:cubicBezTo>
                    <a:cubicBezTo>
                      <a:pt x="42" y="89"/>
                      <a:pt x="41" y="90"/>
                      <a:pt x="41" y="91"/>
                    </a:cubicBezTo>
                    <a:cubicBezTo>
                      <a:pt x="35" y="92"/>
                      <a:pt x="30" y="94"/>
                      <a:pt x="25" y="96"/>
                    </a:cubicBezTo>
                    <a:cubicBezTo>
                      <a:pt x="25" y="96"/>
                      <a:pt x="25" y="96"/>
                      <a:pt x="25" y="96"/>
                    </a:cubicBezTo>
                    <a:cubicBezTo>
                      <a:pt x="24" y="97"/>
                      <a:pt x="22" y="97"/>
                      <a:pt x="21" y="98"/>
                    </a:cubicBezTo>
                    <a:cubicBezTo>
                      <a:pt x="21" y="98"/>
                      <a:pt x="21" y="98"/>
                      <a:pt x="20" y="98"/>
                    </a:cubicBezTo>
                    <a:cubicBezTo>
                      <a:pt x="20" y="98"/>
                      <a:pt x="19" y="99"/>
                      <a:pt x="19" y="99"/>
                    </a:cubicBezTo>
                    <a:cubicBezTo>
                      <a:pt x="19" y="99"/>
                      <a:pt x="19" y="99"/>
                      <a:pt x="19" y="99"/>
                    </a:cubicBezTo>
                    <a:cubicBezTo>
                      <a:pt x="7" y="105"/>
                      <a:pt x="0" y="114"/>
                      <a:pt x="0" y="123"/>
                    </a:cubicBezTo>
                    <a:cubicBezTo>
                      <a:pt x="0" y="149"/>
                      <a:pt x="0" y="149"/>
                      <a:pt x="0" y="149"/>
                    </a:cubicBezTo>
                    <a:cubicBezTo>
                      <a:pt x="0" y="149"/>
                      <a:pt x="1" y="149"/>
                      <a:pt x="1" y="149"/>
                    </a:cubicBezTo>
                    <a:cubicBezTo>
                      <a:pt x="1" y="149"/>
                      <a:pt x="1" y="149"/>
                      <a:pt x="1" y="149"/>
                    </a:cubicBezTo>
                    <a:cubicBezTo>
                      <a:pt x="113" y="149"/>
                      <a:pt x="113" y="149"/>
                      <a:pt x="113" y="149"/>
                    </a:cubicBezTo>
                    <a:cubicBezTo>
                      <a:pt x="113" y="149"/>
                      <a:pt x="113" y="148"/>
                      <a:pt x="113" y="148"/>
                    </a:cubicBezTo>
                    <a:cubicBezTo>
                      <a:pt x="113" y="147"/>
                      <a:pt x="114" y="147"/>
                      <a:pt x="114" y="147"/>
                    </a:cubicBezTo>
                    <a:cubicBezTo>
                      <a:pt x="114" y="123"/>
                      <a:pt x="114" y="123"/>
                      <a:pt x="114" y="123"/>
                    </a:cubicBezTo>
                    <a:cubicBezTo>
                      <a:pt x="114" y="114"/>
                      <a:pt x="107" y="105"/>
                      <a:pt x="95" y="99"/>
                    </a:cubicBezTo>
                    <a:close/>
                    <a:moveTo>
                      <a:pt x="59" y="7"/>
                    </a:moveTo>
                    <a:cubicBezTo>
                      <a:pt x="70" y="8"/>
                      <a:pt x="78" y="17"/>
                      <a:pt x="82" y="28"/>
                    </a:cubicBezTo>
                    <a:cubicBezTo>
                      <a:pt x="77" y="20"/>
                      <a:pt x="69" y="14"/>
                      <a:pt x="59" y="12"/>
                    </a:cubicBezTo>
                    <a:cubicBezTo>
                      <a:pt x="47" y="11"/>
                      <a:pt x="36" y="17"/>
                      <a:pt x="30" y="26"/>
                    </a:cubicBezTo>
                    <a:cubicBezTo>
                      <a:pt x="34" y="13"/>
                      <a:pt x="46" y="5"/>
                      <a:pt x="59" y="7"/>
                    </a:cubicBezTo>
                    <a:close/>
                    <a:moveTo>
                      <a:pt x="40" y="74"/>
                    </a:moveTo>
                    <a:cubicBezTo>
                      <a:pt x="40" y="73"/>
                      <a:pt x="40" y="73"/>
                      <a:pt x="40" y="73"/>
                    </a:cubicBezTo>
                    <a:cubicBezTo>
                      <a:pt x="37" y="69"/>
                      <a:pt x="34" y="65"/>
                      <a:pt x="33" y="61"/>
                    </a:cubicBezTo>
                    <a:cubicBezTo>
                      <a:pt x="32" y="56"/>
                      <a:pt x="32" y="52"/>
                      <a:pt x="33" y="47"/>
                    </a:cubicBezTo>
                    <a:cubicBezTo>
                      <a:pt x="34" y="39"/>
                      <a:pt x="37" y="32"/>
                      <a:pt x="43" y="25"/>
                    </a:cubicBezTo>
                    <a:cubicBezTo>
                      <a:pt x="44" y="28"/>
                      <a:pt x="46" y="30"/>
                      <a:pt x="48" y="33"/>
                    </a:cubicBezTo>
                    <a:cubicBezTo>
                      <a:pt x="51" y="37"/>
                      <a:pt x="56" y="41"/>
                      <a:pt x="62" y="42"/>
                    </a:cubicBezTo>
                    <a:cubicBezTo>
                      <a:pt x="59" y="40"/>
                      <a:pt x="55" y="37"/>
                      <a:pt x="52" y="32"/>
                    </a:cubicBezTo>
                    <a:cubicBezTo>
                      <a:pt x="52" y="31"/>
                      <a:pt x="51" y="30"/>
                      <a:pt x="50" y="29"/>
                    </a:cubicBezTo>
                    <a:cubicBezTo>
                      <a:pt x="51" y="30"/>
                      <a:pt x="52" y="31"/>
                      <a:pt x="53" y="32"/>
                    </a:cubicBezTo>
                    <a:cubicBezTo>
                      <a:pt x="62" y="39"/>
                      <a:pt x="73" y="42"/>
                      <a:pt x="77" y="43"/>
                    </a:cubicBezTo>
                    <a:cubicBezTo>
                      <a:pt x="72" y="40"/>
                      <a:pt x="68" y="37"/>
                      <a:pt x="64" y="33"/>
                    </a:cubicBezTo>
                    <a:cubicBezTo>
                      <a:pt x="70" y="36"/>
                      <a:pt x="75" y="39"/>
                      <a:pt x="80" y="47"/>
                    </a:cubicBezTo>
                    <a:cubicBezTo>
                      <a:pt x="80" y="47"/>
                      <a:pt x="80" y="47"/>
                      <a:pt x="80" y="47"/>
                    </a:cubicBezTo>
                    <a:cubicBezTo>
                      <a:pt x="80" y="56"/>
                      <a:pt x="74" y="64"/>
                      <a:pt x="67" y="68"/>
                    </a:cubicBezTo>
                    <a:cubicBezTo>
                      <a:pt x="66" y="66"/>
                      <a:pt x="64" y="65"/>
                      <a:pt x="62" y="65"/>
                    </a:cubicBezTo>
                    <a:cubicBezTo>
                      <a:pt x="59" y="65"/>
                      <a:pt x="56" y="67"/>
                      <a:pt x="56" y="70"/>
                    </a:cubicBezTo>
                    <a:cubicBezTo>
                      <a:pt x="56" y="72"/>
                      <a:pt x="59" y="74"/>
                      <a:pt x="62" y="74"/>
                    </a:cubicBezTo>
                    <a:cubicBezTo>
                      <a:pt x="65" y="74"/>
                      <a:pt x="67" y="72"/>
                      <a:pt x="67" y="70"/>
                    </a:cubicBezTo>
                    <a:cubicBezTo>
                      <a:pt x="67" y="69"/>
                      <a:pt x="67" y="69"/>
                      <a:pt x="67" y="69"/>
                    </a:cubicBezTo>
                    <a:cubicBezTo>
                      <a:pt x="75" y="65"/>
                      <a:pt x="80" y="58"/>
                      <a:pt x="81" y="50"/>
                    </a:cubicBezTo>
                    <a:cubicBezTo>
                      <a:pt x="81" y="50"/>
                      <a:pt x="81" y="50"/>
                      <a:pt x="81" y="50"/>
                    </a:cubicBezTo>
                    <a:cubicBezTo>
                      <a:pt x="82" y="52"/>
                      <a:pt x="82" y="54"/>
                      <a:pt x="82" y="57"/>
                    </a:cubicBezTo>
                    <a:cubicBezTo>
                      <a:pt x="81" y="62"/>
                      <a:pt x="78" y="68"/>
                      <a:pt x="74" y="73"/>
                    </a:cubicBezTo>
                    <a:cubicBezTo>
                      <a:pt x="74" y="73"/>
                      <a:pt x="74" y="73"/>
                      <a:pt x="73" y="74"/>
                    </a:cubicBezTo>
                    <a:cubicBezTo>
                      <a:pt x="73" y="74"/>
                      <a:pt x="73" y="74"/>
                      <a:pt x="73" y="74"/>
                    </a:cubicBezTo>
                    <a:cubicBezTo>
                      <a:pt x="73" y="74"/>
                      <a:pt x="73" y="74"/>
                      <a:pt x="73" y="74"/>
                    </a:cubicBezTo>
                    <a:cubicBezTo>
                      <a:pt x="68" y="80"/>
                      <a:pt x="63" y="84"/>
                      <a:pt x="59" y="85"/>
                    </a:cubicBezTo>
                    <a:cubicBezTo>
                      <a:pt x="58" y="85"/>
                      <a:pt x="58" y="86"/>
                      <a:pt x="57" y="85"/>
                    </a:cubicBezTo>
                    <a:cubicBezTo>
                      <a:pt x="57" y="85"/>
                      <a:pt x="56" y="85"/>
                      <a:pt x="56" y="85"/>
                    </a:cubicBezTo>
                    <a:cubicBezTo>
                      <a:pt x="52" y="85"/>
                      <a:pt x="47" y="81"/>
                      <a:pt x="42" y="76"/>
                    </a:cubicBezTo>
                    <a:cubicBezTo>
                      <a:pt x="42" y="75"/>
                      <a:pt x="41" y="74"/>
                      <a:pt x="40" y="74"/>
                    </a:cubicBezTo>
                    <a:close/>
                    <a:moveTo>
                      <a:pt x="79" y="99"/>
                    </a:moveTo>
                    <a:cubicBezTo>
                      <a:pt x="78" y="99"/>
                      <a:pt x="78" y="99"/>
                      <a:pt x="78" y="100"/>
                    </a:cubicBezTo>
                    <a:cubicBezTo>
                      <a:pt x="72" y="106"/>
                      <a:pt x="65" y="113"/>
                      <a:pt x="57" y="113"/>
                    </a:cubicBezTo>
                    <a:cubicBezTo>
                      <a:pt x="50" y="113"/>
                      <a:pt x="43" y="107"/>
                      <a:pt x="37" y="101"/>
                    </a:cubicBezTo>
                    <a:cubicBezTo>
                      <a:pt x="37" y="100"/>
                      <a:pt x="37" y="100"/>
                      <a:pt x="36" y="100"/>
                    </a:cubicBezTo>
                    <a:cubicBezTo>
                      <a:pt x="35" y="98"/>
                      <a:pt x="33" y="97"/>
                      <a:pt x="32" y="95"/>
                    </a:cubicBezTo>
                    <a:cubicBezTo>
                      <a:pt x="35" y="94"/>
                      <a:pt x="38" y="94"/>
                      <a:pt x="41" y="93"/>
                    </a:cubicBezTo>
                    <a:cubicBezTo>
                      <a:pt x="41" y="93"/>
                      <a:pt x="42" y="93"/>
                      <a:pt x="42" y="93"/>
                    </a:cubicBezTo>
                    <a:cubicBezTo>
                      <a:pt x="42" y="93"/>
                      <a:pt x="42" y="93"/>
                      <a:pt x="42" y="92"/>
                    </a:cubicBezTo>
                    <a:cubicBezTo>
                      <a:pt x="42" y="92"/>
                      <a:pt x="42" y="92"/>
                      <a:pt x="42" y="92"/>
                    </a:cubicBezTo>
                    <a:cubicBezTo>
                      <a:pt x="42" y="92"/>
                      <a:pt x="42" y="92"/>
                      <a:pt x="42" y="91"/>
                    </a:cubicBezTo>
                    <a:cubicBezTo>
                      <a:pt x="42" y="91"/>
                      <a:pt x="42" y="91"/>
                      <a:pt x="42" y="91"/>
                    </a:cubicBezTo>
                    <a:cubicBezTo>
                      <a:pt x="43" y="90"/>
                      <a:pt x="43" y="88"/>
                      <a:pt x="43" y="86"/>
                    </a:cubicBezTo>
                    <a:cubicBezTo>
                      <a:pt x="43" y="83"/>
                      <a:pt x="43" y="80"/>
                      <a:pt x="42" y="78"/>
                    </a:cubicBezTo>
                    <a:cubicBezTo>
                      <a:pt x="46" y="81"/>
                      <a:pt x="50" y="84"/>
                      <a:pt x="53" y="86"/>
                    </a:cubicBezTo>
                    <a:cubicBezTo>
                      <a:pt x="55" y="86"/>
                      <a:pt x="56" y="87"/>
                      <a:pt x="57" y="87"/>
                    </a:cubicBezTo>
                    <a:cubicBezTo>
                      <a:pt x="57" y="87"/>
                      <a:pt x="57" y="87"/>
                      <a:pt x="57" y="87"/>
                    </a:cubicBezTo>
                    <a:cubicBezTo>
                      <a:pt x="59" y="87"/>
                      <a:pt x="61" y="86"/>
                      <a:pt x="62" y="85"/>
                    </a:cubicBezTo>
                    <a:cubicBezTo>
                      <a:pt x="66" y="83"/>
                      <a:pt x="69" y="80"/>
                      <a:pt x="73" y="76"/>
                    </a:cubicBezTo>
                    <a:cubicBezTo>
                      <a:pt x="73" y="79"/>
                      <a:pt x="73" y="85"/>
                      <a:pt x="73" y="85"/>
                    </a:cubicBezTo>
                    <a:cubicBezTo>
                      <a:pt x="73" y="85"/>
                      <a:pt x="73" y="90"/>
                      <a:pt x="74" y="92"/>
                    </a:cubicBezTo>
                    <a:cubicBezTo>
                      <a:pt x="74" y="92"/>
                      <a:pt x="74" y="92"/>
                      <a:pt x="74" y="92"/>
                    </a:cubicBezTo>
                    <a:cubicBezTo>
                      <a:pt x="74" y="92"/>
                      <a:pt x="74" y="92"/>
                      <a:pt x="74" y="92"/>
                    </a:cubicBezTo>
                    <a:cubicBezTo>
                      <a:pt x="74" y="93"/>
                      <a:pt x="74" y="93"/>
                      <a:pt x="74" y="93"/>
                    </a:cubicBezTo>
                    <a:cubicBezTo>
                      <a:pt x="74" y="93"/>
                      <a:pt x="75" y="93"/>
                      <a:pt x="75" y="93"/>
                    </a:cubicBezTo>
                    <a:cubicBezTo>
                      <a:pt x="75" y="93"/>
                      <a:pt x="75" y="94"/>
                      <a:pt x="76" y="94"/>
                    </a:cubicBezTo>
                    <a:cubicBezTo>
                      <a:pt x="78" y="94"/>
                      <a:pt x="80" y="94"/>
                      <a:pt x="82" y="95"/>
                    </a:cubicBezTo>
                    <a:cubicBezTo>
                      <a:pt x="81" y="96"/>
                      <a:pt x="80" y="98"/>
                      <a:pt x="79" y="99"/>
                    </a:cubicBez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29" name="Freeform 19"/>
              <p:cNvSpPr>
                <a:spLocks noEditPoints="1"/>
              </p:cNvSpPr>
              <p:nvPr/>
            </p:nvSpPr>
            <p:spPr bwMode="auto">
              <a:xfrm>
                <a:off x="6312" y="6861"/>
                <a:ext cx="907" cy="783"/>
              </a:xfrm>
              <a:custGeom>
                <a:avLst/>
                <a:gdLst>
                  <a:gd name="T0" fmla="*/ 33 w 140"/>
                  <a:gd name="T1" fmla="*/ 121 h 121"/>
                  <a:gd name="T2" fmla="*/ 33 w 140"/>
                  <a:gd name="T3" fmla="*/ 97 h 121"/>
                  <a:gd name="T4" fmla="*/ 115 w 140"/>
                  <a:gd name="T5" fmla="*/ 97 h 121"/>
                  <a:gd name="T6" fmla="*/ 115 w 140"/>
                  <a:gd name="T7" fmla="*/ 121 h 121"/>
                  <a:gd name="T8" fmla="*/ 115 w 140"/>
                  <a:gd name="T9" fmla="*/ 97 h 121"/>
                  <a:gd name="T10" fmla="*/ 133 w 140"/>
                  <a:gd name="T11" fmla="*/ 103 h 121"/>
                  <a:gd name="T12" fmla="*/ 115 w 140"/>
                  <a:gd name="T13" fmla="*/ 95 h 121"/>
                  <a:gd name="T14" fmla="*/ 45 w 140"/>
                  <a:gd name="T15" fmla="*/ 103 h 121"/>
                  <a:gd name="T16" fmla="*/ 20 w 140"/>
                  <a:gd name="T17" fmla="*/ 103 h 121"/>
                  <a:gd name="T18" fmla="*/ 6 w 140"/>
                  <a:gd name="T19" fmla="*/ 103 h 121"/>
                  <a:gd name="T20" fmla="*/ 0 w 140"/>
                  <a:gd name="T21" fmla="*/ 72 h 121"/>
                  <a:gd name="T22" fmla="*/ 17 w 140"/>
                  <a:gd name="T23" fmla="*/ 44 h 121"/>
                  <a:gd name="T24" fmla="*/ 44 w 140"/>
                  <a:gd name="T25" fmla="*/ 40 h 121"/>
                  <a:gd name="T26" fmla="*/ 49 w 140"/>
                  <a:gd name="T27" fmla="*/ 88 h 121"/>
                  <a:gd name="T28" fmla="*/ 140 w 140"/>
                  <a:gd name="T29" fmla="*/ 96 h 121"/>
                  <a:gd name="T30" fmla="*/ 39 w 140"/>
                  <a:gd name="T31" fmla="*/ 47 h 121"/>
                  <a:gd name="T32" fmla="*/ 23 w 140"/>
                  <a:gd name="T33" fmla="*/ 48 h 121"/>
                  <a:gd name="T34" fmla="*/ 9 w 140"/>
                  <a:gd name="T35" fmla="*/ 69 h 121"/>
                  <a:gd name="T36" fmla="*/ 12 w 140"/>
                  <a:gd name="T37" fmla="*/ 73 h 121"/>
                  <a:gd name="T38" fmla="*/ 41 w 140"/>
                  <a:gd name="T39" fmla="*/ 71 h 121"/>
                  <a:gd name="T40" fmla="*/ 139 w 140"/>
                  <a:gd name="T41" fmla="*/ 73 h 121"/>
                  <a:gd name="T42" fmla="*/ 99 w 140"/>
                  <a:gd name="T43" fmla="*/ 56 h 121"/>
                  <a:gd name="T44" fmla="*/ 129 w 140"/>
                  <a:gd name="T45" fmla="*/ 84 h 121"/>
                  <a:gd name="T46" fmla="*/ 139 w 140"/>
                  <a:gd name="T47" fmla="*/ 34 h 121"/>
                  <a:gd name="T48" fmla="*/ 99 w 140"/>
                  <a:gd name="T49" fmla="*/ 23 h 121"/>
                  <a:gd name="T50" fmla="*/ 139 w 140"/>
                  <a:gd name="T51" fmla="*/ 51 h 121"/>
                  <a:gd name="T52" fmla="*/ 64 w 140"/>
                  <a:gd name="T53" fmla="*/ 84 h 121"/>
                  <a:gd name="T54" fmla="*/ 94 w 140"/>
                  <a:gd name="T55" fmla="*/ 56 h 121"/>
                  <a:gd name="T56" fmla="*/ 53 w 140"/>
                  <a:gd name="T57" fmla="*/ 73 h 121"/>
                  <a:gd name="T58" fmla="*/ 94 w 140"/>
                  <a:gd name="T59" fmla="*/ 23 h 121"/>
                  <a:gd name="T60" fmla="*/ 53 w 140"/>
                  <a:gd name="T61" fmla="*/ 34 h 121"/>
                  <a:gd name="T62" fmla="*/ 94 w 140"/>
                  <a:gd name="T63" fmla="*/ 51 h 121"/>
                  <a:gd name="T64" fmla="*/ 69 w 140"/>
                  <a:gd name="T65" fmla="*/ 11 h 121"/>
                  <a:gd name="T66" fmla="*/ 69 w 140"/>
                  <a:gd name="T67" fmla="*/ 11 h 121"/>
                  <a:gd name="T68" fmla="*/ 78 w 140"/>
                  <a:gd name="T69" fmla="*/ 10 h 121"/>
                  <a:gd name="T70" fmla="*/ 99 w 140"/>
                  <a:gd name="T71" fmla="*/ 21 h 121"/>
                  <a:gd name="T72" fmla="*/ 99 w 140"/>
                  <a:gd name="T73" fmla="*/ 21 h 121"/>
                  <a:gd name="T74" fmla="*/ 114 w 140"/>
                  <a:gd name="T75" fmla="*/ 1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0" h="121">
                    <a:moveTo>
                      <a:pt x="45" y="109"/>
                    </a:moveTo>
                    <a:cubicBezTo>
                      <a:pt x="45" y="116"/>
                      <a:pt x="39" y="121"/>
                      <a:pt x="33" y="121"/>
                    </a:cubicBezTo>
                    <a:cubicBezTo>
                      <a:pt x="26" y="121"/>
                      <a:pt x="21" y="116"/>
                      <a:pt x="21" y="109"/>
                    </a:cubicBezTo>
                    <a:cubicBezTo>
                      <a:pt x="21" y="103"/>
                      <a:pt x="26" y="97"/>
                      <a:pt x="33" y="97"/>
                    </a:cubicBezTo>
                    <a:cubicBezTo>
                      <a:pt x="39" y="97"/>
                      <a:pt x="45" y="103"/>
                      <a:pt x="45" y="109"/>
                    </a:cubicBezTo>
                    <a:close/>
                    <a:moveTo>
                      <a:pt x="115" y="97"/>
                    </a:moveTo>
                    <a:cubicBezTo>
                      <a:pt x="108" y="97"/>
                      <a:pt x="103" y="103"/>
                      <a:pt x="103" y="109"/>
                    </a:cubicBezTo>
                    <a:cubicBezTo>
                      <a:pt x="103" y="116"/>
                      <a:pt x="108" y="121"/>
                      <a:pt x="115" y="121"/>
                    </a:cubicBezTo>
                    <a:cubicBezTo>
                      <a:pt x="121" y="121"/>
                      <a:pt x="126" y="116"/>
                      <a:pt x="126" y="109"/>
                    </a:cubicBezTo>
                    <a:cubicBezTo>
                      <a:pt x="126" y="103"/>
                      <a:pt x="121" y="97"/>
                      <a:pt x="115" y="97"/>
                    </a:cubicBezTo>
                    <a:close/>
                    <a:moveTo>
                      <a:pt x="140" y="96"/>
                    </a:moveTo>
                    <a:cubicBezTo>
                      <a:pt x="140" y="100"/>
                      <a:pt x="137" y="103"/>
                      <a:pt x="133" y="103"/>
                    </a:cubicBezTo>
                    <a:cubicBezTo>
                      <a:pt x="127" y="103"/>
                      <a:pt x="127" y="103"/>
                      <a:pt x="127" y="103"/>
                    </a:cubicBezTo>
                    <a:cubicBezTo>
                      <a:pt x="125" y="98"/>
                      <a:pt x="120" y="95"/>
                      <a:pt x="115" y="95"/>
                    </a:cubicBezTo>
                    <a:cubicBezTo>
                      <a:pt x="109" y="95"/>
                      <a:pt x="104" y="98"/>
                      <a:pt x="102" y="103"/>
                    </a:cubicBezTo>
                    <a:cubicBezTo>
                      <a:pt x="45" y="103"/>
                      <a:pt x="45" y="103"/>
                      <a:pt x="45" y="103"/>
                    </a:cubicBezTo>
                    <a:cubicBezTo>
                      <a:pt x="43" y="98"/>
                      <a:pt x="38" y="95"/>
                      <a:pt x="33" y="95"/>
                    </a:cubicBezTo>
                    <a:cubicBezTo>
                      <a:pt x="27" y="95"/>
                      <a:pt x="22" y="98"/>
                      <a:pt x="20" y="103"/>
                    </a:cubicBezTo>
                    <a:cubicBezTo>
                      <a:pt x="13" y="103"/>
                      <a:pt x="13" y="103"/>
                      <a:pt x="13" y="103"/>
                    </a:cubicBezTo>
                    <a:cubicBezTo>
                      <a:pt x="6" y="103"/>
                      <a:pt x="6" y="103"/>
                      <a:pt x="6" y="103"/>
                    </a:cubicBezTo>
                    <a:cubicBezTo>
                      <a:pt x="3" y="103"/>
                      <a:pt x="0" y="101"/>
                      <a:pt x="0" y="98"/>
                    </a:cubicBezTo>
                    <a:cubicBezTo>
                      <a:pt x="0" y="72"/>
                      <a:pt x="0" y="72"/>
                      <a:pt x="0" y="72"/>
                    </a:cubicBezTo>
                    <a:cubicBezTo>
                      <a:pt x="0" y="69"/>
                      <a:pt x="2" y="65"/>
                      <a:pt x="3" y="63"/>
                    </a:cubicBezTo>
                    <a:cubicBezTo>
                      <a:pt x="17" y="44"/>
                      <a:pt x="17" y="44"/>
                      <a:pt x="17" y="44"/>
                    </a:cubicBezTo>
                    <a:cubicBezTo>
                      <a:pt x="19" y="42"/>
                      <a:pt x="23" y="40"/>
                      <a:pt x="25" y="40"/>
                    </a:cubicBezTo>
                    <a:cubicBezTo>
                      <a:pt x="44" y="40"/>
                      <a:pt x="44" y="40"/>
                      <a:pt x="44" y="40"/>
                    </a:cubicBezTo>
                    <a:cubicBezTo>
                      <a:pt x="47" y="40"/>
                      <a:pt x="49" y="42"/>
                      <a:pt x="49" y="45"/>
                    </a:cubicBezTo>
                    <a:cubicBezTo>
                      <a:pt x="49" y="88"/>
                      <a:pt x="49" y="88"/>
                      <a:pt x="49" y="88"/>
                    </a:cubicBezTo>
                    <a:cubicBezTo>
                      <a:pt x="133" y="88"/>
                      <a:pt x="133" y="88"/>
                      <a:pt x="133" y="88"/>
                    </a:cubicBezTo>
                    <a:cubicBezTo>
                      <a:pt x="137" y="88"/>
                      <a:pt x="140" y="91"/>
                      <a:pt x="140" y="96"/>
                    </a:cubicBezTo>
                    <a:close/>
                    <a:moveTo>
                      <a:pt x="41" y="49"/>
                    </a:moveTo>
                    <a:cubicBezTo>
                      <a:pt x="41" y="48"/>
                      <a:pt x="40" y="47"/>
                      <a:pt x="39" y="47"/>
                    </a:cubicBezTo>
                    <a:cubicBezTo>
                      <a:pt x="26" y="47"/>
                      <a:pt x="26" y="47"/>
                      <a:pt x="26" y="47"/>
                    </a:cubicBezTo>
                    <a:cubicBezTo>
                      <a:pt x="25" y="47"/>
                      <a:pt x="24" y="47"/>
                      <a:pt x="23" y="48"/>
                    </a:cubicBezTo>
                    <a:cubicBezTo>
                      <a:pt x="11" y="65"/>
                      <a:pt x="11" y="65"/>
                      <a:pt x="11" y="65"/>
                    </a:cubicBezTo>
                    <a:cubicBezTo>
                      <a:pt x="10" y="66"/>
                      <a:pt x="9" y="68"/>
                      <a:pt x="9" y="69"/>
                    </a:cubicBezTo>
                    <a:cubicBezTo>
                      <a:pt x="9" y="71"/>
                      <a:pt x="9" y="71"/>
                      <a:pt x="9" y="71"/>
                    </a:cubicBezTo>
                    <a:cubicBezTo>
                      <a:pt x="9" y="72"/>
                      <a:pt x="10" y="73"/>
                      <a:pt x="12" y="73"/>
                    </a:cubicBezTo>
                    <a:cubicBezTo>
                      <a:pt x="39" y="73"/>
                      <a:pt x="39" y="73"/>
                      <a:pt x="39" y="73"/>
                    </a:cubicBezTo>
                    <a:cubicBezTo>
                      <a:pt x="40" y="73"/>
                      <a:pt x="41" y="72"/>
                      <a:pt x="41" y="71"/>
                    </a:cubicBezTo>
                    <a:lnTo>
                      <a:pt x="41" y="49"/>
                    </a:lnTo>
                    <a:close/>
                    <a:moveTo>
                      <a:pt x="139" y="73"/>
                    </a:moveTo>
                    <a:cubicBezTo>
                      <a:pt x="139" y="56"/>
                      <a:pt x="139" y="56"/>
                      <a:pt x="139" y="56"/>
                    </a:cubicBezTo>
                    <a:cubicBezTo>
                      <a:pt x="99" y="56"/>
                      <a:pt x="99" y="56"/>
                      <a:pt x="99" y="56"/>
                    </a:cubicBezTo>
                    <a:cubicBezTo>
                      <a:pt x="99" y="84"/>
                      <a:pt x="99" y="84"/>
                      <a:pt x="99" y="84"/>
                    </a:cubicBezTo>
                    <a:cubicBezTo>
                      <a:pt x="129" y="84"/>
                      <a:pt x="129" y="84"/>
                      <a:pt x="129" y="84"/>
                    </a:cubicBezTo>
                    <a:cubicBezTo>
                      <a:pt x="135" y="84"/>
                      <a:pt x="139" y="79"/>
                      <a:pt x="139" y="73"/>
                    </a:cubicBezTo>
                    <a:close/>
                    <a:moveTo>
                      <a:pt x="139" y="34"/>
                    </a:moveTo>
                    <a:cubicBezTo>
                      <a:pt x="139" y="28"/>
                      <a:pt x="135" y="23"/>
                      <a:pt x="129" y="23"/>
                    </a:cubicBezTo>
                    <a:cubicBezTo>
                      <a:pt x="99" y="23"/>
                      <a:pt x="99" y="23"/>
                      <a:pt x="99" y="23"/>
                    </a:cubicBezTo>
                    <a:cubicBezTo>
                      <a:pt x="99" y="51"/>
                      <a:pt x="99" y="51"/>
                      <a:pt x="99" y="51"/>
                    </a:cubicBezTo>
                    <a:cubicBezTo>
                      <a:pt x="139" y="51"/>
                      <a:pt x="139" y="51"/>
                      <a:pt x="139" y="51"/>
                    </a:cubicBezTo>
                    <a:lnTo>
                      <a:pt x="139" y="34"/>
                    </a:lnTo>
                    <a:close/>
                    <a:moveTo>
                      <a:pt x="64" y="84"/>
                    </a:moveTo>
                    <a:cubicBezTo>
                      <a:pt x="94" y="84"/>
                      <a:pt x="94" y="84"/>
                      <a:pt x="94" y="84"/>
                    </a:cubicBezTo>
                    <a:cubicBezTo>
                      <a:pt x="94" y="56"/>
                      <a:pt x="94" y="56"/>
                      <a:pt x="94" y="56"/>
                    </a:cubicBezTo>
                    <a:cubicBezTo>
                      <a:pt x="53" y="56"/>
                      <a:pt x="53" y="56"/>
                      <a:pt x="53" y="56"/>
                    </a:cubicBezTo>
                    <a:cubicBezTo>
                      <a:pt x="53" y="73"/>
                      <a:pt x="53" y="73"/>
                      <a:pt x="53" y="73"/>
                    </a:cubicBezTo>
                    <a:cubicBezTo>
                      <a:pt x="53" y="79"/>
                      <a:pt x="58" y="84"/>
                      <a:pt x="64" y="84"/>
                    </a:cubicBezTo>
                    <a:close/>
                    <a:moveTo>
                      <a:pt x="94" y="23"/>
                    </a:moveTo>
                    <a:cubicBezTo>
                      <a:pt x="64" y="23"/>
                      <a:pt x="64" y="23"/>
                      <a:pt x="64" y="23"/>
                    </a:cubicBezTo>
                    <a:cubicBezTo>
                      <a:pt x="58" y="23"/>
                      <a:pt x="53" y="28"/>
                      <a:pt x="53" y="34"/>
                    </a:cubicBezTo>
                    <a:cubicBezTo>
                      <a:pt x="53" y="51"/>
                      <a:pt x="53" y="51"/>
                      <a:pt x="53" y="51"/>
                    </a:cubicBezTo>
                    <a:cubicBezTo>
                      <a:pt x="94" y="51"/>
                      <a:pt x="94" y="51"/>
                      <a:pt x="94" y="51"/>
                    </a:cubicBezTo>
                    <a:lnTo>
                      <a:pt x="94" y="23"/>
                    </a:lnTo>
                    <a:close/>
                    <a:moveTo>
                      <a:pt x="69" y="11"/>
                    </a:moveTo>
                    <a:cubicBezTo>
                      <a:pt x="72" y="0"/>
                      <a:pt x="90" y="5"/>
                      <a:pt x="94" y="21"/>
                    </a:cubicBezTo>
                    <a:cubicBezTo>
                      <a:pt x="94" y="21"/>
                      <a:pt x="65" y="24"/>
                      <a:pt x="69" y="11"/>
                    </a:cubicBezTo>
                    <a:close/>
                    <a:moveTo>
                      <a:pt x="91" y="19"/>
                    </a:moveTo>
                    <a:cubicBezTo>
                      <a:pt x="91" y="19"/>
                      <a:pt x="84" y="10"/>
                      <a:pt x="78" y="10"/>
                    </a:cubicBezTo>
                    <a:cubicBezTo>
                      <a:pt x="72" y="10"/>
                      <a:pt x="75" y="18"/>
                      <a:pt x="91" y="19"/>
                    </a:cubicBezTo>
                    <a:close/>
                    <a:moveTo>
                      <a:pt x="99" y="21"/>
                    </a:moveTo>
                    <a:cubicBezTo>
                      <a:pt x="102" y="5"/>
                      <a:pt x="121" y="0"/>
                      <a:pt x="124" y="11"/>
                    </a:cubicBezTo>
                    <a:cubicBezTo>
                      <a:pt x="127" y="24"/>
                      <a:pt x="99" y="21"/>
                      <a:pt x="99" y="21"/>
                    </a:cubicBezTo>
                    <a:close/>
                    <a:moveTo>
                      <a:pt x="102" y="19"/>
                    </a:moveTo>
                    <a:cubicBezTo>
                      <a:pt x="117" y="18"/>
                      <a:pt x="120" y="10"/>
                      <a:pt x="114" y="10"/>
                    </a:cubicBezTo>
                    <a:cubicBezTo>
                      <a:pt x="108" y="10"/>
                      <a:pt x="102" y="19"/>
                      <a:pt x="102" y="19"/>
                    </a:cubicBezTo>
                    <a:close/>
                  </a:path>
                </a:pathLst>
              </a:custGeom>
              <a:solidFill>
                <a:schemeClr val="tx1"/>
              </a:solidFill>
              <a:ln>
                <a:noFill/>
              </a:ln>
            </p:spPr>
            <p:txBody>
              <a:bodyPr vert="horz" wrap="square" lIns="91440" tIns="45720" rIns="91440" bIns="45720" numCol="1" anchor="t" anchorCtr="0" compatLnSpc="1"/>
              <a:lstStyle/>
              <a:p>
                <a:endParaRPr lang="zh-CN" altLang="en-US"/>
              </a:p>
            </p:txBody>
          </p:sp>
        </p:grpSp>
        <p:sp>
          <p:nvSpPr>
            <p:cNvPr id="23" name="Freeform 15"/>
            <p:cNvSpPr/>
            <p:nvPr/>
          </p:nvSpPr>
          <p:spPr bwMode="auto">
            <a:xfrm>
              <a:off x="6768" y="5497"/>
              <a:ext cx="1752" cy="1758"/>
            </a:xfrm>
            <a:custGeom>
              <a:avLst/>
              <a:gdLst>
                <a:gd name="T0" fmla="*/ 0 w 241"/>
                <a:gd name="T1" fmla="*/ 0 h 242"/>
                <a:gd name="T2" fmla="*/ 170 w 241"/>
                <a:gd name="T3" fmla="*/ 71 h 242"/>
                <a:gd name="T4" fmla="*/ 241 w 241"/>
                <a:gd name="T5" fmla="*/ 242 h 242"/>
                <a:gd name="T6" fmla="*/ 148 w 241"/>
                <a:gd name="T7" fmla="*/ 242 h 242"/>
                <a:gd name="T8" fmla="*/ 104 w 241"/>
                <a:gd name="T9" fmla="*/ 137 h 242"/>
                <a:gd name="T10" fmla="*/ 0 w 241"/>
                <a:gd name="T11" fmla="*/ 94 h 242"/>
                <a:gd name="T12" fmla="*/ 0 w 241"/>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241" h="242">
                  <a:moveTo>
                    <a:pt x="0" y="0"/>
                  </a:moveTo>
                  <a:cubicBezTo>
                    <a:pt x="66" y="0"/>
                    <a:pt x="127" y="27"/>
                    <a:pt x="170" y="71"/>
                  </a:cubicBezTo>
                  <a:cubicBezTo>
                    <a:pt x="214" y="115"/>
                    <a:pt x="241" y="175"/>
                    <a:pt x="241" y="242"/>
                  </a:cubicBezTo>
                  <a:cubicBezTo>
                    <a:pt x="148" y="242"/>
                    <a:pt x="148" y="242"/>
                    <a:pt x="148" y="242"/>
                  </a:cubicBezTo>
                  <a:cubicBezTo>
                    <a:pt x="148" y="201"/>
                    <a:pt x="131" y="164"/>
                    <a:pt x="104" y="137"/>
                  </a:cubicBezTo>
                  <a:cubicBezTo>
                    <a:pt x="78" y="110"/>
                    <a:pt x="40" y="94"/>
                    <a:pt x="0" y="94"/>
                  </a:cubicBezTo>
                  <a:lnTo>
                    <a:pt x="0" y="0"/>
                  </a:lnTo>
                  <a:close/>
                </a:path>
              </a:pathLst>
            </a:custGeom>
            <a:solidFill>
              <a:schemeClr val="tx1"/>
            </a:solidFill>
            <a:ln>
              <a:noFill/>
            </a:ln>
          </p:spPr>
          <p:txBody>
            <a:bodyPr vert="horz" wrap="square" lIns="91440" tIns="45720" rIns="91440" bIns="45720" numCol="1" anchor="t" anchorCtr="0" compatLnSpc="1"/>
            <a:lstStyle/>
            <a:p>
              <a:endParaRPr lang="zh-CN" altLang="en-US"/>
            </a:p>
          </p:txBody>
        </p:sp>
      </p:grpSp>
      <p:grpSp>
        <p:nvGrpSpPr>
          <p:cNvPr id="42" name="组合 41"/>
          <p:cNvGrpSpPr/>
          <p:nvPr/>
        </p:nvGrpSpPr>
        <p:grpSpPr>
          <a:xfrm>
            <a:off x="1271905" y="4192270"/>
            <a:ext cx="1665641" cy="1370549"/>
            <a:chOff x="1578" y="7359"/>
            <a:chExt cx="2842" cy="2339"/>
          </a:xfrm>
        </p:grpSpPr>
        <p:sp>
          <p:nvSpPr>
            <p:cNvPr id="43" name="矩形 42"/>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44" name="矩形 43"/>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1 </a:t>
              </a:r>
            </a:p>
          </p:txBody>
        </p:sp>
      </p:grpSp>
      <p:grpSp>
        <p:nvGrpSpPr>
          <p:cNvPr id="25" name="组合 24"/>
          <p:cNvGrpSpPr/>
          <p:nvPr/>
        </p:nvGrpSpPr>
        <p:grpSpPr>
          <a:xfrm>
            <a:off x="3114040" y="2280285"/>
            <a:ext cx="1665641" cy="1370549"/>
            <a:chOff x="1578" y="7359"/>
            <a:chExt cx="2842" cy="2339"/>
          </a:xfrm>
        </p:grpSpPr>
        <p:sp>
          <p:nvSpPr>
            <p:cNvPr id="30" name="矩形 29"/>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32" name="矩形 31"/>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2</a:t>
              </a:r>
            </a:p>
          </p:txBody>
        </p:sp>
      </p:grpSp>
      <p:grpSp>
        <p:nvGrpSpPr>
          <p:cNvPr id="33" name="组合 32"/>
          <p:cNvGrpSpPr/>
          <p:nvPr/>
        </p:nvGrpSpPr>
        <p:grpSpPr>
          <a:xfrm>
            <a:off x="7145655" y="4612005"/>
            <a:ext cx="1665641" cy="1370549"/>
            <a:chOff x="1578" y="7359"/>
            <a:chExt cx="2842" cy="2339"/>
          </a:xfrm>
        </p:grpSpPr>
        <p:sp>
          <p:nvSpPr>
            <p:cNvPr id="34" name="矩形 33"/>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35" name="矩形 34"/>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3</a:t>
              </a:r>
            </a:p>
          </p:txBody>
        </p:sp>
      </p:grpSp>
      <p:grpSp>
        <p:nvGrpSpPr>
          <p:cNvPr id="36" name="组合 35"/>
          <p:cNvGrpSpPr/>
          <p:nvPr/>
        </p:nvGrpSpPr>
        <p:grpSpPr>
          <a:xfrm>
            <a:off x="9050655" y="2586355"/>
            <a:ext cx="1665641" cy="1370549"/>
            <a:chOff x="1578" y="7359"/>
            <a:chExt cx="2842" cy="2339"/>
          </a:xfrm>
        </p:grpSpPr>
        <p:sp>
          <p:nvSpPr>
            <p:cNvPr id="37" name="矩形 36"/>
            <p:cNvSpPr/>
            <p:nvPr/>
          </p:nvSpPr>
          <p:spPr>
            <a:xfrm>
              <a:off x="1578" y="7721"/>
              <a:ext cx="2842" cy="1977"/>
            </a:xfrm>
            <a:prstGeom prst="rect">
              <a:avLst/>
            </a:prstGeom>
          </p:spPr>
          <p:txBody>
            <a:bodyPr wrap="square">
              <a:spAutoFit/>
            </a:bodyPr>
            <a:lstStyle/>
            <a:p>
              <a:pPr algn="ctr">
                <a:spcAft>
                  <a:spcPts val="600"/>
                </a:spcAft>
              </a:pPr>
              <a:r>
                <a:rPr lang="en-US" altLang="zh-CN" sz="1000" dirty="0">
                  <a:solidFill>
                    <a:schemeClr val="tx1">
                      <a:alpha val="92000"/>
                    </a:schemeClr>
                  </a:solidFill>
                  <a:latin typeface="+mn-lt"/>
                  <a:ea typeface="微软雅黑" panose="020B0503020204020204" charset="-122"/>
                  <a:cs typeface="Arial" panose="020B0604020202020204" pitchFamily="34" charset="0"/>
                </a:rPr>
                <a:t>Put your text about this part related goes here. Put your text about this part related goeshere.</a:t>
              </a:r>
              <a:r>
                <a:rPr lang="en-US" altLang="zh-CN" sz="1000" dirty="0">
                  <a:solidFill>
                    <a:schemeClr val="tx1">
                      <a:alpha val="92000"/>
                    </a:schemeClr>
                  </a:solidFill>
                  <a:latin typeface="+mn-lt"/>
                  <a:ea typeface="微软雅黑" panose="020B0503020204020204" charset="-122"/>
                  <a:cs typeface="Arial" panose="020B0604020202020204" pitchFamily="34" charset="0"/>
                  <a:sym typeface="+mn-ea"/>
                </a:rPr>
                <a:t>Put your text about this part related goes here.</a:t>
              </a:r>
            </a:p>
          </p:txBody>
        </p:sp>
        <p:sp>
          <p:nvSpPr>
            <p:cNvPr id="38" name="矩形 37"/>
            <p:cNvSpPr/>
            <p:nvPr/>
          </p:nvSpPr>
          <p:spPr>
            <a:xfrm>
              <a:off x="2109" y="7359"/>
              <a:ext cx="2014" cy="522"/>
            </a:xfrm>
            <a:prstGeom prst="rect">
              <a:avLst/>
            </a:prstGeom>
          </p:spPr>
          <p:txBody>
            <a:bodyPr wrap="square">
              <a:spAutoFit/>
            </a:bodyPr>
            <a:lstStyle/>
            <a:p>
              <a:pPr algn="ctr"/>
              <a:r>
                <a:rPr lang="en-US" altLang="zh-CN" sz="1400" b="1" dirty="0">
                  <a:solidFill>
                    <a:schemeClr val="tx1">
                      <a:alpha val="92000"/>
                    </a:schemeClr>
                  </a:solidFill>
                  <a:latin typeface="+mn-lt"/>
                  <a:ea typeface="微软雅黑" panose="020B0503020204020204" charset="-122"/>
                  <a:cs typeface="Arial" panose="020B0604020202020204" pitchFamily="34" charset="0"/>
                </a:rPr>
                <a:t>STEP 4</a:t>
              </a:r>
            </a:p>
          </p:txBody>
        </p:sp>
      </p:grpSp>
    </p:spTree>
    <p:extLst>
      <p:ext uri="{BB962C8B-B14F-4D97-AF65-F5344CB8AC3E}">
        <p14:creationId xmlns:p14="http://schemas.microsoft.com/office/powerpoint/2010/main" val="1917976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bd24218a68ba4b70c817e5e6e508ee7e"/>
          <p:cNvPicPr>
            <a:picLocks noChangeAspect="1"/>
          </p:cNvPicPr>
          <p:nvPr/>
        </p:nvPicPr>
        <p:blipFill>
          <a:blip r:embed="rId3">
            <a:lum bright="-100000" contrast="-6000"/>
          </a:blip>
          <a:srcRect t="59224" r="4501"/>
          <a:stretch>
            <a:fillRect/>
          </a:stretch>
        </p:blipFill>
        <p:spPr>
          <a:xfrm rot="18900000">
            <a:off x="-1721485" y="-295910"/>
            <a:ext cx="4176395" cy="2363470"/>
          </a:xfrm>
          <a:prstGeom prst="rect">
            <a:avLst/>
          </a:prstGeom>
        </p:spPr>
      </p:pic>
      <p:pic>
        <p:nvPicPr>
          <p:cNvPr id="4" name="图片 3" descr="bd24218a68ba4b70c817e5e6e508ee7e"/>
          <p:cNvPicPr>
            <a:picLocks noChangeAspect="1"/>
          </p:cNvPicPr>
          <p:nvPr/>
        </p:nvPicPr>
        <p:blipFill>
          <a:blip r:embed="rId3">
            <a:lum bright="-100000" contrast="-6000"/>
          </a:blip>
          <a:srcRect t="59224" r="4501"/>
          <a:stretch>
            <a:fillRect/>
          </a:stretch>
        </p:blipFill>
        <p:spPr>
          <a:xfrm rot="2700000" flipH="1">
            <a:off x="9947910" y="102870"/>
            <a:ext cx="3699510" cy="2093595"/>
          </a:xfrm>
          <a:prstGeom prst="rect">
            <a:avLst/>
          </a:prstGeom>
        </p:spPr>
      </p:pic>
      <p:grpSp>
        <p:nvGrpSpPr>
          <p:cNvPr id="3" name="组合 2"/>
          <p:cNvGrpSpPr/>
          <p:nvPr/>
        </p:nvGrpSpPr>
        <p:grpSpPr>
          <a:xfrm>
            <a:off x="3906520" y="555625"/>
            <a:ext cx="4341495" cy="1242695"/>
            <a:chOff x="6152" y="875"/>
            <a:chExt cx="6837" cy="1957"/>
          </a:xfrm>
        </p:grpSpPr>
        <p:sp>
          <p:nvSpPr>
            <p:cNvPr id="10" name="文本框 9"/>
            <p:cNvSpPr txBox="1"/>
            <p:nvPr/>
          </p:nvSpPr>
          <p:spPr>
            <a:xfrm>
              <a:off x="6921" y="981"/>
              <a:ext cx="5352" cy="891"/>
            </a:xfrm>
            <a:prstGeom prst="rect">
              <a:avLst/>
            </a:prstGeom>
            <a:noFill/>
          </p:spPr>
          <p:txBody>
            <a:bodyPr wrap="square" rtlCol="0">
              <a:spAutoFit/>
            </a:bodyPr>
            <a:lstStyle/>
            <a:p>
              <a:pPr algn="ctr">
                <a:lnSpc>
                  <a:spcPct val="90000"/>
                </a:lnSpc>
              </a:pPr>
              <a:r>
                <a:rPr lang="zh-CN" altLang="en-US" sz="3200" spc="400">
                  <a:solidFill>
                    <a:schemeClr val="tx1"/>
                  </a:solidFill>
                  <a:uFillTx/>
                  <a:latin typeface="方正细圆简体" panose="02010601030101010101" charset="-122"/>
                  <a:ea typeface="方正细圆简体" panose="02010601030101010101" charset="-122"/>
                </a:rPr>
                <a:t>赠送素材</a:t>
              </a:r>
            </a:p>
          </p:txBody>
        </p:sp>
        <p:sp>
          <p:nvSpPr>
            <p:cNvPr id="2" name="圆角矩形 1"/>
            <p:cNvSpPr/>
            <p:nvPr/>
          </p:nvSpPr>
          <p:spPr>
            <a:xfrm>
              <a:off x="6922" y="875"/>
              <a:ext cx="5298" cy="887"/>
            </a:xfrm>
            <a:prstGeom prst="roundRect">
              <a:avLst>
                <a:gd name="adj" fmla="val 0"/>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52" y="1824"/>
              <a:ext cx="6837" cy="1008"/>
            </a:xfrm>
            <a:prstGeom prst="rect">
              <a:avLst/>
            </a:prstGeom>
            <a:noFill/>
          </p:spPr>
          <p:txBody>
            <a:bodyPr wrap="square" rtlCol="0">
              <a:spAutoFit/>
            </a:bodyPr>
            <a:lstStyle/>
            <a:p>
              <a:pPr algn="ctr" fontAlgn="base">
                <a:lnSpc>
                  <a:spcPct val="120000"/>
                </a:lnSpc>
                <a:buFont typeface="Arial" panose="020B0604020202020204" pitchFamily="34" charset="0"/>
              </a:pPr>
              <a:r>
                <a:rPr lang="en-US" altLang="x-none" sz="1000">
                  <a:solidFill>
                    <a:sysClr val="window" lastClr="FFFFFF">
                      <a:lumMod val="50000"/>
                    </a:sysClr>
                  </a:solidFill>
                  <a:latin typeface="+mn-lt"/>
                  <a:ea typeface="宋体" panose="02010600030101010101" pitchFamily="2" charset="-122"/>
                  <a:cs typeface="+mn-ea"/>
                  <a:sym typeface="+mn-ea"/>
                </a:rPr>
                <a:t>We have many PowerPoint templates that has been specifically designed to help anyone that is stepping into the world of PowerPoint for the very first time.</a:t>
              </a:r>
            </a:p>
          </p:txBody>
        </p:sp>
      </p:grpSp>
      <p:grpSp>
        <p:nvGrpSpPr>
          <p:cNvPr id="23" name="组合 22"/>
          <p:cNvGrpSpPr/>
          <p:nvPr/>
        </p:nvGrpSpPr>
        <p:grpSpPr>
          <a:xfrm>
            <a:off x="948690" y="1798320"/>
            <a:ext cx="10257155" cy="4544695"/>
            <a:chOff x="1465" y="2753"/>
            <a:chExt cx="16153" cy="7157"/>
          </a:xfrm>
          <a:solidFill>
            <a:schemeClr val="tx1"/>
          </a:solidFill>
        </p:grpSpPr>
        <p:grpSp>
          <p:nvGrpSpPr>
            <p:cNvPr id="25" name="组合 24"/>
            <p:cNvGrpSpPr/>
            <p:nvPr/>
          </p:nvGrpSpPr>
          <p:grpSpPr>
            <a:xfrm>
              <a:off x="14252" y="6565"/>
              <a:ext cx="902" cy="882"/>
              <a:chOff x="9050208" y="3514412"/>
              <a:chExt cx="572641" cy="559996"/>
            </a:xfrm>
            <a:grpFill/>
          </p:grpSpPr>
          <p:sp>
            <p:nvSpPr>
              <p:cNvPr id="26" name="Freeform 5"/>
              <p:cNvSpPr/>
              <p:nvPr/>
            </p:nvSpPr>
            <p:spPr bwMode="auto">
              <a:xfrm>
                <a:off x="9476527" y="3521638"/>
                <a:ext cx="137289" cy="137289"/>
              </a:xfrm>
              <a:custGeom>
                <a:avLst/>
                <a:gdLst>
                  <a:gd name="T0" fmla="*/ 76 w 76"/>
                  <a:gd name="T1" fmla="*/ 7 h 76"/>
                  <a:gd name="T2" fmla="*/ 69 w 76"/>
                  <a:gd name="T3" fmla="*/ 0 h 76"/>
                  <a:gd name="T4" fmla="*/ 38 w 76"/>
                  <a:gd name="T5" fmla="*/ 31 h 76"/>
                  <a:gd name="T6" fmla="*/ 7 w 76"/>
                  <a:gd name="T7" fmla="*/ 0 h 76"/>
                  <a:gd name="T8" fmla="*/ 0 w 76"/>
                  <a:gd name="T9" fmla="*/ 7 h 76"/>
                  <a:gd name="T10" fmla="*/ 31 w 76"/>
                  <a:gd name="T11" fmla="*/ 38 h 76"/>
                  <a:gd name="T12" fmla="*/ 0 w 76"/>
                  <a:gd name="T13" fmla="*/ 69 h 76"/>
                  <a:gd name="T14" fmla="*/ 7 w 76"/>
                  <a:gd name="T15" fmla="*/ 76 h 76"/>
                  <a:gd name="T16" fmla="*/ 38 w 76"/>
                  <a:gd name="T17" fmla="*/ 45 h 76"/>
                  <a:gd name="T18" fmla="*/ 69 w 76"/>
                  <a:gd name="T19" fmla="*/ 76 h 76"/>
                  <a:gd name="T20" fmla="*/ 76 w 76"/>
                  <a:gd name="T21" fmla="*/ 69 h 76"/>
                  <a:gd name="T22" fmla="*/ 45 w 76"/>
                  <a:gd name="T23" fmla="*/ 38 h 76"/>
                  <a:gd name="T24" fmla="*/ 76 w 76"/>
                  <a:gd name="T25" fmla="*/ 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76">
                    <a:moveTo>
                      <a:pt x="76" y="7"/>
                    </a:moveTo>
                    <a:lnTo>
                      <a:pt x="69" y="0"/>
                    </a:lnTo>
                    <a:lnTo>
                      <a:pt x="38" y="31"/>
                    </a:lnTo>
                    <a:lnTo>
                      <a:pt x="7" y="0"/>
                    </a:lnTo>
                    <a:lnTo>
                      <a:pt x="0" y="7"/>
                    </a:lnTo>
                    <a:lnTo>
                      <a:pt x="31" y="38"/>
                    </a:lnTo>
                    <a:lnTo>
                      <a:pt x="0" y="69"/>
                    </a:lnTo>
                    <a:lnTo>
                      <a:pt x="7" y="76"/>
                    </a:lnTo>
                    <a:lnTo>
                      <a:pt x="38" y="45"/>
                    </a:lnTo>
                    <a:lnTo>
                      <a:pt x="69" y="76"/>
                    </a:lnTo>
                    <a:lnTo>
                      <a:pt x="76" y="69"/>
                    </a:lnTo>
                    <a:lnTo>
                      <a:pt x="45" y="38"/>
                    </a:lnTo>
                    <a:lnTo>
                      <a:pt x="76" y="7"/>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7" name="Freeform 6"/>
              <p:cNvSpPr/>
              <p:nvPr/>
            </p:nvSpPr>
            <p:spPr bwMode="auto">
              <a:xfrm>
                <a:off x="9050208" y="3514412"/>
                <a:ext cx="169805" cy="153548"/>
              </a:xfrm>
              <a:custGeom>
                <a:avLst/>
                <a:gdLst>
                  <a:gd name="T0" fmla="*/ 52 w 94"/>
                  <a:gd name="T1" fmla="*/ 0 h 85"/>
                  <a:gd name="T2" fmla="*/ 45 w 94"/>
                  <a:gd name="T3" fmla="*/ 7 h 85"/>
                  <a:gd name="T4" fmla="*/ 75 w 94"/>
                  <a:gd name="T5" fmla="*/ 37 h 85"/>
                  <a:gd name="T6" fmla="*/ 0 w 94"/>
                  <a:gd name="T7" fmla="*/ 37 h 85"/>
                  <a:gd name="T8" fmla="*/ 0 w 94"/>
                  <a:gd name="T9" fmla="*/ 47 h 85"/>
                  <a:gd name="T10" fmla="*/ 75 w 94"/>
                  <a:gd name="T11" fmla="*/ 47 h 85"/>
                  <a:gd name="T12" fmla="*/ 45 w 94"/>
                  <a:gd name="T13" fmla="*/ 78 h 85"/>
                  <a:gd name="T14" fmla="*/ 52 w 94"/>
                  <a:gd name="T15" fmla="*/ 85 h 85"/>
                  <a:gd name="T16" fmla="*/ 94 w 94"/>
                  <a:gd name="T17" fmla="*/ 42 h 85"/>
                  <a:gd name="T18" fmla="*/ 52 w 94"/>
                  <a:gd name="T1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85">
                    <a:moveTo>
                      <a:pt x="52" y="0"/>
                    </a:moveTo>
                    <a:lnTo>
                      <a:pt x="45" y="7"/>
                    </a:lnTo>
                    <a:lnTo>
                      <a:pt x="75" y="37"/>
                    </a:lnTo>
                    <a:lnTo>
                      <a:pt x="0" y="37"/>
                    </a:lnTo>
                    <a:lnTo>
                      <a:pt x="0" y="47"/>
                    </a:lnTo>
                    <a:lnTo>
                      <a:pt x="75" y="47"/>
                    </a:lnTo>
                    <a:lnTo>
                      <a:pt x="45" y="78"/>
                    </a:lnTo>
                    <a:lnTo>
                      <a:pt x="52" y="85"/>
                    </a:lnTo>
                    <a:lnTo>
                      <a:pt x="94" y="42"/>
                    </a:lnTo>
                    <a:lnTo>
                      <a:pt x="52"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8" name="Freeform 8"/>
              <p:cNvSpPr/>
              <p:nvPr/>
            </p:nvSpPr>
            <p:spPr bwMode="auto">
              <a:xfrm>
                <a:off x="9050208" y="3949764"/>
                <a:ext cx="169805" cy="102967"/>
              </a:xfrm>
              <a:custGeom>
                <a:avLst/>
                <a:gdLst>
                  <a:gd name="T0" fmla="*/ 66 w 94"/>
                  <a:gd name="T1" fmla="*/ 0 h 57"/>
                  <a:gd name="T2" fmla="*/ 59 w 94"/>
                  <a:gd name="T3" fmla="*/ 7 h 57"/>
                  <a:gd name="T4" fmla="*/ 75 w 94"/>
                  <a:gd name="T5" fmla="*/ 24 h 57"/>
                  <a:gd name="T6" fmla="*/ 19 w 94"/>
                  <a:gd name="T7" fmla="*/ 24 h 57"/>
                  <a:gd name="T8" fmla="*/ 35 w 94"/>
                  <a:gd name="T9" fmla="*/ 7 h 57"/>
                  <a:gd name="T10" fmla="*/ 28 w 94"/>
                  <a:gd name="T11" fmla="*/ 0 h 57"/>
                  <a:gd name="T12" fmla="*/ 0 w 94"/>
                  <a:gd name="T13" fmla="*/ 28 h 57"/>
                  <a:gd name="T14" fmla="*/ 28 w 94"/>
                  <a:gd name="T15" fmla="*/ 57 h 57"/>
                  <a:gd name="T16" fmla="*/ 35 w 94"/>
                  <a:gd name="T17" fmla="*/ 50 h 57"/>
                  <a:gd name="T18" fmla="*/ 19 w 94"/>
                  <a:gd name="T19" fmla="*/ 33 h 57"/>
                  <a:gd name="T20" fmla="*/ 75 w 94"/>
                  <a:gd name="T21" fmla="*/ 33 h 57"/>
                  <a:gd name="T22" fmla="*/ 59 w 94"/>
                  <a:gd name="T23" fmla="*/ 50 h 57"/>
                  <a:gd name="T24" fmla="*/ 66 w 94"/>
                  <a:gd name="T25" fmla="*/ 57 h 57"/>
                  <a:gd name="T26" fmla="*/ 94 w 94"/>
                  <a:gd name="T27" fmla="*/ 28 h 57"/>
                  <a:gd name="T28" fmla="*/ 66 w 94"/>
                  <a:gd name="T29"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57">
                    <a:moveTo>
                      <a:pt x="66" y="0"/>
                    </a:moveTo>
                    <a:lnTo>
                      <a:pt x="59" y="7"/>
                    </a:lnTo>
                    <a:lnTo>
                      <a:pt x="75" y="24"/>
                    </a:lnTo>
                    <a:lnTo>
                      <a:pt x="19" y="24"/>
                    </a:lnTo>
                    <a:lnTo>
                      <a:pt x="35" y="7"/>
                    </a:lnTo>
                    <a:lnTo>
                      <a:pt x="28" y="0"/>
                    </a:lnTo>
                    <a:lnTo>
                      <a:pt x="0" y="28"/>
                    </a:lnTo>
                    <a:lnTo>
                      <a:pt x="28" y="57"/>
                    </a:lnTo>
                    <a:lnTo>
                      <a:pt x="35" y="50"/>
                    </a:lnTo>
                    <a:lnTo>
                      <a:pt x="19" y="33"/>
                    </a:lnTo>
                    <a:lnTo>
                      <a:pt x="75" y="33"/>
                    </a:lnTo>
                    <a:lnTo>
                      <a:pt x="59" y="50"/>
                    </a:lnTo>
                    <a:lnTo>
                      <a:pt x="66" y="57"/>
                    </a:lnTo>
                    <a:lnTo>
                      <a:pt x="94" y="28"/>
                    </a:lnTo>
                    <a:lnTo>
                      <a:pt x="66"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9" name="Freeform 9"/>
              <p:cNvSpPr/>
              <p:nvPr/>
            </p:nvSpPr>
            <p:spPr bwMode="auto">
              <a:xfrm>
                <a:off x="9472914" y="3928086"/>
                <a:ext cx="149935" cy="146322"/>
              </a:xfrm>
              <a:custGeom>
                <a:avLst/>
                <a:gdLst>
                  <a:gd name="T0" fmla="*/ 35 w 35"/>
                  <a:gd name="T1" fmla="*/ 0 h 34"/>
                  <a:gd name="T2" fmla="*/ 21 w 35"/>
                  <a:gd name="T3" fmla="*/ 0 h 34"/>
                  <a:gd name="T4" fmla="*/ 21 w 35"/>
                  <a:gd name="T5" fmla="*/ 14 h 34"/>
                  <a:gd name="T6" fmla="*/ 25 w 35"/>
                  <a:gd name="T7" fmla="*/ 14 h 34"/>
                  <a:gd name="T8" fmla="*/ 25 w 35"/>
                  <a:gd name="T9" fmla="*/ 7 h 34"/>
                  <a:gd name="T10" fmla="*/ 30 w 35"/>
                  <a:gd name="T11" fmla="*/ 17 h 34"/>
                  <a:gd name="T12" fmla="*/ 17 w 35"/>
                  <a:gd name="T13" fmla="*/ 30 h 34"/>
                  <a:gd name="T14" fmla="*/ 4 w 35"/>
                  <a:gd name="T15" fmla="*/ 17 h 34"/>
                  <a:gd name="T16" fmla="*/ 12 w 35"/>
                  <a:gd name="T17" fmla="*/ 5 h 34"/>
                  <a:gd name="T18" fmla="*/ 10 w 35"/>
                  <a:gd name="T19" fmla="*/ 2 h 34"/>
                  <a:gd name="T20" fmla="*/ 0 w 35"/>
                  <a:gd name="T21" fmla="*/ 17 h 34"/>
                  <a:gd name="T22" fmla="*/ 17 w 35"/>
                  <a:gd name="T23" fmla="*/ 34 h 34"/>
                  <a:gd name="T24" fmla="*/ 34 w 35"/>
                  <a:gd name="T25" fmla="*/ 17 h 34"/>
                  <a:gd name="T26" fmla="*/ 27 w 35"/>
                  <a:gd name="T27" fmla="*/ 4 h 34"/>
                  <a:gd name="T28" fmla="*/ 35 w 35"/>
                  <a:gd name="T29" fmla="*/ 4 h 34"/>
                  <a:gd name="T30" fmla="*/ 35 w 35"/>
                  <a:gd name="T3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34">
                    <a:moveTo>
                      <a:pt x="35" y="0"/>
                    </a:moveTo>
                    <a:cubicBezTo>
                      <a:pt x="21" y="0"/>
                      <a:pt x="21" y="0"/>
                      <a:pt x="21" y="0"/>
                    </a:cubicBezTo>
                    <a:cubicBezTo>
                      <a:pt x="21" y="14"/>
                      <a:pt x="21" y="14"/>
                      <a:pt x="21" y="14"/>
                    </a:cubicBezTo>
                    <a:cubicBezTo>
                      <a:pt x="25" y="14"/>
                      <a:pt x="25" y="14"/>
                      <a:pt x="25" y="14"/>
                    </a:cubicBezTo>
                    <a:cubicBezTo>
                      <a:pt x="25" y="7"/>
                      <a:pt x="25" y="7"/>
                      <a:pt x="25" y="7"/>
                    </a:cubicBezTo>
                    <a:cubicBezTo>
                      <a:pt x="28" y="9"/>
                      <a:pt x="30" y="13"/>
                      <a:pt x="30" y="17"/>
                    </a:cubicBezTo>
                    <a:cubicBezTo>
                      <a:pt x="30" y="24"/>
                      <a:pt x="24" y="30"/>
                      <a:pt x="17" y="30"/>
                    </a:cubicBezTo>
                    <a:cubicBezTo>
                      <a:pt x="10" y="30"/>
                      <a:pt x="4" y="24"/>
                      <a:pt x="4" y="17"/>
                    </a:cubicBezTo>
                    <a:cubicBezTo>
                      <a:pt x="4" y="12"/>
                      <a:pt x="7" y="7"/>
                      <a:pt x="12" y="5"/>
                    </a:cubicBezTo>
                    <a:cubicBezTo>
                      <a:pt x="10" y="2"/>
                      <a:pt x="10" y="2"/>
                      <a:pt x="10" y="2"/>
                    </a:cubicBezTo>
                    <a:cubicBezTo>
                      <a:pt x="4" y="5"/>
                      <a:pt x="0" y="10"/>
                      <a:pt x="0" y="17"/>
                    </a:cubicBezTo>
                    <a:cubicBezTo>
                      <a:pt x="0" y="26"/>
                      <a:pt x="8" y="34"/>
                      <a:pt x="17" y="34"/>
                    </a:cubicBezTo>
                    <a:cubicBezTo>
                      <a:pt x="26" y="34"/>
                      <a:pt x="34" y="26"/>
                      <a:pt x="34" y="17"/>
                    </a:cubicBezTo>
                    <a:cubicBezTo>
                      <a:pt x="34" y="12"/>
                      <a:pt x="31" y="7"/>
                      <a:pt x="27" y="4"/>
                    </a:cubicBezTo>
                    <a:cubicBezTo>
                      <a:pt x="35" y="4"/>
                      <a:pt x="35" y="4"/>
                      <a:pt x="35" y="4"/>
                    </a:cubicBezTo>
                    <a:lnTo>
                      <a:pt x="35"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30" name="组合 29"/>
            <p:cNvGrpSpPr/>
            <p:nvPr/>
          </p:nvGrpSpPr>
          <p:grpSpPr>
            <a:xfrm>
              <a:off x="1465" y="2772"/>
              <a:ext cx="646" cy="640"/>
              <a:chOff x="930275" y="1106434"/>
              <a:chExt cx="410062" cy="406449"/>
            </a:xfrm>
            <a:grpFill/>
          </p:grpSpPr>
          <p:sp>
            <p:nvSpPr>
              <p:cNvPr id="31" name="Freeform 33"/>
              <p:cNvSpPr/>
              <p:nvPr/>
            </p:nvSpPr>
            <p:spPr bwMode="auto">
              <a:xfrm>
                <a:off x="1221112" y="1144368"/>
                <a:ext cx="34323" cy="56000"/>
              </a:xfrm>
              <a:custGeom>
                <a:avLst/>
                <a:gdLst>
                  <a:gd name="T0" fmla="*/ 19 w 19"/>
                  <a:gd name="T1" fmla="*/ 0 h 31"/>
                  <a:gd name="T2" fmla="*/ 0 w 19"/>
                  <a:gd name="T3" fmla="*/ 0 h 31"/>
                  <a:gd name="T4" fmla="*/ 0 w 19"/>
                  <a:gd name="T5" fmla="*/ 12 h 31"/>
                  <a:gd name="T6" fmla="*/ 19 w 19"/>
                  <a:gd name="T7" fmla="*/ 31 h 31"/>
                  <a:gd name="T8" fmla="*/ 19 w 19"/>
                  <a:gd name="T9" fmla="*/ 0 h 31"/>
                </a:gdLst>
                <a:ahLst/>
                <a:cxnLst>
                  <a:cxn ang="0">
                    <a:pos x="T0" y="T1"/>
                  </a:cxn>
                  <a:cxn ang="0">
                    <a:pos x="T2" y="T3"/>
                  </a:cxn>
                  <a:cxn ang="0">
                    <a:pos x="T4" y="T5"/>
                  </a:cxn>
                  <a:cxn ang="0">
                    <a:pos x="T6" y="T7"/>
                  </a:cxn>
                  <a:cxn ang="0">
                    <a:pos x="T8" y="T9"/>
                  </a:cxn>
                </a:cxnLst>
                <a:rect l="0" t="0" r="r" b="b"/>
                <a:pathLst>
                  <a:path w="19" h="31">
                    <a:moveTo>
                      <a:pt x="19" y="0"/>
                    </a:moveTo>
                    <a:lnTo>
                      <a:pt x="0" y="0"/>
                    </a:lnTo>
                    <a:lnTo>
                      <a:pt x="0" y="12"/>
                    </a:lnTo>
                    <a:lnTo>
                      <a:pt x="19" y="31"/>
                    </a:lnTo>
                    <a:lnTo>
                      <a:pt x="19"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32" name="Freeform 34"/>
              <p:cNvSpPr>
                <a:spLocks noEditPoints="1"/>
              </p:cNvSpPr>
              <p:nvPr/>
            </p:nvSpPr>
            <p:spPr bwMode="auto">
              <a:xfrm>
                <a:off x="930275" y="1106434"/>
                <a:ext cx="410062" cy="406449"/>
              </a:xfrm>
              <a:custGeom>
                <a:avLst/>
                <a:gdLst>
                  <a:gd name="T0" fmla="*/ 114 w 227"/>
                  <a:gd name="T1" fmla="*/ 0 h 225"/>
                  <a:gd name="T2" fmla="*/ 0 w 227"/>
                  <a:gd name="T3" fmla="*/ 114 h 225"/>
                  <a:gd name="T4" fmla="*/ 24 w 227"/>
                  <a:gd name="T5" fmla="*/ 133 h 225"/>
                  <a:gd name="T6" fmla="*/ 24 w 227"/>
                  <a:gd name="T7" fmla="*/ 225 h 225"/>
                  <a:gd name="T8" fmla="*/ 90 w 227"/>
                  <a:gd name="T9" fmla="*/ 225 h 225"/>
                  <a:gd name="T10" fmla="*/ 90 w 227"/>
                  <a:gd name="T11" fmla="*/ 168 h 225"/>
                  <a:gd name="T12" fmla="*/ 137 w 227"/>
                  <a:gd name="T13" fmla="*/ 168 h 225"/>
                  <a:gd name="T14" fmla="*/ 137 w 227"/>
                  <a:gd name="T15" fmla="*/ 225 h 225"/>
                  <a:gd name="T16" fmla="*/ 204 w 227"/>
                  <a:gd name="T17" fmla="*/ 225 h 225"/>
                  <a:gd name="T18" fmla="*/ 204 w 227"/>
                  <a:gd name="T19" fmla="*/ 135 h 225"/>
                  <a:gd name="T20" fmla="*/ 227 w 227"/>
                  <a:gd name="T21" fmla="*/ 114 h 225"/>
                  <a:gd name="T22" fmla="*/ 114 w 227"/>
                  <a:gd name="T23" fmla="*/ 0 h 225"/>
                  <a:gd name="T24" fmla="*/ 194 w 227"/>
                  <a:gd name="T25" fmla="*/ 130 h 225"/>
                  <a:gd name="T26" fmla="*/ 194 w 227"/>
                  <a:gd name="T27" fmla="*/ 215 h 225"/>
                  <a:gd name="T28" fmla="*/ 147 w 227"/>
                  <a:gd name="T29" fmla="*/ 215 h 225"/>
                  <a:gd name="T30" fmla="*/ 147 w 227"/>
                  <a:gd name="T31" fmla="*/ 159 h 225"/>
                  <a:gd name="T32" fmla="*/ 80 w 227"/>
                  <a:gd name="T33" fmla="*/ 159 h 225"/>
                  <a:gd name="T34" fmla="*/ 80 w 227"/>
                  <a:gd name="T35" fmla="*/ 215 h 225"/>
                  <a:gd name="T36" fmla="*/ 33 w 227"/>
                  <a:gd name="T37" fmla="*/ 215 h 225"/>
                  <a:gd name="T38" fmla="*/ 33 w 227"/>
                  <a:gd name="T39" fmla="*/ 130 h 225"/>
                  <a:gd name="T40" fmla="*/ 14 w 227"/>
                  <a:gd name="T41" fmla="*/ 114 h 225"/>
                  <a:gd name="T42" fmla="*/ 114 w 227"/>
                  <a:gd name="T43" fmla="*/ 12 h 225"/>
                  <a:gd name="T44" fmla="*/ 213 w 227"/>
                  <a:gd name="T45" fmla="*/ 114 h 225"/>
                  <a:gd name="T46" fmla="*/ 194 w 227"/>
                  <a:gd name="T47" fmla="*/ 13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7" h="225">
                    <a:moveTo>
                      <a:pt x="114" y="0"/>
                    </a:moveTo>
                    <a:lnTo>
                      <a:pt x="0" y="114"/>
                    </a:lnTo>
                    <a:lnTo>
                      <a:pt x="24" y="133"/>
                    </a:lnTo>
                    <a:lnTo>
                      <a:pt x="24" y="225"/>
                    </a:lnTo>
                    <a:lnTo>
                      <a:pt x="90" y="225"/>
                    </a:lnTo>
                    <a:lnTo>
                      <a:pt x="90" y="168"/>
                    </a:lnTo>
                    <a:lnTo>
                      <a:pt x="137" y="168"/>
                    </a:lnTo>
                    <a:lnTo>
                      <a:pt x="137" y="225"/>
                    </a:lnTo>
                    <a:lnTo>
                      <a:pt x="204" y="225"/>
                    </a:lnTo>
                    <a:lnTo>
                      <a:pt x="204" y="135"/>
                    </a:lnTo>
                    <a:lnTo>
                      <a:pt x="227" y="114"/>
                    </a:lnTo>
                    <a:lnTo>
                      <a:pt x="114" y="0"/>
                    </a:lnTo>
                    <a:close/>
                    <a:moveTo>
                      <a:pt x="194" y="130"/>
                    </a:moveTo>
                    <a:lnTo>
                      <a:pt x="194" y="215"/>
                    </a:lnTo>
                    <a:lnTo>
                      <a:pt x="147" y="215"/>
                    </a:lnTo>
                    <a:lnTo>
                      <a:pt x="147" y="159"/>
                    </a:lnTo>
                    <a:lnTo>
                      <a:pt x="80" y="159"/>
                    </a:lnTo>
                    <a:lnTo>
                      <a:pt x="80" y="215"/>
                    </a:lnTo>
                    <a:lnTo>
                      <a:pt x="33" y="215"/>
                    </a:lnTo>
                    <a:lnTo>
                      <a:pt x="33" y="130"/>
                    </a:lnTo>
                    <a:lnTo>
                      <a:pt x="14" y="114"/>
                    </a:lnTo>
                    <a:lnTo>
                      <a:pt x="114" y="12"/>
                    </a:lnTo>
                    <a:lnTo>
                      <a:pt x="213" y="114"/>
                    </a:lnTo>
                    <a:lnTo>
                      <a:pt x="194" y="13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2839" y="2753"/>
              <a:ext cx="484" cy="646"/>
              <a:chOff x="1802784" y="1093788"/>
              <a:chExt cx="307094" cy="410062"/>
            </a:xfrm>
            <a:grpFill/>
          </p:grpSpPr>
          <p:sp>
            <p:nvSpPr>
              <p:cNvPr id="34" name="Freeform 35"/>
              <p:cNvSpPr>
                <a:spLocks noEditPoints="1"/>
              </p:cNvSpPr>
              <p:nvPr/>
            </p:nvSpPr>
            <p:spPr bwMode="auto">
              <a:xfrm>
                <a:off x="1802784" y="1093788"/>
                <a:ext cx="307094" cy="410062"/>
              </a:xfrm>
              <a:custGeom>
                <a:avLst/>
                <a:gdLst>
                  <a:gd name="T0" fmla="*/ 62 w 72"/>
                  <a:gd name="T1" fmla="*/ 32 h 96"/>
                  <a:gd name="T2" fmla="*/ 62 w 72"/>
                  <a:gd name="T3" fmla="*/ 18 h 96"/>
                  <a:gd name="T4" fmla="*/ 57 w 72"/>
                  <a:gd name="T5" fmla="*/ 5 h 96"/>
                  <a:gd name="T6" fmla="*/ 44 w 72"/>
                  <a:gd name="T7" fmla="*/ 0 h 96"/>
                  <a:gd name="T8" fmla="*/ 28 w 72"/>
                  <a:gd name="T9" fmla="*/ 0 h 96"/>
                  <a:gd name="T10" fmla="*/ 15 w 72"/>
                  <a:gd name="T11" fmla="*/ 5 h 96"/>
                  <a:gd name="T12" fmla="*/ 10 w 72"/>
                  <a:gd name="T13" fmla="*/ 18 h 96"/>
                  <a:gd name="T14" fmla="*/ 10 w 72"/>
                  <a:gd name="T15" fmla="*/ 32 h 96"/>
                  <a:gd name="T16" fmla="*/ 0 w 72"/>
                  <a:gd name="T17" fmla="*/ 32 h 96"/>
                  <a:gd name="T18" fmla="*/ 0 w 72"/>
                  <a:gd name="T19" fmla="*/ 80 h 96"/>
                  <a:gd name="T20" fmla="*/ 5 w 72"/>
                  <a:gd name="T21" fmla="*/ 91 h 96"/>
                  <a:gd name="T22" fmla="*/ 16 w 72"/>
                  <a:gd name="T23" fmla="*/ 96 h 96"/>
                  <a:gd name="T24" fmla="*/ 56 w 72"/>
                  <a:gd name="T25" fmla="*/ 96 h 96"/>
                  <a:gd name="T26" fmla="*/ 67 w 72"/>
                  <a:gd name="T27" fmla="*/ 91 h 96"/>
                  <a:gd name="T28" fmla="*/ 72 w 72"/>
                  <a:gd name="T29" fmla="*/ 79 h 96"/>
                  <a:gd name="T30" fmla="*/ 72 w 72"/>
                  <a:gd name="T31" fmla="*/ 32 h 96"/>
                  <a:gd name="T32" fmla="*/ 62 w 72"/>
                  <a:gd name="T33" fmla="*/ 32 h 96"/>
                  <a:gd name="T34" fmla="*/ 14 w 72"/>
                  <a:gd name="T35" fmla="*/ 18 h 96"/>
                  <a:gd name="T36" fmla="*/ 18 w 72"/>
                  <a:gd name="T37" fmla="*/ 8 h 96"/>
                  <a:gd name="T38" fmla="*/ 28 w 72"/>
                  <a:gd name="T39" fmla="*/ 4 h 96"/>
                  <a:gd name="T40" fmla="*/ 44 w 72"/>
                  <a:gd name="T41" fmla="*/ 4 h 96"/>
                  <a:gd name="T42" fmla="*/ 54 w 72"/>
                  <a:gd name="T43" fmla="*/ 8 h 96"/>
                  <a:gd name="T44" fmla="*/ 58 w 72"/>
                  <a:gd name="T45" fmla="*/ 18 h 96"/>
                  <a:gd name="T46" fmla="*/ 58 w 72"/>
                  <a:gd name="T47" fmla="*/ 32 h 96"/>
                  <a:gd name="T48" fmla="*/ 14 w 72"/>
                  <a:gd name="T49" fmla="*/ 32 h 96"/>
                  <a:gd name="T50" fmla="*/ 14 w 72"/>
                  <a:gd name="T51" fmla="*/ 18 h 96"/>
                  <a:gd name="T52" fmla="*/ 68 w 72"/>
                  <a:gd name="T53" fmla="*/ 79 h 96"/>
                  <a:gd name="T54" fmla="*/ 64 w 72"/>
                  <a:gd name="T55" fmla="*/ 88 h 96"/>
                  <a:gd name="T56" fmla="*/ 56 w 72"/>
                  <a:gd name="T57" fmla="*/ 92 h 96"/>
                  <a:gd name="T58" fmla="*/ 16 w 72"/>
                  <a:gd name="T59" fmla="*/ 92 h 96"/>
                  <a:gd name="T60" fmla="*/ 8 w 72"/>
                  <a:gd name="T61" fmla="*/ 88 h 96"/>
                  <a:gd name="T62" fmla="*/ 4 w 72"/>
                  <a:gd name="T63" fmla="*/ 80 h 96"/>
                  <a:gd name="T64" fmla="*/ 4 w 72"/>
                  <a:gd name="T65" fmla="*/ 36 h 96"/>
                  <a:gd name="T66" fmla="*/ 10 w 72"/>
                  <a:gd name="T67" fmla="*/ 36 h 96"/>
                  <a:gd name="T68" fmla="*/ 14 w 72"/>
                  <a:gd name="T69" fmla="*/ 36 h 96"/>
                  <a:gd name="T70" fmla="*/ 58 w 72"/>
                  <a:gd name="T71" fmla="*/ 36 h 96"/>
                  <a:gd name="T72" fmla="*/ 62 w 72"/>
                  <a:gd name="T73" fmla="*/ 36 h 96"/>
                  <a:gd name="T74" fmla="*/ 68 w 72"/>
                  <a:gd name="T75" fmla="*/ 36 h 96"/>
                  <a:gd name="T76" fmla="*/ 68 w 72"/>
                  <a:gd name="T77" fmla="*/ 7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 h="96">
                    <a:moveTo>
                      <a:pt x="62" y="32"/>
                    </a:moveTo>
                    <a:cubicBezTo>
                      <a:pt x="62" y="18"/>
                      <a:pt x="62" y="18"/>
                      <a:pt x="62" y="18"/>
                    </a:cubicBezTo>
                    <a:cubicBezTo>
                      <a:pt x="62" y="13"/>
                      <a:pt x="60" y="9"/>
                      <a:pt x="57" y="5"/>
                    </a:cubicBezTo>
                    <a:cubicBezTo>
                      <a:pt x="53" y="2"/>
                      <a:pt x="49" y="0"/>
                      <a:pt x="44" y="0"/>
                    </a:cubicBezTo>
                    <a:cubicBezTo>
                      <a:pt x="28" y="0"/>
                      <a:pt x="28" y="0"/>
                      <a:pt x="28" y="0"/>
                    </a:cubicBezTo>
                    <a:cubicBezTo>
                      <a:pt x="23" y="0"/>
                      <a:pt x="19" y="2"/>
                      <a:pt x="15" y="5"/>
                    </a:cubicBezTo>
                    <a:cubicBezTo>
                      <a:pt x="12" y="9"/>
                      <a:pt x="10" y="13"/>
                      <a:pt x="10" y="18"/>
                    </a:cubicBezTo>
                    <a:cubicBezTo>
                      <a:pt x="10" y="32"/>
                      <a:pt x="10" y="32"/>
                      <a:pt x="10" y="32"/>
                    </a:cubicBezTo>
                    <a:cubicBezTo>
                      <a:pt x="0" y="32"/>
                      <a:pt x="0" y="32"/>
                      <a:pt x="0" y="32"/>
                    </a:cubicBezTo>
                    <a:cubicBezTo>
                      <a:pt x="0" y="80"/>
                      <a:pt x="0" y="80"/>
                      <a:pt x="0" y="80"/>
                    </a:cubicBezTo>
                    <a:cubicBezTo>
                      <a:pt x="0" y="84"/>
                      <a:pt x="2" y="88"/>
                      <a:pt x="5" y="91"/>
                    </a:cubicBezTo>
                    <a:cubicBezTo>
                      <a:pt x="8" y="94"/>
                      <a:pt x="12" y="96"/>
                      <a:pt x="16" y="96"/>
                    </a:cubicBezTo>
                    <a:cubicBezTo>
                      <a:pt x="56" y="96"/>
                      <a:pt x="56" y="96"/>
                      <a:pt x="56" y="96"/>
                    </a:cubicBezTo>
                    <a:cubicBezTo>
                      <a:pt x="60" y="96"/>
                      <a:pt x="64" y="94"/>
                      <a:pt x="67" y="91"/>
                    </a:cubicBezTo>
                    <a:cubicBezTo>
                      <a:pt x="70" y="88"/>
                      <a:pt x="72" y="84"/>
                      <a:pt x="72" y="79"/>
                    </a:cubicBezTo>
                    <a:cubicBezTo>
                      <a:pt x="72" y="32"/>
                      <a:pt x="72" y="32"/>
                      <a:pt x="72" y="32"/>
                    </a:cubicBezTo>
                    <a:lnTo>
                      <a:pt x="62" y="32"/>
                    </a:lnTo>
                    <a:close/>
                    <a:moveTo>
                      <a:pt x="14" y="18"/>
                    </a:moveTo>
                    <a:cubicBezTo>
                      <a:pt x="14" y="14"/>
                      <a:pt x="15" y="11"/>
                      <a:pt x="18" y="8"/>
                    </a:cubicBezTo>
                    <a:cubicBezTo>
                      <a:pt x="21" y="6"/>
                      <a:pt x="24" y="4"/>
                      <a:pt x="28" y="4"/>
                    </a:cubicBezTo>
                    <a:cubicBezTo>
                      <a:pt x="44" y="4"/>
                      <a:pt x="44" y="4"/>
                      <a:pt x="44" y="4"/>
                    </a:cubicBezTo>
                    <a:cubicBezTo>
                      <a:pt x="48" y="4"/>
                      <a:pt x="51" y="6"/>
                      <a:pt x="54" y="8"/>
                    </a:cubicBezTo>
                    <a:cubicBezTo>
                      <a:pt x="57" y="11"/>
                      <a:pt x="58" y="14"/>
                      <a:pt x="58" y="18"/>
                    </a:cubicBezTo>
                    <a:cubicBezTo>
                      <a:pt x="58" y="32"/>
                      <a:pt x="58" y="32"/>
                      <a:pt x="58" y="32"/>
                    </a:cubicBezTo>
                    <a:cubicBezTo>
                      <a:pt x="14" y="32"/>
                      <a:pt x="14" y="32"/>
                      <a:pt x="14" y="32"/>
                    </a:cubicBezTo>
                    <a:lnTo>
                      <a:pt x="14" y="18"/>
                    </a:lnTo>
                    <a:close/>
                    <a:moveTo>
                      <a:pt x="68" y="79"/>
                    </a:moveTo>
                    <a:cubicBezTo>
                      <a:pt x="68" y="83"/>
                      <a:pt x="67" y="86"/>
                      <a:pt x="64" y="88"/>
                    </a:cubicBezTo>
                    <a:cubicBezTo>
                      <a:pt x="62" y="91"/>
                      <a:pt x="59" y="92"/>
                      <a:pt x="56" y="92"/>
                    </a:cubicBezTo>
                    <a:cubicBezTo>
                      <a:pt x="16" y="92"/>
                      <a:pt x="16" y="92"/>
                      <a:pt x="16" y="92"/>
                    </a:cubicBezTo>
                    <a:cubicBezTo>
                      <a:pt x="13" y="92"/>
                      <a:pt x="10" y="91"/>
                      <a:pt x="8" y="88"/>
                    </a:cubicBezTo>
                    <a:cubicBezTo>
                      <a:pt x="5" y="86"/>
                      <a:pt x="4" y="83"/>
                      <a:pt x="4" y="80"/>
                    </a:cubicBezTo>
                    <a:cubicBezTo>
                      <a:pt x="4" y="36"/>
                      <a:pt x="4" y="36"/>
                      <a:pt x="4" y="36"/>
                    </a:cubicBezTo>
                    <a:cubicBezTo>
                      <a:pt x="10" y="36"/>
                      <a:pt x="10" y="36"/>
                      <a:pt x="10" y="36"/>
                    </a:cubicBezTo>
                    <a:cubicBezTo>
                      <a:pt x="14" y="36"/>
                      <a:pt x="14" y="36"/>
                      <a:pt x="14" y="36"/>
                    </a:cubicBezTo>
                    <a:cubicBezTo>
                      <a:pt x="58" y="36"/>
                      <a:pt x="58" y="36"/>
                      <a:pt x="58" y="36"/>
                    </a:cubicBezTo>
                    <a:cubicBezTo>
                      <a:pt x="62" y="36"/>
                      <a:pt x="62" y="36"/>
                      <a:pt x="62" y="36"/>
                    </a:cubicBezTo>
                    <a:cubicBezTo>
                      <a:pt x="68" y="36"/>
                      <a:pt x="68" y="36"/>
                      <a:pt x="68" y="36"/>
                    </a:cubicBezTo>
                    <a:lnTo>
                      <a:pt x="68" y="7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35" name="Freeform 36"/>
              <p:cNvSpPr/>
              <p:nvPr/>
            </p:nvSpPr>
            <p:spPr bwMode="auto">
              <a:xfrm>
                <a:off x="1922009" y="1306948"/>
                <a:ext cx="68645" cy="128258"/>
              </a:xfrm>
              <a:custGeom>
                <a:avLst/>
                <a:gdLst>
                  <a:gd name="T0" fmla="*/ 8 w 16"/>
                  <a:gd name="T1" fmla="*/ 0 h 30"/>
                  <a:gd name="T2" fmla="*/ 0 w 16"/>
                  <a:gd name="T3" fmla="*/ 8 h 30"/>
                  <a:gd name="T4" fmla="*/ 6 w 16"/>
                  <a:gd name="T5" fmla="*/ 16 h 30"/>
                  <a:gd name="T6" fmla="*/ 6 w 16"/>
                  <a:gd name="T7" fmla="*/ 30 h 30"/>
                  <a:gd name="T8" fmla="*/ 10 w 16"/>
                  <a:gd name="T9" fmla="*/ 30 h 30"/>
                  <a:gd name="T10" fmla="*/ 10 w 16"/>
                  <a:gd name="T11" fmla="*/ 16 h 30"/>
                  <a:gd name="T12" fmla="*/ 16 w 16"/>
                  <a:gd name="T13" fmla="*/ 8 h 30"/>
                  <a:gd name="T14" fmla="*/ 8 w 16"/>
                  <a:gd name="T15" fmla="*/ 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30">
                    <a:moveTo>
                      <a:pt x="8" y="0"/>
                    </a:moveTo>
                    <a:cubicBezTo>
                      <a:pt x="4" y="0"/>
                      <a:pt x="0" y="4"/>
                      <a:pt x="0" y="8"/>
                    </a:cubicBezTo>
                    <a:cubicBezTo>
                      <a:pt x="0" y="12"/>
                      <a:pt x="3" y="15"/>
                      <a:pt x="6" y="16"/>
                    </a:cubicBezTo>
                    <a:cubicBezTo>
                      <a:pt x="6" y="30"/>
                      <a:pt x="6" y="30"/>
                      <a:pt x="6" y="30"/>
                    </a:cubicBezTo>
                    <a:cubicBezTo>
                      <a:pt x="10" y="30"/>
                      <a:pt x="10" y="30"/>
                      <a:pt x="10" y="30"/>
                    </a:cubicBezTo>
                    <a:cubicBezTo>
                      <a:pt x="10" y="16"/>
                      <a:pt x="10" y="16"/>
                      <a:pt x="10" y="16"/>
                    </a:cubicBezTo>
                    <a:cubicBezTo>
                      <a:pt x="13" y="15"/>
                      <a:pt x="16" y="12"/>
                      <a:pt x="16" y="8"/>
                    </a:cubicBezTo>
                    <a:cubicBezTo>
                      <a:pt x="16" y="4"/>
                      <a:pt x="12" y="0"/>
                      <a:pt x="8"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36" name="组合 35"/>
            <p:cNvGrpSpPr/>
            <p:nvPr/>
          </p:nvGrpSpPr>
          <p:grpSpPr>
            <a:xfrm>
              <a:off x="4131" y="2753"/>
              <a:ext cx="486" cy="646"/>
              <a:chOff x="2622907" y="1093788"/>
              <a:chExt cx="308901" cy="410062"/>
            </a:xfrm>
            <a:grpFill/>
          </p:grpSpPr>
          <p:sp>
            <p:nvSpPr>
              <p:cNvPr id="37" name="Freeform 37"/>
              <p:cNvSpPr>
                <a:spLocks noEditPoints="1"/>
              </p:cNvSpPr>
              <p:nvPr/>
            </p:nvSpPr>
            <p:spPr bwMode="auto">
              <a:xfrm>
                <a:off x="2622907" y="1093788"/>
                <a:ext cx="308901" cy="410062"/>
              </a:xfrm>
              <a:custGeom>
                <a:avLst/>
                <a:gdLst>
                  <a:gd name="T0" fmla="*/ 14 w 72"/>
                  <a:gd name="T1" fmla="*/ 32 h 96"/>
                  <a:gd name="T2" fmla="*/ 14 w 72"/>
                  <a:gd name="T3" fmla="*/ 18 h 96"/>
                  <a:gd name="T4" fmla="*/ 18 w 72"/>
                  <a:gd name="T5" fmla="*/ 8 h 96"/>
                  <a:gd name="T6" fmla="*/ 28 w 72"/>
                  <a:gd name="T7" fmla="*/ 4 h 96"/>
                  <a:gd name="T8" fmla="*/ 44 w 72"/>
                  <a:gd name="T9" fmla="*/ 4 h 96"/>
                  <a:gd name="T10" fmla="*/ 54 w 72"/>
                  <a:gd name="T11" fmla="*/ 8 h 96"/>
                  <a:gd name="T12" fmla="*/ 58 w 72"/>
                  <a:gd name="T13" fmla="*/ 18 h 96"/>
                  <a:gd name="T14" fmla="*/ 58 w 72"/>
                  <a:gd name="T15" fmla="*/ 20 h 96"/>
                  <a:gd name="T16" fmla="*/ 62 w 72"/>
                  <a:gd name="T17" fmla="*/ 20 h 96"/>
                  <a:gd name="T18" fmla="*/ 62 w 72"/>
                  <a:gd name="T19" fmla="*/ 18 h 96"/>
                  <a:gd name="T20" fmla="*/ 57 w 72"/>
                  <a:gd name="T21" fmla="*/ 5 h 96"/>
                  <a:gd name="T22" fmla="*/ 44 w 72"/>
                  <a:gd name="T23" fmla="*/ 0 h 96"/>
                  <a:gd name="T24" fmla="*/ 28 w 72"/>
                  <a:gd name="T25" fmla="*/ 0 h 96"/>
                  <a:gd name="T26" fmla="*/ 15 w 72"/>
                  <a:gd name="T27" fmla="*/ 5 h 96"/>
                  <a:gd name="T28" fmla="*/ 10 w 72"/>
                  <a:gd name="T29" fmla="*/ 18 h 96"/>
                  <a:gd name="T30" fmla="*/ 10 w 72"/>
                  <a:gd name="T31" fmla="*/ 32 h 96"/>
                  <a:gd name="T32" fmla="*/ 0 w 72"/>
                  <a:gd name="T33" fmla="*/ 32 h 96"/>
                  <a:gd name="T34" fmla="*/ 0 w 72"/>
                  <a:gd name="T35" fmla="*/ 80 h 96"/>
                  <a:gd name="T36" fmla="*/ 5 w 72"/>
                  <a:gd name="T37" fmla="*/ 91 h 96"/>
                  <a:gd name="T38" fmla="*/ 16 w 72"/>
                  <a:gd name="T39" fmla="*/ 96 h 96"/>
                  <a:gd name="T40" fmla="*/ 56 w 72"/>
                  <a:gd name="T41" fmla="*/ 96 h 96"/>
                  <a:gd name="T42" fmla="*/ 67 w 72"/>
                  <a:gd name="T43" fmla="*/ 91 h 96"/>
                  <a:gd name="T44" fmla="*/ 72 w 72"/>
                  <a:gd name="T45" fmla="*/ 79 h 96"/>
                  <a:gd name="T46" fmla="*/ 72 w 72"/>
                  <a:gd name="T47" fmla="*/ 32 h 96"/>
                  <a:gd name="T48" fmla="*/ 14 w 72"/>
                  <a:gd name="T49" fmla="*/ 32 h 96"/>
                  <a:gd name="T50" fmla="*/ 68 w 72"/>
                  <a:gd name="T51" fmla="*/ 79 h 96"/>
                  <a:gd name="T52" fmla="*/ 64 w 72"/>
                  <a:gd name="T53" fmla="*/ 88 h 96"/>
                  <a:gd name="T54" fmla="*/ 56 w 72"/>
                  <a:gd name="T55" fmla="*/ 92 h 96"/>
                  <a:gd name="T56" fmla="*/ 16 w 72"/>
                  <a:gd name="T57" fmla="*/ 92 h 96"/>
                  <a:gd name="T58" fmla="*/ 8 w 72"/>
                  <a:gd name="T59" fmla="*/ 88 h 96"/>
                  <a:gd name="T60" fmla="*/ 4 w 72"/>
                  <a:gd name="T61" fmla="*/ 80 h 96"/>
                  <a:gd name="T62" fmla="*/ 4 w 72"/>
                  <a:gd name="T63" fmla="*/ 36 h 96"/>
                  <a:gd name="T64" fmla="*/ 68 w 72"/>
                  <a:gd name="T65" fmla="*/ 36 h 96"/>
                  <a:gd name="T66" fmla="*/ 68 w 72"/>
                  <a:gd name="T67" fmla="*/ 7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 h="96">
                    <a:moveTo>
                      <a:pt x="14" y="32"/>
                    </a:moveTo>
                    <a:cubicBezTo>
                      <a:pt x="14" y="18"/>
                      <a:pt x="14" y="18"/>
                      <a:pt x="14" y="18"/>
                    </a:cubicBezTo>
                    <a:cubicBezTo>
                      <a:pt x="14" y="14"/>
                      <a:pt x="15" y="11"/>
                      <a:pt x="18" y="8"/>
                    </a:cubicBezTo>
                    <a:cubicBezTo>
                      <a:pt x="21" y="6"/>
                      <a:pt x="24" y="4"/>
                      <a:pt x="28" y="4"/>
                    </a:cubicBezTo>
                    <a:cubicBezTo>
                      <a:pt x="44" y="4"/>
                      <a:pt x="44" y="4"/>
                      <a:pt x="44" y="4"/>
                    </a:cubicBezTo>
                    <a:cubicBezTo>
                      <a:pt x="48" y="4"/>
                      <a:pt x="51" y="6"/>
                      <a:pt x="54" y="8"/>
                    </a:cubicBezTo>
                    <a:cubicBezTo>
                      <a:pt x="57" y="11"/>
                      <a:pt x="58" y="14"/>
                      <a:pt x="58" y="18"/>
                    </a:cubicBezTo>
                    <a:cubicBezTo>
                      <a:pt x="58" y="20"/>
                      <a:pt x="58" y="20"/>
                      <a:pt x="58" y="20"/>
                    </a:cubicBezTo>
                    <a:cubicBezTo>
                      <a:pt x="62" y="20"/>
                      <a:pt x="62" y="20"/>
                      <a:pt x="62" y="20"/>
                    </a:cubicBezTo>
                    <a:cubicBezTo>
                      <a:pt x="62" y="18"/>
                      <a:pt x="62" y="18"/>
                      <a:pt x="62" y="18"/>
                    </a:cubicBezTo>
                    <a:cubicBezTo>
                      <a:pt x="62" y="13"/>
                      <a:pt x="60" y="9"/>
                      <a:pt x="57" y="5"/>
                    </a:cubicBezTo>
                    <a:cubicBezTo>
                      <a:pt x="53" y="2"/>
                      <a:pt x="49" y="0"/>
                      <a:pt x="44" y="0"/>
                    </a:cubicBezTo>
                    <a:cubicBezTo>
                      <a:pt x="28" y="0"/>
                      <a:pt x="28" y="0"/>
                      <a:pt x="28" y="0"/>
                    </a:cubicBezTo>
                    <a:cubicBezTo>
                      <a:pt x="23" y="0"/>
                      <a:pt x="19" y="2"/>
                      <a:pt x="15" y="5"/>
                    </a:cubicBezTo>
                    <a:cubicBezTo>
                      <a:pt x="12" y="9"/>
                      <a:pt x="10" y="13"/>
                      <a:pt x="10" y="18"/>
                    </a:cubicBezTo>
                    <a:cubicBezTo>
                      <a:pt x="10" y="32"/>
                      <a:pt x="10" y="32"/>
                      <a:pt x="10" y="32"/>
                    </a:cubicBezTo>
                    <a:cubicBezTo>
                      <a:pt x="0" y="32"/>
                      <a:pt x="0" y="32"/>
                      <a:pt x="0" y="32"/>
                    </a:cubicBezTo>
                    <a:cubicBezTo>
                      <a:pt x="0" y="80"/>
                      <a:pt x="0" y="80"/>
                      <a:pt x="0" y="80"/>
                    </a:cubicBezTo>
                    <a:cubicBezTo>
                      <a:pt x="0" y="84"/>
                      <a:pt x="2" y="88"/>
                      <a:pt x="5" y="91"/>
                    </a:cubicBezTo>
                    <a:cubicBezTo>
                      <a:pt x="8" y="94"/>
                      <a:pt x="12" y="96"/>
                      <a:pt x="16" y="96"/>
                    </a:cubicBezTo>
                    <a:cubicBezTo>
                      <a:pt x="56" y="96"/>
                      <a:pt x="56" y="96"/>
                      <a:pt x="56" y="96"/>
                    </a:cubicBezTo>
                    <a:cubicBezTo>
                      <a:pt x="60" y="96"/>
                      <a:pt x="64" y="94"/>
                      <a:pt x="67" y="91"/>
                    </a:cubicBezTo>
                    <a:cubicBezTo>
                      <a:pt x="70" y="88"/>
                      <a:pt x="72" y="84"/>
                      <a:pt x="72" y="79"/>
                    </a:cubicBezTo>
                    <a:cubicBezTo>
                      <a:pt x="72" y="32"/>
                      <a:pt x="72" y="32"/>
                      <a:pt x="72" y="32"/>
                    </a:cubicBezTo>
                    <a:lnTo>
                      <a:pt x="14" y="32"/>
                    </a:lnTo>
                    <a:close/>
                    <a:moveTo>
                      <a:pt x="68" y="79"/>
                    </a:moveTo>
                    <a:cubicBezTo>
                      <a:pt x="68" y="83"/>
                      <a:pt x="67" y="86"/>
                      <a:pt x="64" y="88"/>
                    </a:cubicBezTo>
                    <a:cubicBezTo>
                      <a:pt x="62" y="91"/>
                      <a:pt x="59" y="92"/>
                      <a:pt x="56" y="92"/>
                    </a:cubicBezTo>
                    <a:cubicBezTo>
                      <a:pt x="16" y="92"/>
                      <a:pt x="16" y="92"/>
                      <a:pt x="16" y="92"/>
                    </a:cubicBezTo>
                    <a:cubicBezTo>
                      <a:pt x="13" y="92"/>
                      <a:pt x="10" y="91"/>
                      <a:pt x="8" y="88"/>
                    </a:cubicBezTo>
                    <a:cubicBezTo>
                      <a:pt x="5" y="86"/>
                      <a:pt x="4" y="83"/>
                      <a:pt x="4" y="80"/>
                    </a:cubicBezTo>
                    <a:cubicBezTo>
                      <a:pt x="4" y="36"/>
                      <a:pt x="4" y="36"/>
                      <a:pt x="4" y="36"/>
                    </a:cubicBezTo>
                    <a:cubicBezTo>
                      <a:pt x="68" y="36"/>
                      <a:pt x="68" y="36"/>
                      <a:pt x="68" y="36"/>
                    </a:cubicBezTo>
                    <a:lnTo>
                      <a:pt x="68" y="7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38" name="Freeform 38"/>
              <p:cNvSpPr/>
              <p:nvPr/>
            </p:nvSpPr>
            <p:spPr bwMode="auto">
              <a:xfrm>
                <a:off x="2743937" y="1306948"/>
                <a:ext cx="68645" cy="128258"/>
              </a:xfrm>
              <a:custGeom>
                <a:avLst/>
                <a:gdLst>
                  <a:gd name="T0" fmla="*/ 6 w 16"/>
                  <a:gd name="T1" fmla="*/ 16 h 30"/>
                  <a:gd name="T2" fmla="*/ 6 w 16"/>
                  <a:gd name="T3" fmla="*/ 30 h 30"/>
                  <a:gd name="T4" fmla="*/ 10 w 16"/>
                  <a:gd name="T5" fmla="*/ 30 h 30"/>
                  <a:gd name="T6" fmla="*/ 10 w 16"/>
                  <a:gd name="T7" fmla="*/ 16 h 30"/>
                  <a:gd name="T8" fmla="*/ 16 w 16"/>
                  <a:gd name="T9" fmla="*/ 8 h 30"/>
                  <a:gd name="T10" fmla="*/ 8 w 16"/>
                  <a:gd name="T11" fmla="*/ 0 h 30"/>
                  <a:gd name="T12" fmla="*/ 0 w 16"/>
                  <a:gd name="T13" fmla="*/ 8 h 30"/>
                  <a:gd name="T14" fmla="*/ 6 w 16"/>
                  <a:gd name="T15" fmla="*/ 16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30">
                    <a:moveTo>
                      <a:pt x="6" y="16"/>
                    </a:moveTo>
                    <a:cubicBezTo>
                      <a:pt x="6" y="30"/>
                      <a:pt x="6" y="30"/>
                      <a:pt x="6" y="30"/>
                    </a:cubicBezTo>
                    <a:cubicBezTo>
                      <a:pt x="10" y="30"/>
                      <a:pt x="10" y="30"/>
                      <a:pt x="10" y="30"/>
                    </a:cubicBezTo>
                    <a:cubicBezTo>
                      <a:pt x="10" y="16"/>
                      <a:pt x="10" y="16"/>
                      <a:pt x="10" y="16"/>
                    </a:cubicBezTo>
                    <a:cubicBezTo>
                      <a:pt x="13" y="15"/>
                      <a:pt x="16" y="12"/>
                      <a:pt x="16" y="8"/>
                    </a:cubicBezTo>
                    <a:cubicBezTo>
                      <a:pt x="16" y="4"/>
                      <a:pt x="12" y="0"/>
                      <a:pt x="8" y="0"/>
                    </a:cubicBezTo>
                    <a:cubicBezTo>
                      <a:pt x="4" y="0"/>
                      <a:pt x="0" y="4"/>
                      <a:pt x="0" y="8"/>
                    </a:cubicBezTo>
                    <a:cubicBezTo>
                      <a:pt x="0" y="12"/>
                      <a:pt x="3" y="15"/>
                      <a:pt x="6" y="16"/>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39" name="Freeform 39"/>
            <p:cNvSpPr>
              <a:spLocks noEditPoints="1"/>
            </p:cNvSpPr>
            <p:nvPr/>
          </p:nvSpPr>
          <p:spPr bwMode="auto">
            <a:xfrm>
              <a:off x="5342" y="2772"/>
              <a:ext cx="649" cy="606"/>
            </a:xfrm>
            <a:custGeom>
              <a:avLst/>
              <a:gdLst>
                <a:gd name="T0" fmla="*/ 74 w 96"/>
                <a:gd name="T1" fmla="*/ 10 h 90"/>
                <a:gd name="T2" fmla="*/ 70 w 96"/>
                <a:gd name="T3" fmla="*/ 21 h 90"/>
                <a:gd name="T4" fmla="*/ 79 w 96"/>
                <a:gd name="T5" fmla="*/ 35 h 90"/>
                <a:gd name="T6" fmla="*/ 82 w 96"/>
                <a:gd name="T7" fmla="*/ 38 h 90"/>
                <a:gd name="T8" fmla="*/ 92 w 96"/>
                <a:gd name="T9" fmla="*/ 45 h 90"/>
                <a:gd name="T10" fmla="*/ 82 w 96"/>
                <a:gd name="T11" fmla="*/ 52 h 90"/>
                <a:gd name="T12" fmla="*/ 79 w 96"/>
                <a:gd name="T13" fmla="*/ 55 h 90"/>
                <a:gd name="T14" fmla="*/ 70 w 96"/>
                <a:gd name="T15" fmla="*/ 69 h 90"/>
                <a:gd name="T16" fmla="*/ 74 w 96"/>
                <a:gd name="T17" fmla="*/ 80 h 90"/>
                <a:gd name="T18" fmla="*/ 59 w 96"/>
                <a:gd name="T19" fmla="*/ 78 h 90"/>
                <a:gd name="T20" fmla="*/ 55 w 96"/>
                <a:gd name="T21" fmla="*/ 76 h 90"/>
                <a:gd name="T22" fmla="*/ 41 w 96"/>
                <a:gd name="T23" fmla="*/ 76 h 90"/>
                <a:gd name="T24" fmla="*/ 37 w 96"/>
                <a:gd name="T25" fmla="*/ 78 h 90"/>
                <a:gd name="T26" fmla="*/ 22 w 96"/>
                <a:gd name="T27" fmla="*/ 80 h 90"/>
                <a:gd name="T28" fmla="*/ 26 w 96"/>
                <a:gd name="T29" fmla="*/ 69 h 90"/>
                <a:gd name="T30" fmla="*/ 17 w 96"/>
                <a:gd name="T31" fmla="*/ 55 h 90"/>
                <a:gd name="T32" fmla="*/ 14 w 96"/>
                <a:gd name="T33" fmla="*/ 52 h 90"/>
                <a:gd name="T34" fmla="*/ 4 w 96"/>
                <a:gd name="T35" fmla="*/ 45 h 90"/>
                <a:gd name="T36" fmla="*/ 14 w 96"/>
                <a:gd name="T37" fmla="*/ 38 h 90"/>
                <a:gd name="T38" fmla="*/ 17 w 96"/>
                <a:gd name="T39" fmla="*/ 35 h 90"/>
                <a:gd name="T40" fmla="*/ 26 w 96"/>
                <a:gd name="T41" fmla="*/ 21 h 90"/>
                <a:gd name="T42" fmla="*/ 22 w 96"/>
                <a:gd name="T43" fmla="*/ 10 h 90"/>
                <a:gd name="T44" fmla="*/ 37 w 96"/>
                <a:gd name="T45" fmla="*/ 12 h 90"/>
                <a:gd name="T46" fmla="*/ 41 w 96"/>
                <a:gd name="T47" fmla="*/ 14 h 90"/>
                <a:gd name="T48" fmla="*/ 55 w 96"/>
                <a:gd name="T49" fmla="*/ 14 h 90"/>
                <a:gd name="T50" fmla="*/ 59 w 96"/>
                <a:gd name="T51" fmla="*/ 12 h 90"/>
                <a:gd name="T52" fmla="*/ 48 w 96"/>
                <a:gd name="T53" fmla="*/ 69 h 90"/>
                <a:gd name="T54" fmla="*/ 48 w 96"/>
                <a:gd name="T55" fmla="*/ 21 h 90"/>
                <a:gd name="T56" fmla="*/ 48 w 96"/>
                <a:gd name="T57" fmla="*/ 69 h 90"/>
                <a:gd name="T58" fmla="*/ 56 w 96"/>
                <a:gd name="T59" fmla="*/ 10 h 90"/>
                <a:gd name="T60" fmla="*/ 40 w 96"/>
                <a:gd name="T61" fmla="*/ 10 h 90"/>
                <a:gd name="T62" fmla="*/ 17 w 96"/>
                <a:gd name="T63" fmla="*/ 9 h 90"/>
                <a:gd name="T64" fmla="*/ 14 w 96"/>
                <a:gd name="T65" fmla="*/ 34 h 90"/>
                <a:gd name="T66" fmla="*/ 0 w 96"/>
                <a:gd name="T67" fmla="*/ 45 h 90"/>
                <a:gd name="T68" fmla="*/ 14 w 96"/>
                <a:gd name="T69" fmla="*/ 56 h 90"/>
                <a:gd name="T70" fmla="*/ 17 w 96"/>
                <a:gd name="T71" fmla="*/ 82 h 90"/>
                <a:gd name="T72" fmla="*/ 40 w 96"/>
                <a:gd name="T73" fmla="*/ 80 h 90"/>
                <a:gd name="T74" fmla="*/ 56 w 96"/>
                <a:gd name="T75" fmla="*/ 80 h 90"/>
                <a:gd name="T76" fmla="*/ 79 w 96"/>
                <a:gd name="T77" fmla="*/ 82 h 90"/>
                <a:gd name="T78" fmla="*/ 82 w 96"/>
                <a:gd name="T79" fmla="*/ 56 h 90"/>
                <a:gd name="T80" fmla="*/ 96 w 96"/>
                <a:gd name="T81" fmla="*/ 45 h 90"/>
                <a:gd name="T82" fmla="*/ 82 w 96"/>
                <a:gd name="T83" fmla="*/ 34 h 90"/>
                <a:gd name="T84" fmla="*/ 79 w 96"/>
                <a:gd name="T85" fmla="*/ 8 h 90"/>
                <a:gd name="T86" fmla="*/ 48 w 96"/>
                <a:gd name="T87" fmla="*/ 65 h 90"/>
                <a:gd name="T88" fmla="*/ 48 w 96"/>
                <a:gd name="T89" fmla="*/ 25 h 90"/>
                <a:gd name="T90" fmla="*/ 48 w 96"/>
                <a:gd name="T91" fmla="*/ 65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6" h="90">
                  <a:moveTo>
                    <a:pt x="65" y="5"/>
                  </a:moveTo>
                  <a:cubicBezTo>
                    <a:pt x="69" y="6"/>
                    <a:pt x="72" y="8"/>
                    <a:pt x="74" y="10"/>
                  </a:cubicBezTo>
                  <a:cubicBezTo>
                    <a:pt x="71" y="19"/>
                    <a:pt x="71" y="19"/>
                    <a:pt x="71" y="19"/>
                  </a:cubicBezTo>
                  <a:cubicBezTo>
                    <a:pt x="70" y="21"/>
                    <a:pt x="70" y="21"/>
                    <a:pt x="70" y="21"/>
                  </a:cubicBezTo>
                  <a:cubicBezTo>
                    <a:pt x="72" y="23"/>
                    <a:pt x="72" y="23"/>
                    <a:pt x="72" y="23"/>
                  </a:cubicBezTo>
                  <a:cubicBezTo>
                    <a:pt x="75" y="27"/>
                    <a:pt x="77" y="31"/>
                    <a:pt x="79" y="35"/>
                  </a:cubicBezTo>
                  <a:cubicBezTo>
                    <a:pt x="79" y="38"/>
                    <a:pt x="79" y="38"/>
                    <a:pt x="79" y="38"/>
                  </a:cubicBezTo>
                  <a:cubicBezTo>
                    <a:pt x="82" y="38"/>
                    <a:pt x="82" y="38"/>
                    <a:pt x="82" y="38"/>
                  </a:cubicBezTo>
                  <a:cubicBezTo>
                    <a:pt x="92" y="40"/>
                    <a:pt x="92" y="40"/>
                    <a:pt x="92" y="40"/>
                  </a:cubicBezTo>
                  <a:cubicBezTo>
                    <a:pt x="92" y="42"/>
                    <a:pt x="92" y="43"/>
                    <a:pt x="92" y="45"/>
                  </a:cubicBezTo>
                  <a:cubicBezTo>
                    <a:pt x="92" y="47"/>
                    <a:pt x="92" y="48"/>
                    <a:pt x="92" y="50"/>
                  </a:cubicBezTo>
                  <a:cubicBezTo>
                    <a:pt x="82" y="52"/>
                    <a:pt x="82" y="52"/>
                    <a:pt x="82" y="52"/>
                  </a:cubicBezTo>
                  <a:cubicBezTo>
                    <a:pt x="79" y="52"/>
                    <a:pt x="79" y="52"/>
                    <a:pt x="79" y="52"/>
                  </a:cubicBezTo>
                  <a:cubicBezTo>
                    <a:pt x="79" y="55"/>
                    <a:pt x="79" y="55"/>
                    <a:pt x="79" y="55"/>
                  </a:cubicBezTo>
                  <a:cubicBezTo>
                    <a:pt x="77" y="59"/>
                    <a:pt x="75" y="63"/>
                    <a:pt x="72" y="67"/>
                  </a:cubicBezTo>
                  <a:cubicBezTo>
                    <a:pt x="70" y="69"/>
                    <a:pt x="70" y="69"/>
                    <a:pt x="70" y="69"/>
                  </a:cubicBezTo>
                  <a:cubicBezTo>
                    <a:pt x="71" y="71"/>
                    <a:pt x="71" y="71"/>
                    <a:pt x="71" y="71"/>
                  </a:cubicBezTo>
                  <a:cubicBezTo>
                    <a:pt x="74" y="80"/>
                    <a:pt x="74" y="80"/>
                    <a:pt x="74" y="80"/>
                  </a:cubicBezTo>
                  <a:cubicBezTo>
                    <a:pt x="72" y="82"/>
                    <a:pt x="69" y="84"/>
                    <a:pt x="65" y="85"/>
                  </a:cubicBezTo>
                  <a:cubicBezTo>
                    <a:pt x="59" y="78"/>
                    <a:pt x="59" y="78"/>
                    <a:pt x="59" y="78"/>
                  </a:cubicBezTo>
                  <a:cubicBezTo>
                    <a:pt x="57" y="76"/>
                    <a:pt x="57" y="76"/>
                    <a:pt x="57" y="76"/>
                  </a:cubicBezTo>
                  <a:cubicBezTo>
                    <a:pt x="55" y="76"/>
                    <a:pt x="55" y="76"/>
                    <a:pt x="55" y="76"/>
                  </a:cubicBezTo>
                  <a:cubicBezTo>
                    <a:pt x="53" y="77"/>
                    <a:pt x="50" y="77"/>
                    <a:pt x="48" y="77"/>
                  </a:cubicBezTo>
                  <a:cubicBezTo>
                    <a:pt x="46" y="77"/>
                    <a:pt x="43" y="77"/>
                    <a:pt x="41" y="76"/>
                  </a:cubicBezTo>
                  <a:cubicBezTo>
                    <a:pt x="39" y="76"/>
                    <a:pt x="39" y="76"/>
                    <a:pt x="39" y="76"/>
                  </a:cubicBezTo>
                  <a:cubicBezTo>
                    <a:pt x="37" y="78"/>
                    <a:pt x="37" y="78"/>
                    <a:pt x="37" y="78"/>
                  </a:cubicBezTo>
                  <a:cubicBezTo>
                    <a:pt x="31" y="85"/>
                    <a:pt x="31" y="85"/>
                    <a:pt x="31" y="85"/>
                  </a:cubicBezTo>
                  <a:cubicBezTo>
                    <a:pt x="27" y="84"/>
                    <a:pt x="25" y="82"/>
                    <a:pt x="22" y="80"/>
                  </a:cubicBezTo>
                  <a:cubicBezTo>
                    <a:pt x="25" y="71"/>
                    <a:pt x="25" y="71"/>
                    <a:pt x="25" y="71"/>
                  </a:cubicBezTo>
                  <a:cubicBezTo>
                    <a:pt x="26" y="69"/>
                    <a:pt x="26" y="69"/>
                    <a:pt x="26" y="69"/>
                  </a:cubicBezTo>
                  <a:cubicBezTo>
                    <a:pt x="24" y="67"/>
                    <a:pt x="24" y="67"/>
                    <a:pt x="24" y="67"/>
                  </a:cubicBezTo>
                  <a:cubicBezTo>
                    <a:pt x="21" y="63"/>
                    <a:pt x="19" y="59"/>
                    <a:pt x="17" y="55"/>
                  </a:cubicBezTo>
                  <a:cubicBezTo>
                    <a:pt x="17" y="52"/>
                    <a:pt x="17" y="52"/>
                    <a:pt x="17" y="52"/>
                  </a:cubicBezTo>
                  <a:cubicBezTo>
                    <a:pt x="14" y="52"/>
                    <a:pt x="14" y="52"/>
                    <a:pt x="14" y="52"/>
                  </a:cubicBezTo>
                  <a:cubicBezTo>
                    <a:pt x="4" y="50"/>
                    <a:pt x="4" y="50"/>
                    <a:pt x="4" y="50"/>
                  </a:cubicBezTo>
                  <a:cubicBezTo>
                    <a:pt x="4" y="48"/>
                    <a:pt x="4" y="47"/>
                    <a:pt x="4" y="45"/>
                  </a:cubicBezTo>
                  <a:cubicBezTo>
                    <a:pt x="4" y="43"/>
                    <a:pt x="4" y="42"/>
                    <a:pt x="4" y="40"/>
                  </a:cubicBezTo>
                  <a:cubicBezTo>
                    <a:pt x="14" y="38"/>
                    <a:pt x="14" y="38"/>
                    <a:pt x="14" y="38"/>
                  </a:cubicBezTo>
                  <a:cubicBezTo>
                    <a:pt x="17" y="38"/>
                    <a:pt x="17" y="38"/>
                    <a:pt x="17" y="38"/>
                  </a:cubicBezTo>
                  <a:cubicBezTo>
                    <a:pt x="17" y="35"/>
                    <a:pt x="17" y="35"/>
                    <a:pt x="17" y="35"/>
                  </a:cubicBezTo>
                  <a:cubicBezTo>
                    <a:pt x="19" y="31"/>
                    <a:pt x="21" y="27"/>
                    <a:pt x="24" y="23"/>
                  </a:cubicBezTo>
                  <a:cubicBezTo>
                    <a:pt x="26" y="21"/>
                    <a:pt x="26" y="21"/>
                    <a:pt x="26" y="21"/>
                  </a:cubicBezTo>
                  <a:cubicBezTo>
                    <a:pt x="25" y="19"/>
                    <a:pt x="25" y="19"/>
                    <a:pt x="25" y="19"/>
                  </a:cubicBezTo>
                  <a:cubicBezTo>
                    <a:pt x="22" y="10"/>
                    <a:pt x="22" y="10"/>
                    <a:pt x="22" y="10"/>
                  </a:cubicBezTo>
                  <a:cubicBezTo>
                    <a:pt x="24" y="8"/>
                    <a:pt x="27" y="6"/>
                    <a:pt x="31" y="5"/>
                  </a:cubicBezTo>
                  <a:cubicBezTo>
                    <a:pt x="37" y="12"/>
                    <a:pt x="37" y="12"/>
                    <a:pt x="37" y="12"/>
                  </a:cubicBezTo>
                  <a:cubicBezTo>
                    <a:pt x="39" y="14"/>
                    <a:pt x="39" y="14"/>
                    <a:pt x="39" y="14"/>
                  </a:cubicBezTo>
                  <a:cubicBezTo>
                    <a:pt x="41" y="14"/>
                    <a:pt x="41" y="14"/>
                    <a:pt x="41" y="14"/>
                  </a:cubicBezTo>
                  <a:cubicBezTo>
                    <a:pt x="43" y="13"/>
                    <a:pt x="46" y="13"/>
                    <a:pt x="48" y="13"/>
                  </a:cubicBezTo>
                  <a:cubicBezTo>
                    <a:pt x="50" y="13"/>
                    <a:pt x="53" y="13"/>
                    <a:pt x="55" y="14"/>
                  </a:cubicBezTo>
                  <a:cubicBezTo>
                    <a:pt x="57" y="14"/>
                    <a:pt x="57" y="14"/>
                    <a:pt x="57" y="14"/>
                  </a:cubicBezTo>
                  <a:cubicBezTo>
                    <a:pt x="59" y="12"/>
                    <a:pt x="59" y="12"/>
                    <a:pt x="59" y="12"/>
                  </a:cubicBezTo>
                  <a:cubicBezTo>
                    <a:pt x="65" y="5"/>
                    <a:pt x="65" y="5"/>
                    <a:pt x="65" y="5"/>
                  </a:cubicBezTo>
                  <a:moveTo>
                    <a:pt x="48" y="69"/>
                  </a:moveTo>
                  <a:cubicBezTo>
                    <a:pt x="61" y="69"/>
                    <a:pt x="72" y="58"/>
                    <a:pt x="72" y="45"/>
                  </a:cubicBezTo>
                  <a:cubicBezTo>
                    <a:pt x="72" y="32"/>
                    <a:pt x="61" y="21"/>
                    <a:pt x="48" y="21"/>
                  </a:cubicBezTo>
                  <a:cubicBezTo>
                    <a:pt x="35" y="21"/>
                    <a:pt x="24" y="32"/>
                    <a:pt x="24" y="45"/>
                  </a:cubicBezTo>
                  <a:cubicBezTo>
                    <a:pt x="24" y="58"/>
                    <a:pt x="35" y="69"/>
                    <a:pt x="48" y="69"/>
                  </a:cubicBezTo>
                  <a:moveTo>
                    <a:pt x="64" y="0"/>
                  </a:moveTo>
                  <a:cubicBezTo>
                    <a:pt x="56" y="10"/>
                    <a:pt x="56" y="10"/>
                    <a:pt x="56" y="10"/>
                  </a:cubicBezTo>
                  <a:cubicBezTo>
                    <a:pt x="53" y="9"/>
                    <a:pt x="51" y="9"/>
                    <a:pt x="48" y="9"/>
                  </a:cubicBezTo>
                  <a:cubicBezTo>
                    <a:pt x="45" y="9"/>
                    <a:pt x="43" y="9"/>
                    <a:pt x="40" y="10"/>
                  </a:cubicBezTo>
                  <a:cubicBezTo>
                    <a:pt x="32" y="0"/>
                    <a:pt x="32" y="0"/>
                    <a:pt x="32" y="0"/>
                  </a:cubicBezTo>
                  <a:cubicBezTo>
                    <a:pt x="26" y="2"/>
                    <a:pt x="21" y="5"/>
                    <a:pt x="17" y="9"/>
                  </a:cubicBezTo>
                  <a:cubicBezTo>
                    <a:pt x="21" y="21"/>
                    <a:pt x="21" y="21"/>
                    <a:pt x="21" y="21"/>
                  </a:cubicBezTo>
                  <a:cubicBezTo>
                    <a:pt x="18" y="24"/>
                    <a:pt x="15" y="29"/>
                    <a:pt x="14" y="34"/>
                  </a:cubicBezTo>
                  <a:cubicBezTo>
                    <a:pt x="1" y="36"/>
                    <a:pt x="1" y="36"/>
                    <a:pt x="1" y="36"/>
                  </a:cubicBezTo>
                  <a:cubicBezTo>
                    <a:pt x="0" y="39"/>
                    <a:pt x="0" y="42"/>
                    <a:pt x="0" y="45"/>
                  </a:cubicBezTo>
                  <a:cubicBezTo>
                    <a:pt x="0" y="48"/>
                    <a:pt x="0" y="51"/>
                    <a:pt x="1" y="54"/>
                  </a:cubicBezTo>
                  <a:cubicBezTo>
                    <a:pt x="14" y="56"/>
                    <a:pt x="14" y="56"/>
                    <a:pt x="14" y="56"/>
                  </a:cubicBezTo>
                  <a:cubicBezTo>
                    <a:pt x="15" y="61"/>
                    <a:pt x="18" y="66"/>
                    <a:pt x="21" y="69"/>
                  </a:cubicBezTo>
                  <a:cubicBezTo>
                    <a:pt x="17" y="82"/>
                    <a:pt x="17" y="82"/>
                    <a:pt x="17" y="82"/>
                  </a:cubicBezTo>
                  <a:cubicBezTo>
                    <a:pt x="21" y="85"/>
                    <a:pt x="26" y="88"/>
                    <a:pt x="32" y="90"/>
                  </a:cubicBezTo>
                  <a:cubicBezTo>
                    <a:pt x="40" y="80"/>
                    <a:pt x="40" y="80"/>
                    <a:pt x="40" y="80"/>
                  </a:cubicBezTo>
                  <a:cubicBezTo>
                    <a:pt x="43" y="81"/>
                    <a:pt x="45" y="81"/>
                    <a:pt x="48" y="81"/>
                  </a:cubicBezTo>
                  <a:cubicBezTo>
                    <a:pt x="51" y="81"/>
                    <a:pt x="53" y="81"/>
                    <a:pt x="56" y="80"/>
                  </a:cubicBezTo>
                  <a:cubicBezTo>
                    <a:pt x="64" y="90"/>
                    <a:pt x="64" y="90"/>
                    <a:pt x="64" y="90"/>
                  </a:cubicBezTo>
                  <a:cubicBezTo>
                    <a:pt x="70" y="88"/>
                    <a:pt x="75" y="85"/>
                    <a:pt x="79" y="82"/>
                  </a:cubicBezTo>
                  <a:cubicBezTo>
                    <a:pt x="75" y="69"/>
                    <a:pt x="75" y="69"/>
                    <a:pt x="75" y="69"/>
                  </a:cubicBezTo>
                  <a:cubicBezTo>
                    <a:pt x="78" y="66"/>
                    <a:pt x="81" y="61"/>
                    <a:pt x="82" y="56"/>
                  </a:cubicBezTo>
                  <a:cubicBezTo>
                    <a:pt x="95" y="54"/>
                    <a:pt x="95" y="54"/>
                    <a:pt x="95" y="54"/>
                  </a:cubicBezTo>
                  <a:cubicBezTo>
                    <a:pt x="96" y="51"/>
                    <a:pt x="96" y="48"/>
                    <a:pt x="96" y="45"/>
                  </a:cubicBezTo>
                  <a:cubicBezTo>
                    <a:pt x="96" y="42"/>
                    <a:pt x="96" y="39"/>
                    <a:pt x="95" y="36"/>
                  </a:cubicBezTo>
                  <a:cubicBezTo>
                    <a:pt x="82" y="34"/>
                    <a:pt x="82" y="34"/>
                    <a:pt x="82" y="34"/>
                  </a:cubicBezTo>
                  <a:cubicBezTo>
                    <a:pt x="81" y="29"/>
                    <a:pt x="78" y="24"/>
                    <a:pt x="75" y="21"/>
                  </a:cubicBezTo>
                  <a:cubicBezTo>
                    <a:pt x="79" y="8"/>
                    <a:pt x="79" y="8"/>
                    <a:pt x="79" y="8"/>
                  </a:cubicBezTo>
                  <a:cubicBezTo>
                    <a:pt x="75" y="5"/>
                    <a:pt x="70" y="2"/>
                    <a:pt x="64" y="0"/>
                  </a:cubicBezTo>
                  <a:close/>
                  <a:moveTo>
                    <a:pt x="48" y="65"/>
                  </a:moveTo>
                  <a:cubicBezTo>
                    <a:pt x="37" y="65"/>
                    <a:pt x="28" y="56"/>
                    <a:pt x="28" y="45"/>
                  </a:cubicBezTo>
                  <a:cubicBezTo>
                    <a:pt x="28" y="34"/>
                    <a:pt x="37" y="25"/>
                    <a:pt x="48" y="25"/>
                  </a:cubicBezTo>
                  <a:cubicBezTo>
                    <a:pt x="59" y="25"/>
                    <a:pt x="68" y="34"/>
                    <a:pt x="68" y="45"/>
                  </a:cubicBezTo>
                  <a:cubicBezTo>
                    <a:pt x="68" y="56"/>
                    <a:pt x="59" y="65"/>
                    <a:pt x="48" y="65"/>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40" name="组合 39"/>
            <p:cNvGrpSpPr/>
            <p:nvPr/>
          </p:nvGrpSpPr>
          <p:grpSpPr>
            <a:xfrm>
              <a:off x="6637" y="2832"/>
              <a:ext cx="646" cy="512"/>
              <a:chOff x="4214377" y="1144368"/>
              <a:chExt cx="410062" cy="325159"/>
            </a:xfrm>
            <a:grpFill/>
          </p:grpSpPr>
          <p:sp>
            <p:nvSpPr>
              <p:cNvPr id="41" name="Freeform 40"/>
              <p:cNvSpPr>
                <a:spLocks noEditPoints="1"/>
              </p:cNvSpPr>
              <p:nvPr/>
            </p:nvSpPr>
            <p:spPr bwMode="auto">
              <a:xfrm>
                <a:off x="4214377" y="1144368"/>
                <a:ext cx="410062" cy="325159"/>
              </a:xfrm>
              <a:custGeom>
                <a:avLst/>
                <a:gdLst>
                  <a:gd name="T0" fmla="*/ 180 w 227"/>
                  <a:gd name="T1" fmla="*/ 29 h 180"/>
                  <a:gd name="T2" fmla="*/ 161 w 227"/>
                  <a:gd name="T3" fmla="*/ 0 h 180"/>
                  <a:gd name="T4" fmla="*/ 104 w 227"/>
                  <a:gd name="T5" fmla="*/ 0 h 180"/>
                  <a:gd name="T6" fmla="*/ 85 w 227"/>
                  <a:gd name="T7" fmla="*/ 29 h 180"/>
                  <a:gd name="T8" fmla="*/ 0 w 227"/>
                  <a:gd name="T9" fmla="*/ 29 h 180"/>
                  <a:gd name="T10" fmla="*/ 0 w 227"/>
                  <a:gd name="T11" fmla="*/ 180 h 180"/>
                  <a:gd name="T12" fmla="*/ 227 w 227"/>
                  <a:gd name="T13" fmla="*/ 180 h 180"/>
                  <a:gd name="T14" fmla="*/ 227 w 227"/>
                  <a:gd name="T15" fmla="*/ 29 h 180"/>
                  <a:gd name="T16" fmla="*/ 180 w 227"/>
                  <a:gd name="T17" fmla="*/ 29 h 180"/>
                  <a:gd name="T18" fmla="*/ 218 w 227"/>
                  <a:gd name="T19" fmla="*/ 171 h 180"/>
                  <a:gd name="T20" fmla="*/ 9 w 227"/>
                  <a:gd name="T21" fmla="*/ 171 h 180"/>
                  <a:gd name="T22" fmla="*/ 9 w 227"/>
                  <a:gd name="T23" fmla="*/ 38 h 180"/>
                  <a:gd name="T24" fmla="*/ 85 w 227"/>
                  <a:gd name="T25" fmla="*/ 38 h 180"/>
                  <a:gd name="T26" fmla="*/ 90 w 227"/>
                  <a:gd name="T27" fmla="*/ 38 h 180"/>
                  <a:gd name="T28" fmla="*/ 92 w 227"/>
                  <a:gd name="T29" fmla="*/ 34 h 180"/>
                  <a:gd name="T30" fmla="*/ 109 w 227"/>
                  <a:gd name="T31" fmla="*/ 10 h 180"/>
                  <a:gd name="T32" fmla="*/ 156 w 227"/>
                  <a:gd name="T33" fmla="*/ 10 h 180"/>
                  <a:gd name="T34" fmla="*/ 173 w 227"/>
                  <a:gd name="T35" fmla="*/ 34 h 180"/>
                  <a:gd name="T36" fmla="*/ 175 w 227"/>
                  <a:gd name="T37" fmla="*/ 38 h 180"/>
                  <a:gd name="T38" fmla="*/ 180 w 227"/>
                  <a:gd name="T39" fmla="*/ 38 h 180"/>
                  <a:gd name="T40" fmla="*/ 218 w 227"/>
                  <a:gd name="T41" fmla="*/ 38 h 180"/>
                  <a:gd name="T42" fmla="*/ 218 w 227"/>
                  <a:gd name="T43" fmla="*/ 171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180">
                    <a:moveTo>
                      <a:pt x="180" y="29"/>
                    </a:moveTo>
                    <a:lnTo>
                      <a:pt x="161" y="0"/>
                    </a:lnTo>
                    <a:lnTo>
                      <a:pt x="104" y="0"/>
                    </a:lnTo>
                    <a:lnTo>
                      <a:pt x="85" y="29"/>
                    </a:lnTo>
                    <a:lnTo>
                      <a:pt x="0" y="29"/>
                    </a:lnTo>
                    <a:lnTo>
                      <a:pt x="0" y="180"/>
                    </a:lnTo>
                    <a:lnTo>
                      <a:pt x="227" y="180"/>
                    </a:lnTo>
                    <a:lnTo>
                      <a:pt x="227" y="29"/>
                    </a:lnTo>
                    <a:lnTo>
                      <a:pt x="180" y="29"/>
                    </a:lnTo>
                    <a:close/>
                    <a:moveTo>
                      <a:pt x="218" y="171"/>
                    </a:moveTo>
                    <a:lnTo>
                      <a:pt x="9" y="171"/>
                    </a:lnTo>
                    <a:lnTo>
                      <a:pt x="9" y="38"/>
                    </a:lnTo>
                    <a:lnTo>
                      <a:pt x="85" y="38"/>
                    </a:lnTo>
                    <a:lnTo>
                      <a:pt x="90" y="38"/>
                    </a:lnTo>
                    <a:lnTo>
                      <a:pt x="92" y="34"/>
                    </a:lnTo>
                    <a:lnTo>
                      <a:pt x="109" y="10"/>
                    </a:lnTo>
                    <a:lnTo>
                      <a:pt x="156" y="10"/>
                    </a:lnTo>
                    <a:lnTo>
                      <a:pt x="173" y="34"/>
                    </a:lnTo>
                    <a:lnTo>
                      <a:pt x="175" y="38"/>
                    </a:lnTo>
                    <a:lnTo>
                      <a:pt x="180" y="38"/>
                    </a:lnTo>
                    <a:lnTo>
                      <a:pt x="218" y="38"/>
                    </a:lnTo>
                    <a:lnTo>
                      <a:pt x="218" y="17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45" name="Freeform 41"/>
              <p:cNvSpPr>
                <a:spLocks noEditPoints="1"/>
              </p:cNvSpPr>
              <p:nvPr/>
            </p:nvSpPr>
            <p:spPr bwMode="auto">
              <a:xfrm>
                <a:off x="4351666" y="1231077"/>
                <a:ext cx="204128" cy="204128"/>
              </a:xfrm>
              <a:custGeom>
                <a:avLst/>
                <a:gdLst>
                  <a:gd name="T0" fmla="*/ 24 w 48"/>
                  <a:gd name="T1" fmla="*/ 0 h 48"/>
                  <a:gd name="T2" fmla="*/ 0 w 48"/>
                  <a:gd name="T3" fmla="*/ 24 h 48"/>
                  <a:gd name="T4" fmla="*/ 24 w 48"/>
                  <a:gd name="T5" fmla="*/ 48 h 48"/>
                  <a:gd name="T6" fmla="*/ 48 w 48"/>
                  <a:gd name="T7" fmla="*/ 24 h 48"/>
                  <a:gd name="T8" fmla="*/ 24 w 48"/>
                  <a:gd name="T9" fmla="*/ 0 h 48"/>
                  <a:gd name="T10" fmla="*/ 24 w 48"/>
                  <a:gd name="T11" fmla="*/ 44 h 48"/>
                  <a:gd name="T12" fmla="*/ 4 w 48"/>
                  <a:gd name="T13" fmla="*/ 24 h 48"/>
                  <a:gd name="T14" fmla="*/ 24 w 48"/>
                  <a:gd name="T15" fmla="*/ 4 h 48"/>
                  <a:gd name="T16" fmla="*/ 44 w 48"/>
                  <a:gd name="T17" fmla="*/ 24 h 48"/>
                  <a:gd name="T18" fmla="*/ 24 w 48"/>
                  <a:gd name="T19"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0"/>
                    </a:moveTo>
                    <a:cubicBezTo>
                      <a:pt x="11" y="0"/>
                      <a:pt x="0" y="11"/>
                      <a:pt x="0" y="24"/>
                    </a:cubicBezTo>
                    <a:cubicBezTo>
                      <a:pt x="0" y="37"/>
                      <a:pt x="11" y="48"/>
                      <a:pt x="24" y="48"/>
                    </a:cubicBezTo>
                    <a:cubicBezTo>
                      <a:pt x="37" y="48"/>
                      <a:pt x="48" y="37"/>
                      <a:pt x="48" y="24"/>
                    </a:cubicBezTo>
                    <a:cubicBezTo>
                      <a:pt x="48" y="11"/>
                      <a:pt x="37" y="0"/>
                      <a:pt x="24" y="0"/>
                    </a:cubicBezTo>
                    <a:close/>
                    <a:moveTo>
                      <a:pt x="24" y="44"/>
                    </a:moveTo>
                    <a:cubicBezTo>
                      <a:pt x="13" y="44"/>
                      <a:pt x="4" y="35"/>
                      <a:pt x="4" y="24"/>
                    </a:cubicBezTo>
                    <a:cubicBezTo>
                      <a:pt x="4" y="13"/>
                      <a:pt x="13" y="4"/>
                      <a:pt x="24" y="4"/>
                    </a:cubicBezTo>
                    <a:cubicBezTo>
                      <a:pt x="35" y="4"/>
                      <a:pt x="44" y="13"/>
                      <a:pt x="44" y="24"/>
                    </a:cubicBezTo>
                    <a:cubicBezTo>
                      <a:pt x="44" y="35"/>
                      <a:pt x="35" y="44"/>
                      <a:pt x="24" y="4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46" name="Rectangle 42"/>
              <p:cNvSpPr>
                <a:spLocks noChangeArrowheads="1"/>
              </p:cNvSpPr>
              <p:nvPr/>
            </p:nvSpPr>
            <p:spPr bwMode="auto">
              <a:xfrm>
                <a:off x="4264957" y="1162433"/>
                <a:ext cx="52387" cy="16258"/>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47" name="Freeform 43"/>
            <p:cNvSpPr>
              <a:spLocks noEditPoints="1"/>
            </p:cNvSpPr>
            <p:nvPr/>
          </p:nvSpPr>
          <p:spPr bwMode="auto">
            <a:xfrm>
              <a:off x="7982" y="2753"/>
              <a:ext cx="458" cy="646"/>
            </a:xfrm>
            <a:custGeom>
              <a:avLst/>
              <a:gdLst>
                <a:gd name="T0" fmla="*/ 20 w 68"/>
                <a:gd name="T1" fmla="*/ 12 h 96"/>
                <a:gd name="T2" fmla="*/ 20 w 68"/>
                <a:gd name="T3" fmla="*/ 29 h 96"/>
                <a:gd name="T4" fmla="*/ 20 w 68"/>
                <a:gd name="T5" fmla="*/ 40 h 96"/>
                <a:gd name="T6" fmla="*/ 20 w 68"/>
                <a:gd name="T7" fmla="*/ 72 h 96"/>
                <a:gd name="T8" fmla="*/ 12 w 68"/>
                <a:gd name="T9" fmla="*/ 76 h 96"/>
                <a:gd name="T10" fmla="*/ 11 w 68"/>
                <a:gd name="T11" fmla="*/ 76 h 96"/>
                <a:gd name="T12" fmla="*/ 0 w 68"/>
                <a:gd name="T13" fmla="*/ 86 h 96"/>
                <a:gd name="T14" fmla="*/ 12 w 68"/>
                <a:gd name="T15" fmla="*/ 96 h 96"/>
                <a:gd name="T16" fmla="*/ 24 w 68"/>
                <a:gd name="T17" fmla="*/ 86 h 96"/>
                <a:gd name="T18" fmla="*/ 24 w 68"/>
                <a:gd name="T19" fmla="*/ 86 h 96"/>
                <a:gd name="T20" fmla="*/ 24 w 68"/>
                <a:gd name="T21" fmla="*/ 86 h 96"/>
                <a:gd name="T22" fmla="*/ 24 w 68"/>
                <a:gd name="T23" fmla="*/ 39 h 96"/>
                <a:gd name="T24" fmla="*/ 64 w 68"/>
                <a:gd name="T25" fmla="*/ 29 h 96"/>
                <a:gd name="T26" fmla="*/ 64 w 68"/>
                <a:gd name="T27" fmla="*/ 62 h 96"/>
                <a:gd name="T28" fmla="*/ 56 w 68"/>
                <a:gd name="T29" fmla="*/ 66 h 96"/>
                <a:gd name="T30" fmla="*/ 44 w 68"/>
                <a:gd name="T31" fmla="*/ 76 h 96"/>
                <a:gd name="T32" fmla="*/ 56 w 68"/>
                <a:gd name="T33" fmla="*/ 86 h 96"/>
                <a:gd name="T34" fmla="*/ 68 w 68"/>
                <a:gd name="T35" fmla="*/ 76 h 96"/>
                <a:gd name="T36" fmla="*/ 68 w 68"/>
                <a:gd name="T37" fmla="*/ 76 h 96"/>
                <a:gd name="T38" fmla="*/ 68 w 68"/>
                <a:gd name="T39" fmla="*/ 76 h 96"/>
                <a:gd name="T40" fmla="*/ 68 w 68"/>
                <a:gd name="T41" fmla="*/ 28 h 96"/>
                <a:gd name="T42" fmla="*/ 68 w 68"/>
                <a:gd name="T43" fmla="*/ 19 h 96"/>
                <a:gd name="T44" fmla="*/ 68 w 68"/>
                <a:gd name="T45" fmla="*/ 0 h 96"/>
                <a:gd name="T46" fmla="*/ 20 w 68"/>
                <a:gd name="T47" fmla="*/ 12 h 96"/>
                <a:gd name="T48" fmla="*/ 12 w 68"/>
                <a:gd name="T49" fmla="*/ 92 h 96"/>
                <a:gd name="T50" fmla="*/ 4 w 68"/>
                <a:gd name="T51" fmla="*/ 86 h 96"/>
                <a:gd name="T52" fmla="*/ 12 w 68"/>
                <a:gd name="T53" fmla="*/ 80 h 96"/>
                <a:gd name="T54" fmla="*/ 20 w 68"/>
                <a:gd name="T55" fmla="*/ 86 h 96"/>
                <a:gd name="T56" fmla="*/ 12 w 68"/>
                <a:gd name="T57" fmla="*/ 92 h 96"/>
                <a:gd name="T58" fmla="*/ 56 w 68"/>
                <a:gd name="T59" fmla="*/ 82 h 96"/>
                <a:gd name="T60" fmla="*/ 48 w 68"/>
                <a:gd name="T61" fmla="*/ 76 h 96"/>
                <a:gd name="T62" fmla="*/ 56 w 68"/>
                <a:gd name="T63" fmla="*/ 70 h 96"/>
                <a:gd name="T64" fmla="*/ 64 w 68"/>
                <a:gd name="T65" fmla="*/ 76 h 96"/>
                <a:gd name="T66" fmla="*/ 56 w 68"/>
                <a:gd name="T67" fmla="*/ 82 h 96"/>
                <a:gd name="T68" fmla="*/ 64 w 68"/>
                <a:gd name="T69" fmla="*/ 25 h 96"/>
                <a:gd name="T70" fmla="*/ 24 w 68"/>
                <a:gd name="T71" fmla="*/ 35 h 96"/>
                <a:gd name="T72" fmla="*/ 24 w 68"/>
                <a:gd name="T73" fmla="*/ 29 h 96"/>
                <a:gd name="T74" fmla="*/ 24 w 68"/>
                <a:gd name="T75" fmla="*/ 15 h 96"/>
                <a:gd name="T76" fmla="*/ 64 w 68"/>
                <a:gd name="T77" fmla="*/ 5 h 96"/>
                <a:gd name="T78" fmla="*/ 64 w 68"/>
                <a:gd name="T79" fmla="*/ 19 h 96"/>
                <a:gd name="T80" fmla="*/ 64 w 68"/>
                <a:gd name="T81" fmla="*/ 2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96">
                  <a:moveTo>
                    <a:pt x="20" y="12"/>
                  </a:moveTo>
                  <a:cubicBezTo>
                    <a:pt x="20" y="29"/>
                    <a:pt x="20" y="29"/>
                    <a:pt x="20" y="29"/>
                  </a:cubicBezTo>
                  <a:cubicBezTo>
                    <a:pt x="20" y="29"/>
                    <a:pt x="20" y="34"/>
                    <a:pt x="20" y="40"/>
                  </a:cubicBezTo>
                  <a:cubicBezTo>
                    <a:pt x="20" y="52"/>
                    <a:pt x="20" y="71"/>
                    <a:pt x="20" y="72"/>
                  </a:cubicBezTo>
                  <a:cubicBezTo>
                    <a:pt x="20" y="73"/>
                    <a:pt x="19" y="76"/>
                    <a:pt x="12" y="76"/>
                  </a:cubicBezTo>
                  <a:cubicBezTo>
                    <a:pt x="11" y="76"/>
                    <a:pt x="11" y="76"/>
                    <a:pt x="11" y="76"/>
                  </a:cubicBezTo>
                  <a:cubicBezTo>
                    <a:pt x="5" y="77"/>
                    <a:pt x="0" y="81"/>
                    <a:pt x="0" y="86"/>
                  </a:cubicBezTo>
                  <a:cubicBezTo>
                    <a:pt x="0" y="92"/>
                    <a:pt x="5" y="96"/>
                    <a:pt x="12" y="96"/>
                  </a:cubicBezTo>
                  <a:cubicBezTo>
                    <a:pt x="19" y="96"/>
                    <a:pt x="24" y="92"/>
                    <a:pt x="24" y="86"/>
                  </a:cubicBezTo>
                  <a:cubicBezTo>
                    <a:pt x="24" y="86"/>
                    <a:pt x="24" y="86"/>
                    <a:pt x="24" y="86"/>
                  </a:cubicBezTo>
                  <a:cubicBezTo>
                    <a:pt x="24" y="86"/>
                    <a:pt x="24" y="86"/>
                    <a:pt x="24" y="86"/>
                  </a:cubicBezTo>
                  <a:cubicBezTo>
                    <a:pt x="24" y="39"/>
                    <a:pt x="24" y="39"/>
                    <a:pt x="24" y="39"/>
                  </a:cubicBezTo>
                  <a:cubicBezTo>
                    <a:pt x="64" y="29"/>
                    <a:pt x="64" y="29"/>
                    <a:pt x="64" y="29"/>
                  </a:cubicBezTo>
                  <a:cubicBezTo>
                    <a:pt x="64" y="41"/>
                    <a:pt x="64" y="61"/>
                    <a:pt x="64" y="62"/>
                  </a:cubicBezTo>
                  <a:cubicBezTo>
                    <a:pt x="64" y="63"/>
                    <a:pt x="63" y="66"/>
                    <a:pt x="56" y="66"/>
                  </a:cubicBezTo>
                  <a:cubicBezTo>
                    <a:pt x="49" y="66"/>
                    <a:pt x="44" y="70"/>
                    <a:pt x="44" y="76"/>
                  </a:cubicBezTo>
                  <a:cubicBezTo>
                    <a:pt x="44" y="82"/>
                    <a:pt x="49" y="86"/>
                    <a:pt x="56" y="86"/>
                  </a:cubicBezTo>
                  <a:cubicBezTo>
                    <a:pt x="63" y="86"/>
                    <a:pt x="68" y="82"/>
                    <a:pt x="68" y="76"/>
                  </a:cubicBezTo>
                  <a:cubicBezTo>
                    <a:pt x="68" y="76"/>
                    <a:pt x="68" y="76"/>
                    <a:pt x="68" y="76"/>
                  </a:cubicBezTo>
                  <a:cubicBezTo>
                    <a:pt x="68" y="76"/>
                    <a:pt x="68" y="76"/>
                    <a:pt x="68" y="76"/>
                  </a:cubicBezTo>
                  <a:cubicBezTo>
                    <a:pt x="68" y="28"/>
                    <a:pt x="68" y="28"/>
                    <a:pt x="68" y="28"/>
                  </a:cubicBezTo>
                  <a:cubicBezTo>
                    <a:pt x="68" y="19"/>
                    <a:pt x="68" y="19"/>
                    <a:pt x="68" y="19"/>
                  </a:cubicBezTo>
                  <a:cubicBezTo>
                    <a:pt x="68" y="0"/>
                    <a:pt x="68" y="0"/>
                    <a:pt x="68" y="0"/>
                  </a:cubicBezTo>
                  <a:lnTo>
                    <a:pt x="20" y="12"/>
                  </a:lnTo>
                  <a:close/>
                  <a:moveTo>
                    <a:pt x="12" y="92"/>
                  </a:moveTo>
                  <a:cubicBezTo>
                    <a:pt x="8" y="92"/>
                    <a:pt x="4" y="89"/>
                    <a:pt x="4" y="86"/>
                  </a:cubicBezTo>
                  <a:cubicBezTo>
                    <a:pt x="4" y="83"/>
                    <a:pt x="8" y="80"/>
                    <a:pt x="12" y="80"/>
                  </a:cubicBezTo>
                  <a:cubicBezTo>
                    <a:pt x="16" y="80"/>
                    <a:pt x="20" y="83"/>
                    <a:pt x="20" y="86"/>
                  </a:cubicBezTo>
                  <a:cubicBezTo>
                    <a:pt x="20" y="89"/>
                    <a:pt x="16" y="92"/>
                    <a:pt x="12" y="92"/>
                  </a:cubicBezTo>
                  <a:close/>
                  <a:moveTo>
                    <a:pt x="56" y="82"/>
                  </a:moveTo>
                  <a:cubicBezTo>
                    <a:pt x="52" y="82"/>
                    <a:pt x="48" y="79"/>
                    <a:pt x="48" y="76"/>
                  </a:cubicBezTo>
                  <a:cubicBezTo>
                    <a:pt x="48" y="73"/>
                    <a:pt x="52" y="70"/>
                    <a:pt x="56" y="70"/>
                  </a:cubicBezTo>
                  <a:cubicBezTo>
                    <a:pt x="60" y="70"/>
                    <a:pt x="64" y="73"/>
                    <a:pt x="64" y="76"/>
                  </a:cubicBezTo>
                  <a:cubicBezTo>
                    <a:pt x="64" y="79"/>
                    <a:pt x="60" y="82"/>
                    <a:pt x="56" y="82"/>
                  </a:cubicBezTo>
                  <a:close/>
                  <a:moveTo>
                    <a:pt x="64" y="25"/>
                  </a:moveTo>
                  <a:cubicBezTo>
                    <a:pt x="24" y="35"/>
                    <a:pt x="24" y="35"/>
                    <a:pt x="24" y="35"/>
                  </a:cubicBezTo>
                  <a:cubicBezTo>
                    <a:pt x="24" y="29"/>
                    <a:pt x="24" y="29"/>
                    <a:pt x="24" y="29"/>
                  </a:cubicBezTo>
                  <a:cubicBezTo>
                    <a:pt x="24" y="15"/>
                    <a:pt x="24" y="15"/>
                    <a:pt x="24" y="15"/>
                  </a:cubicBezTo>
                  <a:cubicBezTo>
                    <a:pt x="64" y="5"/>
                    <a:pt x="64" y="5"/>
                    <a:pt x="64" y="5"/>
                  </a:cubicBezTo>
                  <a:cubicBezTo>
                    <a:pt x="64" y="19"/>
                    <a:pt x="64" y="19"/>
                    <a:pt x="64" y="19"/>
                  </a:cubicBezTo>
                  <a:cubicBezTo>
                    <a:pt x="64" y="19"/>
                    <a:pt x="64" y="22"/>
                    <a:pt x="64" y="25"/>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48" name="组合 47"/>
            <p:cNvGrpSpPr/>
            <p:nvPr/>
          </p:nvGrpSpPr>
          <p:grpSpPr>
            <a:xfrm>
              <a:off x="9223" y="2861"/>
              <a:ext cx="646" cy="430"/>
              <a:chOff x="5856428" y="1162433"/>
              <a:chExt cx="410061" cy="272772"/>
            </a:xfrm>
            <a:grpFill/>
          </p:grpSpPr>
          <p:sp>
            <p:nvSpPr>
              <p:cNvPr id="51" name="Freeform 44"/>
              <p:cNvSpPr>
                <a:spLocks noEditPoints="1"/>
              </p:cNvSpPr>
              <p:nvPr/>
            </p:nvSpPr>
            <p:spPr bwMode="auto">
              <a:xfrm>
                <a:off x="5856428" y="1162433"/>
                <a:ext cx="307094" cy="272772"/>
              </a:xfrm>
              <a:custGeom>
                <a:avLst/>
                <a:gdLst>
                  <a:gd name="T0" fmla="*/ 0 w 170"/>
                  <a:gd name="T1" fmla="*/ 151 h 151"/>
                  <a:gd name="T2" fmla="*/ 170 w 170"/>
                  <a:gd name="T3" fmla="*/ 151 h 151"/>
                  <a:gd name="T4" fmla="*/ 170 w 170"/>
                  <a:gd name="T5" fmla="*/ 0 h 151"/>
                  <a:gd name="T6" fmla="*/ 0 w 170"/>
                  <a:gd name="T7" fmla="*/ 0 h 151"/>
                  <a:gd name="T8" fmla="*/ 0 w 170"/>
                  <a:gd name="T9" fmla="*/ 151 h 151"/>
                  <a:gd name="T10" fmla="*/ 9 w 170"/>
                  <a:gd name="T11" fmla="*/ 9 h 151"/>
                  <a:gd name="T12" fmla="*/ 161 w 170"/>
                  <a:gd name="T13" fmla="*/ 9 h 151"/>
                  <a:gd name="T14" fmla="*/ 161 w 170"/>
                  <a:gd name="T15" fmla="*/ 142 h 151"/>
                  <a:gd name="T16" fmla="*/ 9 w 170"/>
                  <a:gd name="T17" fmla="*/ 142 h 151"/>
                  <a:gd name="T18" fmla="*/ 9 w 170"/>
                  <a:gd name="T19" fmla="*/ 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51">
                    <a:moveTo>
                      <a:pt x="0" y="151"/>
                    </a:moveTo>
                    <a:lnTo>
                      <a:pt x="170" y="151"/>
                    </a:lnTo>
                    <a:lnTo>
                      <a:pt x="170" y="0"/>
                    </a:lnTo>
                    <a:lnTo>
                      <a:pt x="0" y="0"/>
                    </a:lnTo>
                    <a:lnTo>
                      <a:pt x="0" y="151"/>
                    </a:lnTo>
                    <a:close/>
                    <a:moveTo>
                      <a:pt x="9" y="9"/>
                    </a:moveTo>
                    <a:lnTo>
                      <a:pt x="161" y="9"/>
                    </a:lnTo>
                    <a:lnTo>
                      <a:pt x="161" y="142"/>
                    </a:lnTo>
                    <a:lnTo>
                      <a:pt x="9" y="142"/>
                    </a:lnTo>
                    <a:lnTo>
                      <a:pt x="9" y="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2" name="Freeform 45"/>
              <p:cNvSpPr>
                <a:spLocks noEditPoints="1"/>
              </p:cNvSpPr>
              <p:nvPr/>
            </p:nvSpPr>
            <p:spPr bwMode="auto">
              <a:xfrm>
                <a:off x="6197844" y="1196755"/>
                <a:ext cx="68645" cy="204128"/>
              </a:xfrm>
              <a:custGeom>
                <a:avLst/>
                <a:gdLst>
                  <a:gd name="T0" fmla="*/ 0 w 38"/>
                  <a:gd name="T1" fmla="*/ 38 h 113"/>
                  <a:gd name="T2" fmla="*/ 0 w 38"/>
                  <a:gd name="T3" fmla="*/ 75 h 113"/>
                  <a:gd name="T4" fmla="*/ 38 w 38"/>
                  <a:gd name="T5" fmla="*/ 113 h 113"/>
                  <a:gd name="T6" fmla="*/ 38 w 38"/>
                  <a:gd name="T7" fmla="*/ 0 h 113"/>
                  <a:gd name="T8" fmla="*/ 0 w 38"/>
                  <a:gd name="T9" fmla="*/ 38 h 113"/>
                  <a:gd name="T10" fmla="*/ 29 w 38"/>
                  <a:gd name="T11" fmla="*/ 90 h 113"/>
                  <a:gd name="T12" fmla="*/ 10 w 38"/>
                  <a:gd name="T13" fmla="*/ 71 h 113"/>
                  <a:gd name="T14" fmla="*/ 10 w 38"/>
                  <a:gd name="T15" fmla="*/ 42 h 113"/>
                  <a:gd name="T16" fmla="*/ 29 w 38"/>
                  <a:gd name="T17" fmla="*/ 23 h 113"/>
                  <a:gd name="T18" fmla="*/ 29 w 38"/>
                  <a:gd name="T19" fmla="*/ 9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13">
                    <a:moveTo>
                      <a:pt x="0" y="38"/>
                    </a:moveTo>
                    <a:lnTo>
                      <a:pt x="0" y="75"/>
                    </a:lnTo>
                    <a:lnTo>
                      <a:pt x="38" y="113"/>
                    </a:lnTo>
                    <a:lnTo>
                      <a:pt x="38" y="0"/>
                    </a:lnTo>
                    <a:lnTo>
                      <a:pt x="0" y="38"/>
                    </a:lnTo>
                    <a:close/>
                    <a:moveTo>
                      <a:pt x="29" y="90"/>
                    </a:moveTo>
                    <a:lnTo>
                      <a:pt x="10" y="71"/>
                    </a:lnTo>
                    <a:lnTo>
                      <a:pt x="10" y="42"/>
                    </a:lnTo>
                    <a:lnTo>
                      <a:pt x="29" y="23"/>
                    </a:lnTo>
                    <a:lnTo>
                      <a:pt x="29" y="9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3" name="Rectangle 46"/>
              <p:cNvSpPr>
                <a:spLocks noChangeArrowheads="1"/>
              </p:cNvSpPr>
              <p:nvPr/>
            </p:nvSpPr>
            <p:spPr bwMode="auto">
              <a:xfrm>
                <a:off x="5890750" y="1196755"/>
                <a:ext cx="34323" cy="68645"/>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65" name="Freeform 47"/>
            <p:cNvSpPr>
              <a:spLocks noEditPoints="1"/>
            </p:cNvSpPr>
            <p:nvPr/>
          </p:nvSpPr>
          <p:spPr bwMode="auto">
            <a:xfrm>
              <a:off x="10514" y="2861"/>
              <a:ext cx="649" cy="430"/>
            </a:xfrm>
            <a:custGeom>
              <a:avLst/>
              <a:gdLst>
                <a:gd name="T0" fmla="*/ 0 w 228"/>
                <a:gd name="T1" fmla="*/ 0 h 151"/>
                <a:gd name="T2" fmla="*/ 0 w 228"/>
                <a:gd name="T3" fmla="*/ 151 h 151"/>
                <a:gd name="T4" fmla="*/ 228 w 228"/>
                <a:gd name="T5" fmla="*/ 151 h 151"/>
                <a:gd name="T6" fmla="*/ 228 w 228"/>
                <a:gd name="T7" fmla="*/ 0 h 151"/>
                <a:gd name="T8" fmla="*/ 0 w 228"/>
                <a:gd name="T9" fmla="*/ 0 h 151"/>
                <a:gd name="T10" fmla="*/ 211 w 228"/>
                <a:gd name="T11" fmla="*/ 9 h 151"/>
                <a:gd name="T12" fmla="*/ 114 w 228"/>
                <a:gd name="T13" fmla="*/ 80 h 151"/>
                <a:gd name="T14" fmla="*/ 17 w 228"/>
                <a:gd name="T15" fmla="*/ 9 h 151"/>
                <a:gd name="T16" fmla="*/ 211 w 228"/>
                <a:gd name="T17" fmla="*/ 9 h 151"/>
                <a:gd name="T18" fmla="*/ 10 w 228"/>
                <a:gd name="T19" fmla="*/ 142 h 151"/>
                <a:gd name="T20" fmla="*/ 10 w 228"/>
                <a:gd name="T21" fmla="*/ 14 h 151"/>
                <a:gd name="T22" fmla="*/ 114 w 228"/>
                <a:gd name="T23" fmla="*/ 90 h 151"/>
                <a:gd name="T24" fmla="*/ 218 w 228"/>
                <a:gd name="T25" fmla="*/ 14 h 151"/>
                <a:gd name="T26" fmla="*/ 218 w 228"/>
                <a:gd name="T27" fmla="*/ 142 h 151"/>
                <a:gd name="T28" fmla="*/ 10 w 228"/>
                <a:gd name="T29" fmla="*/ 142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151">
                  <a:moveTo>
                    <a:pt x="0" y="0"/>
                  </a:moveTo>
                  <a:lnTo>
                    <a:pt x="0" y="151"/>
                  </a:lnTo>
                  <a:lnTo>
                    <a:pt x="228" y="151"/>
                  </a:lnTo>
                  <a:lnTo>
                    <a:pt x="228" y="0"/>
                  </a:lnTo>
                  <a:lnTo>
                    <a:pt x="0" y="0"/>
                  </a:lnTo>
                  <a:close/>
                  <a:moveTo>
                    <a:pt x="211" y="9"/>
                  </a:moveTo>
                  <a:lnTo>
                    <a:pt x="114" y="80"/>
                  </a:lnTo>
                  <a:lnTo>
                    <a:pt x="17" y="9"/>
                  </a:lnTo>
                  <a:lnTo>
                    <a:pt x="211" y="9"/>
                  </a:lnTo>
                  <a:close/>
                  <a:moveTo>
                    <a:pt x="10" y="142"/>
                  </a:moveTo>
                  <a:lnTo>
                    <a:pt x="10" y="14"/>
                  </a:lnTo>
                  <a:lnTo>
                    <a:pt x="114" y="90"/>
                  </a:lnTo>
                  <a:lnTo>
                    <a:pt x="218" y="14"/>
                  </a:lnTo>
                  <a:lnTo>
                    <a:pt x="218" y="142"/>
                  </a:lnTo>
                  <a:lnTo>
                    <a:pt x="10" y="142"/>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66" name="Freeform 48"/>
            <p:cNvSpPr>
              <a:spLocks noEditPoints="1"/>
            </p:cNvSpPr>
            <p:nvPr/>
          </p:nvSpPr>
          <p:spPr bwMode="auto">
            <a:xfrm>
              <a:off x="6662" y="4098"/>
              <a:ext cx="595" cy="484"/>
            </a:xfrm>
            <a:custGeom>
              <a:avLst/>
              <a:gdLst>
                <a:gd name="T0" fmla="*/ 209 w 209"/>
                <a:gd name="T1" fmla="*/ 57 h 170"/>
                <a:gd name="T2" fmla="*/ 209 w 209"/>
                <a:gd name="T3" fmla="*/ 19 h 170"/>
                <a:gd name="T4" fmla="*/ 105 w 209"/>
                <a:gd name="T5" fmla="*/ 19 h 170"/>
                <a:gd name="T6" fmla="*/ 86 w 209"/>
                <a:gd name="T7" fmla="*/ 0 h 170"/>
                <a:gd name="T8" fmla="*/ 0 w 209"/>
                <a:gd name="T9" fmla="*/ 0 h 170"/>
                <a:gd name="T10" fmla="*/ 0 w 209"/>
                <a:gd name="T11" fmla="*/ 29 h 170"/>
                <a:gd name="T12" fmla="*/ 0 w 209"/>
                <a:gd name="T13" fmla="*/ 29 h 170"/>
                <a:gd name="T14" fmla="*/ 0 w 209"/>
                <a:gd name="T15" fmla="*/ 57 h 170"/>
                <a:gd name="T16" fmla="*/ 0 w 209"/>
                <a:gd name="T17" fmla="*/ 57 h 170"/>
                <a:gd name="T18" fmla="*/ 0 w 209"/>
                <a:gd name="T19" fmla="*/ 170 h 170"/>
                <a:gd name="T20" fmla="*/ 209 w 209"/>
                <a:gd name="T21" fmla="*/ 170 h 170"/>
                <a:gd name="T22" fmla="*/ 209 w 209"/>
                <a:gd name="T23" fmla="*/ 57 h 170"/>
                <a:gd name="T24" fmla="*/ 209 w 209"/>
                <a:gd name="T25" fmla="*/ 57 h 170"/>
                <a:gd name="T26" fmla="*/ 10 w 209"/>
                <a:gd name="T27" fmla="*/ 19 h 170"/>
                <a:gd name="T28" fmla="*/ 10 w 209"/>
                <a:gd name="T29" fmla="*/ 10 h 170"/>
                <a:gd name="T30" fmla="*/ 81 w 209"/>
                <a:gd name="T31" fmla="*/ 10 h 170"/>
                <a:gd name="T32" fmla="*/ 97 w 209"/>
                <a:gd name="T33" fmla="*/ 26 h 170"/>
                <a:gd name="T34" fmla="*/ 100 w 209"/>
                <a:gd name="T35" fmla="*/ 29 h 170"/>
                <a:gd name="T36" fmla="*/ 105 w 209"/>
                <a:gd name="T37" fmla="*/ 29 h 170"/>
                <a:gd name="T38" fmla="*/ 199 w 209"/>
                <a:gd name="T39" fmla="*/ 29 h 170"/>
                <a:gd name="T40" fmla="*/ 199 w 209"/>
                <a:gd name="T41" fmla="*/ 57 h 170"/>
                <a:gd name="T42" fmla="*/ 10 w 209"/>
                <a:gd name="T43" fmla="*/ 57 h 170"/>
                <a:gd name="T44" fmla="*/ 10 w 209"/>
                <a:gd name="T45" fmla="*/ 29 h 170"/>
                <a:gd name="T46" fmla="*/ 10 w 209"/>
                <a:gd name="T47" fmla="*/ 19 h 170"/>
                <a:gd name="T48" fmla="*/ 199 w 209"/>
                <a:gd name="T49" fmla="*/ 161 h 170"/>
                <a:gd name="T50" fmla="*/ 10 w 209"/>
                <a:gd name="T51" fmla="*/ 161 h 170"/>
                <a:gd name="T52" fmla="*/ 10 w 209"/>
                <a:gd name="T53" fmla="*/ 66 h 170"/>
                <a:gd name="T54" fmla="*/ 199 w 209"/>
                <a:gd name="T55" fmla="*/ 66 h 170"/>
                <a:gd name="T56" fmla="*/ 199 w 209"/>
                <a:gd name="T57" fmla="*/ 1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9" h="170">
                  <a:moveTo>
                    <a:pt x="209" y="57"/>
                  </a:moveTo>
                  <a:lnTo>
                    <a:pt x="209" y="19"/>
                  </a:lnTo>
                  <a:lnTo>
                    <a:pt x="105" y="19"/>
                  </a:lnTo>
                  <a:lnTo>
                    <a:pt x="86" y="0"/>
                  </a:lnTo>
                  <a:lnTo>
                    <a:pt x="0" y="0"/>
                  </a:lnTo>
                  <a:lnTo>
                    <a:pt x="0" y="29"/>
                  </a:lnTo>
                  <a:lnTo>
                    <a:pt x="0" y="29"/>
                  </a:lnTo>
                  <a:lnTo>
                    <a:pt x="0" y="57"/>
                  </a:lnTo>
                  <a:lnTo>
                    <a:pt x="0" y="57"/>
                  </a:lnTo>
                  <a:lnTo>
                    <a:pt x="0" y="170"/>
                  </a:lnTo>
                  <a:lnTo>
                    <a:pt x="209" y="170"/>
                  </a:lnTo>
                  <a:lnTo>
                    <a:pt x="209" y="57"/>
                  </a:lnTo>
                  <a:lnTo>
                    <a:pt x="209" y="57"/>
                  </a:lnTo>
                  <a:close/>
                  <a:moveTo>
                    <a:pt x="10" y="19"/>
                  </a:moveTo>
                  <a:lnTo>
                    <a:pt x="10" y="10"/>
                  </a:lnTo>
                  <a:lnTo>
                    <a:pt x="81" y="10"/>
                  </a:lnTo>
                  <a:lnTo>
                    <a:pt x="97" y="26"/>
                  </a:lnTo>
                  <a:lnTo>
                    <a:pt x="100" y="29"/>
                  </a:lnTo>
                  <a:lnTo>
                    <a:pt x="105" y="29"/>
                  </a:lnTo>
                  <a:lnTo>
                    <a:pt x="199" y="29"/>
                  </a:lnTo>
                  <a:lnTo>
                    <a:pt x="199" y="57"/>
                  </a:lnTo>
                  <a:lnTo>
                    <a:pt x="10" y="57"/>
                  </a:lnTo>
                  <a:lnTo>
                    <a:pt x="10" y="29"/>
                  </a:lnTo>
                  <a:lnTo>
                    <a:pt x="10" y="19"/>
                  </a:lnTo>
                  <a:close/>
                  <a:moveTo>
                    <a:pt x="199" y="161"/>
                  </a:moveTo>
                  <a:lnTo>
                    <a:pt x="10" y="161"/>
                  </a:lnTo>
                  <a:lnTo>
                    <a:pt x="10" y="66"/>
                  </a:lnTo>
                  <a:lnTo>
                    <a:pt x="199" y="66"/>
                  </a:lnTo>
                  <a:lnTo>
                    <a:pt x="199" y="16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67" name="Freeform 49"/>
            <p:cNvSpPr>
              <a:spLocks noEditPoints="1"/>
            </p:cNvSpPr>
            <p:nvPr/>
          </p:nvSpPr>
          <p:spPr bwMode="auto">
            <a:xfrm>
              <a:off x="1491" y="4098"/>
              <a:ext cx="595" cy="538"/>
            </a:xfrm>
            <a:custGeom>
              <a:avLst/>
              <a:gdLst>
                <a:gd name="T0" fmla="*/ 209 w 209"/>
                <a:gd name="T1" fmla="*/ 133 h 189"/>
                <a:gd name="T2" fmla="*/ 209 w 209"/>
                <a:gd name="T3" fmla="*/ 0 h 189"/>
                <a:gd name="T4" fmla="*/ 0 w 209"/>
                <a:gd name="T5" fmla="*/ 0 h 189"/>
                <a:gd name="T6" fmla="*/ 0 w 209"/>
                <a:gd name="T7" fmla="*/ 133 h 189"/>
                <a:gd name="T8" fmla="*/ 100 w 209"/>
                <a:gd name="T9" fmla="*/ 133 h 189"/>
                <a:gd name="T10" fmla="*/ 100 w 209"/>
                <a:gd name="T11" fmla="*/ 180 h 189"/>
                <a:gd name="T12" fmla="*/ 71 w 209"/>
                <a:gd name="T13" fmla="*/ 180 h 189"/>
                <a:gd name="T14" fmla="*/ 62 w 209"/>
                <a:gd name="T15" fmla="*/ 189 h 189"/>
                <a:gd name="T16" fmla="*/ 100 w 209"/>
                <a:gd name="T17" fmla="*/ 189 h 189"/>
                <a:gd name="T18" fmla="*/ 109 w 209"/>
                <a:gd name="T19" fmla="*/ 189 h 189"/>
                <a:gd name="T20" fmla="*/ 147 w 209"/>
                <a:gd name="T21" fmla="*/ 189 h 189"/>
                <a:gd name="T22" fmla="*/ 138 w 209"/>
                <a:gd name="T23" fmla="*/ 180 h 189"/>
                <a:gd name="T24" fmla="*/ 109 w 209"/>
                <a:gd name="T25" fmla="*/ 180 h 189"/>
                <a:gd name="T26" fmla="*/ 109 w 209"/>
                <a:gd name="T27" fmla="*/ 133 h 189"/>
                <a:gd name="T28" fmla="*/ 209 w 209"/>
                <a:gd name="T29" fmla="*/ 133 h 189"/>
                <a:gd name="T30" fmla="*/ 10 w 209"/>
                <a:gd name="T31" fmla="*/ 123 h 189"/>
                <a:gd name="T32" fmla="*/ 10 w 209"/>
                <a:gd name="T33" fmla="*/ 10 h 189"/>
                <a:gd name="T34" fmla="*/ 199 w 209"/>
                <a:gd name="T35" fmla="*/ 10 h 189"/>
                <a:gd name="T36" fmla="*/ 199 w 209"/>
                <a:gd name="T37" fmla="*/ 123 h 189"/>
                <a:gd name="T38" fmla="*/ 109 w 209"/>
                <a:gd name="T39" fmla="*/ 123 h 189"/>
                <a:gd name="T40" fmla="*/ 100 w 209"/>
                <a:gd name="T41" fmla="*/ 123 h 189"/>
                <a:gd name="T42" fmla="*/ 10 w 209"/>
                <a:gd name="T43" fmla="*/ 12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9" h="189">
                  <a:moveTo>
                    <a:pt x="209" y="133"/>
                  </a:moveTo>
                  <a:lnTo>
                    <a:pt x="209" y="0"/>
                  </a:lnTo>
                  <a:lnTo>
                    <a:pt x="0" y="0"/>
                  </a:lnTo>
                  <a:lnTo>
                    <a:pt x="0" y="133"/>
                  </a:lnTo>
                  <a:lnTo>
                    <a:pt x="100" y="133"/>
                  </a:lnTo>
                  <a:lnTo>
                    <a:pt x="100" y="180"/>
                  </a:lnTo>
                  <a:lnTo>
                    <a:pt x="71" y="180"/>
                  </a:lnTo>
                  <a:lnTo>
                    <a:pt x="62" y="189"/>
                  </a:lnTo>
                  <a:lnTo>
                    <a:pt x="100" y="189"/>
                  </a:lnTo>
                  <a:lnTo>
                    <a:pt x="109" y="189"/>
                  </a:lnTo>
                  <a:lnTo>
                    <a:pt x="147" y="189"/>
                  </a:lnTo>
                  <a:lnTo>
                    <a:pt x="138" y="180"/>
                  </a:lnTo>
                  <a:lnTo>
                    <a:pt x="109" y="180"/>
                  </a:lnTo>
                  <a:lnTo>
                    <a:pt x="109" y="133"/>
                  </a:lnTo>
                  <a:lnTo>
                    <a:pt x="209" y="133"/>
                  </a:lnTo>
                  <a:close/>
                  <a:moveTo>
                    <a:pt x="10" y="123"/>
                  </a:moveTo>
                  <a:lnTo>
                    <a:pt x="10" y="10"/>
                  </a:lnTo>
                  <a:lnTo>
                    <a:pt x="199" y="10"/>
                  </a:lnTo>
                  <a:lnTo>
                    <a:pt x="199" y="123"/>
                  </a:lnTo>
                  <a:lnTo>
                    <a:pt x="109" y="123"/>
                  </a:lnTo>
                  <a:lnTo>
                    <a:pt x="100" y="123"/>
                  </a:lnTo>
                  <a:lnTo>
                    <a:pt x="10" y="12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68" name="组合 67"/>
            <p:cNvGrpSpPr/>
            <p:nvPr/>
          </p:nvGrpSpPr>
          <p:grpSpPr>
            <a:xfrm>
              <a:off x="2785" y="4098"/>
              <a:ext cx="592" cy="538"/>
              <a:chOff x="1768462" y="1948233"/>
              <a:chExt cx="375739" cy="341417"/>
            </a:xfrm>
            <a:grpFill/>
          </p:grpSpPr>
          <p:sp>
            <p:nvSpPr>
              <p:cNvPr id="69" name="Freeform 50"/>
              <p:cNvSpPr>
                <a:spLocks noEditPoints="1"/>
              </p:cNvSpPr>
              <p:nvPr/>
            </p:nvSpPr>
            <p:spPr bwMode="auto">
              <a:xfrm>
                <a:off x="1768462" y="1948233"/>
                <a:ext cx="375739" cy="341417"/>
              </a:xfrm>
              <a:custGeom>
                <a:avLst/>
                <a:gdLst>
                  <a:gd name="T0" fmla="*/ 208 w 208"/>
                  <a:gd name="T1" fmla="*/ 133 h 189"/>
                  <a:gd name="T2" fmla="*/ 208 w 208"/>
                  <a:gd name="T3" fmla="*/ 0 h 189"/>
                  <a:gd name="T4" fmla="*/ 0 w 208"/>
                  <a:gd name="T5" fmla="*/ 0 h 189"/>
                  <a:gd name="T6" fmla="*/ 0 w 208"/>
                  <a:gd name="T7" fmla="*/ 133 h 189"/>
                  <a:gd name="T8" fmla="*/ 99 w 208"/>
                  <a:gd name="T9" fmla="*/ 133 h 189"/>
                  <a:gd name="T10" fmla="*/ 99 w 208"/>
                  <a:gd name="T11" fmla="*/ 180 h 189"/>
                  <a:gd name="T12" fmla="*/ 71 w 208"/>
                  <a:gd name="T13" fmla="*/ 180 h 189"/>
                  <a:gd name="T14" fmla="*/ 61 w 208"/>
                  <a:gd name="T15" fmla="*/ 189 h 189"/>
                  <a:gd name="T16" fmla="*/ 99 w 208"/>
                  <a:gd name="T17" fmla="*/ 189 h 189"/>
                  <a:gd name="T18" fmla="*/ 109 w 208"/>
                  <a:gd name="T19" fmla="*/ 189 h 189"/>
                  <a:gd name="T20" fmla="*/ 147 w 208"/>
                  <a:gd name="T21" fmla="*/ 189 h 189"/>
                  <a:gd name="T22" fmla="*/ 137 w 208"/>
                  <a:gd name="T23" fmla="*/ 180 h 189"/>
                  <a:gd name="T24" fmla="*/ 109 w 208"/>
                  <a:gd name="T25" fmla="*/ 180 h 189"/>
                  <a:gd name="T26" fmla="*/ 109 w 208"/>
                  <a:gd name="T27" fmla="*/ 133 h 189"/>
                  <a:gd name="T28" fmla="*/ 208 w 208"/>
                  <a:gd name="T29" fmla="*/ 133 h 189"/>
                  <a:gd name="T30" fmla="*/ 9 w 208"/>
                  <a:gd name="T31" fmla="*/ 123 h 189"/>
                  <a:gd name="T32" fmla="*/ 9 w 208"/>
                  <a:gd name="T33" fmla="*/ 10 h 189"/>
                  <a:gd name="T34" fmla="*/ 199 w 208"/>
                  <a:gd name="T35" fmla="*/ 10 h 189"/>
                  <a:gd name="T36" fmla="*/ 199 w 208"/>
                  <a:gd name="T37" fmla="*/ 123 h 189"/>
                  <a:gd name="T38" fmla="*/ 109 w 208"/>
                  <a:gd name="T39" fmla="*/ 123 h 189"/>
                  <a:gd name="T40" fmla="*/ 99 w 208"/>
                  <a:gd name="T41" fmla="*/ 123 h 189"/>
                  <a:gd name="T42" fmla="*/ 9 w 208"/>
                  <a:gd name="T43" fmla="*/ 12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8" h="189">
                    <a:moveTo>
                      <a:pt x="208" y="133"/>
                    </a:moveTo>
                    <a:lnTo>
                      <a:pt x="208" y="0"/>
                    </a:lnTo>
                    <a:lnTo>
                      <a:pt x="0" y="0"/>
                    </a:lnTo>
                    <a:lnTo>
                      <a:pt x="0" y="133"/>
                    </a:lnTo>
                    <a:lnTo>
                      <a:pt x="99" y="133"/>
                    </a:lnTo>
                    <a:lnTo>
                      <a:pt x="99" y="180"/>
                    </a:lnTo>
                    <a:lnTo>
                      <a:pt x="71" y="180"/>
                    </a:lnTo>
                    <a:lnTo>
                      <a:pt x="61" y="189"/>
                    </a:lnTo>
                    <a:lnTo>
                      <a:pt x="99" y="189"/>
                    </a:lnTo>
                    <a:lnTo>
                      <a:pt x="109" y="189"/>
                    </a:lnTo>
                    <a:lnTo>
                      <a:pt x="147" y="189"/>
                    </a:lnTo>
                    <a:lnTo>
                      <a:pt x="137" y="180"/>
                    </a:lnTo>
                    <a:lnTo>
                      <a:pt x="109" y="180"/>
                    </a:lnTo>
                    <a:lnTo>
                      <a:pt x="109" y="133"/>
                    </a:lnTo>
                    <a:lnTo>
                      <a:pt x="208" y="133"/>
                    </a:lnTo>
                    <a:close/>
                    <a:moveTo>
                      <a:pt x="9" y="123"/>
                    </a:moveTo>
                    <a:lnTo>
                      <a:pt x="9" y="10"/>
                    </a:lnTo>
                    <a:lnTo>
                      <a:pt x="199" y="10"/>
                    </a:lnTo>
                    <a:lnTo>
                      <a:pt x="199" y="123"/>
                    </a:lnTo>
                    <a:lnTo>
                      <a:pt x="109" y="123"/>
                    </a:lnTo>
                    <a:lnTo>
                      <a:pt x="99" y="123"/>
                    </a:lnTo>
                    <a:lnTo>
                      <a:pt x="9" y="12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70" name="Rectangle 51"/>
              <p:cNvSpPr>
                <a:spLocks noChangeArrowheads="1"/>
              </p:cNvSpPr>
              <p:nvPr/>
            </p:nvSpPr>
            <p:spPr bwMode="auto">
              <a:xfrm>
                <a:off x="1871429" y="2016878"/>
                <a:ext cx="34323" cy="137289"/>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71" name="Rectangle 52"/>
              <p:cNvSpPr>
                <a:spLocks noChangeArrowheads="1"/>
              </p:cNvSpPr>
              <p:nvPr/>
            </p:nvSpPr>
            <p:spPr bwMode="auto">
              <a:xfrm>
                <a:off x="1940074" y="2085522"/>
                <a:ext cx="34323" cy="68645"/>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72" name="Rectangle 53"/>
              <p:cNvSpPr>
                <a:spLocks noChangeArrowheads="1"/>
              </p:cNvSpPr>
              <p:nvPr/>
            </p:nvSpPr>
            <p:spPr bwMode="auto">
              <a:xfrm>
                <a:off x="2008718" y="2051199"/>
                <a:ext cx="32516" cy="102967"/>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73" name="组合 72"/>
            <p:cNvGrpSpPr/>
            <p:nvPr/>
          </p:nvGrpSpPr>
          <p:grpSpPr>
            <a:xfrm>
              <a:off x="4077" y="4098"/>
              <a:ext cx="606" cy="538"/>
              <a:chOff x="2588584" y="1948233"/>
              <a:chExt cx="384771" cy="341417"/>
            </a:xfrm>
            <a:grpFill/>
          </p:grpSpPr>
          <p:sp>
            <p:nvSpPr>
              <p:cNvPr id="81" name="Freeform 54"/>
              <p:cNvSpPr/>
              <p:nvPr/>
            </p:nvSpPr>
            <p:spPr bwMode="auto">
              <a:xfrm>
                <a:off x="2879421" y="2042168"/>
                <a:ext cx="43354" cy="153548"/>
              </a:xfrm>
              <a:custGeom>
                <a:avLst/>
                <a:gdLst>
                  <a:gd name="T0" fmla="*/ 2 w 10"/>
                  <a:gd name="T1" fmla="*/ 0 h 36"/>
                  <a:gd name="T2" fmla="*/ 0 w 10"/>
                  <a:gd name="T3" fmla="*/ 2 h 36"/>
                  <a:gd name="T4" fmla="*/ 6 w 10"/>
                  <a:gd name="T5" fmla="*/ 18 h 36"/>
                  <a:gd name="T6" fmla="*/ 0 w 10"/>
                  <a:gd name="T7" fmla="*/ 34 h 36"/>
                  <a:gd name="T8" fmla="*/ 2 w 10"/>
                  <a:gd name="T9" fmla="*/ 36 h 36"/>
                  <a:gd name="T10" fmla="*/ 10 w 10"/>
                  <a:gd name="T11" fmla="*/ 18 h 36"/>
                  <a:gd name="T12" fmla="*/ 2 w 10"/>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10" h="36">
                    <a:moveTo>
                      <a:pt x="2" y="0"/>
                    </a:moveTo>
                    <a:cubicBezTo>
                      <a:pt x="0" y="2"/>
                      <a:pt x="0" y="2"/>
                      <a:pt x="0" y="2"/>
                    </a:cubicBezTo>
                    <a:cubicBezTo>
                      <a:pt x="4" y="7"/>
                      <a:pt x="6" y="12"/>
                      <a:pt x="6" y="18"/>
                    </a:cubicBezTo>
                    <a:cubicBezTo>
                      <a:pt x="6" y="24"/>
                      <a:pt x="4" y="29"/>
                      <a:pt x="0" y="34"/>
                    </a:cubicBezTo>
                    <a:cubicBezTo>
                      <a:pt x="2" y="36"/>
                      <a:pt x="2" y="36"/>
                      <a:pt x="2" y="36"/>
                    </a:cubicBezTo>
                    <a:cubicBezTo>
                      <a:pt x="7" y="31"/>
                      <a:pt x="10" y="25"/>
                      <a:pt x="10" y="18"/>
                    </a:cubicBezTo>
                    <a:cubicBezTo>
                      <a:pt x="10" y="11"/>
                      <a:pt x="7" y="5"/>
                      <a:pt x="2"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85" name="Freeform 55"/>
              <p:cNvSpPr/>
              <p:nvPr/>
            </p:nvSpPr>
            <p:spPr bwMode="auto">
              <a:xfrm>
                <a:off x="2913742" y="2004232"/>
                <a:ext cx="59613" cy="231224"/>
              </a:xfrm>
              <a:custGeom>
                <a:avLst/>
                <a:gdLst>
                  <a:gd name="T0" fmla="*/ 3 w 14"/>
                  <a:gd name="T1" fmla="*/ 0 h 54"/>
                  <a:gd name="T2" fmla="*/ 0 w 14"/>
                  <a:gd name="T3" fmla="*/ 3 h 54"/>
                  <a:gd name="T4" fmla="*/ 10 w 14"/>
                  <a:gd name="T5" fmla="*/ 27 h 54"/>
                  <a:gd name="T6" fmla="*/ 0 w 14"/>
                  <a:gd name="T7" fmla="*/ 51 h 54"/>
                  <a:gd name="T8" fmla="*/ 3 w 14"/>
                  <a:gd name="T9" fmla="*/ 54 h 54"/>
                  <a:gd name="T10" fmla="*/ 14 w 14"/>
                  <a:gd name="T11" fmla="*/ 27 h 54"/>
                  <a:gd name="T12" fmla="*/ 3 w 14"/>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4" h="54">
                    <a:moveTo>
                      <a:pt x="3" y="0"/>
                    </a:moveTo>
                    <a:cubicBezTo>
                      <a:pt x="0" y="3"/>
                      <a:pt x="0" y="3"/>
                      <a:pt x="0" y="3"/>
                    </a:cubicBezTo>
                    <a:cubicBezTo>
                      <a:pt x="6" y="9"/>
                      <a:pt x="10" y="18"/>
                      <a:pt x="10" y="27"/>
                    </a:cubicBezTo>
                    <a:cubicBezTo>
                      <a:pt x="10" y="36"/>
                      <a:pt x="6" y="45"/>
                      <a:pt x="0" y="51"/>
                    </a:cubicBezTo>
                    <a:cubicBezTo>
                      <a:pt x="3" y="54"/>
                      <a:pt x="3" y="54"/>
                      <a:pt x="3" y="54"/>
                    </a:cubicBezTo>
                    <a:cubicBezTo>
                      <a:pt x="10" y="47"/>
                      <a:pt x="14" y="37"/>
                      <a:pt x="14" y="27"/>
                    </a:cubicBezTo>
                    <a:cubicBezTo>
                      <a:pt x="14" y="17"/>
                      <a:pt x="10" y="7"/>
                      <a:pt x="3"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86" name="Freeform 56"/>
              <p:cNvSpPr>
                <a:spLocks noEditPoints="1"/>
              </p:cNvSpPr>
              <p:nvPr/>
            </p:nvSpPr>
            <p:spPr bwMode="auto">
              <a:xfrm>
                <a:off x="2588584" y="1948233"/>
                <a:ext cx="256514" cy="341417"/>
              </a:xfrm>
              <a:custGeom>
                <a:avLst/>
                <a:gdLst>
                  <a:gd name="T0" fmla="*/ 0 w 142"/>
                  <a:gd name="T1" fmla="*/ 57 h 189"/>
                  <a:gd name="T2" fmla="*/ 0 w 142"/>
                  <a:gd name="T3" fmla="*/ 133 h 189"/>
                  <a:gd name="T4" fmla="*/ 57 w 142"/>
                  <a:gd name="T5" fmla="*/ 133 h 189"/>
                  <a:gd name="T6" fmla="*/ 142 w 142"/>
                  <a:gd name="T7" fmla="*/ 189 h 189"/>
                  <a:gd name="T8" fmla="*/ 142 w 142"/>
                  <a:gd name="T9" fmla="*/ 0 h 189"/>
                  <a:gd name="T10" fmla="*/ 57 w 142"/>
                  <a:gd name="T11" fmla="*/ 57 h 189"/>
                  <a:gd name="T12" fmla="*/ 0 w 142"/>
                  <a:gd name="T13" fmla="*/ 57 h 189"/>
                  <a:gd name="T14" fmla="*/ 10 w 142"/>
                  <a:gd name="T15" fmla="*/ 123 h 189"/>
                  <a:gd name="T16" fmla="*/ 10 w 142"/>
                  <a:gd name="T17" fmla="*/ 66 h 189"/>
                  <a:gd name="T18" fmla="*/ 57 w 142"/>
                  <a:gd name="T19" fmla="*/ 66 h 189"/>
                  <a:gd name="T20" fmla="*/ 57 w 142"/>
                  <a:gd name="T21" fmla="*/ 90 h 189"/>
                  <a:gd name="T22" fmla="*/ 57 w 142"/>
                  <a:gd name="T23" fmla="*/ 123 h 189"/>
                  <a:gd name="T24" fmla="*/ 10 w 142"/>
                  <a:gd name="T25" fmla="*/ 123 h 189"/>
                  <a:gd name="T26" fmla="*/ 133 w 142"/>
                  <a:gd name="T27" fmla="*/ 173 h 189"/>
                  <a:gd name="T28" fmla="*/ 67 w 142"/>
                  <a:gd name="T29" fmla="*/ 128 h 189"/>
                  <a:gd name="T30" fmla="*/ 67 w 142"/>
                  <a:gd name="T31" fmla="*/ 90 h 189"/>
                  <a:gd name="T32" fmla="*/ 67 w 142"/>
                  <a:gd name="T33" fmla="*/ 62 h 189"/>
                  <a:gd name="T34" fmla="*/ 133 w 142"/>
                  <a:gd name="T35" fmla="*/ 17 h 189"/>
                  <a:gd name="T36" fmla="*/ 133 w 142"/>
                  <a:gd name="T37" fmla="*/ 17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2" h="189">
                    <a:moveTo>
                      <a:pt x="0" y="57"/>
                    </a:moveTo>
                    <a:lnTo>
                      <a:pt x="0" y="133"/>
                    </a:lnTo>
                    <a:lnTo>
                      <a:pt x="57" y="133"/>
                    </a:lnTo>
                    <a:lnTo>
                      <a:pt x="142" y="189"/>
                    </a:lnTo>
                    <a:lnTo>
                      <a:pt x="142" y="0"/>
                    </a:lnTo>
                    <a:lnTo>
                      <a:pt x="57" y="57"/>
                    </a:lnTo>
                    <a:lnTo>
                      <a:pt x="0" y="57"/>
                    </a:lnTo>
                    <a:close/>
                    <a:moveTo>
                      <a:pt x="10" y="123"/>
                    </a:moveTo>
                    <a:lnTo>
                      <a:pt x="10" y="66"/>
                    </a:lnTo>
                    <a:lnTo>
                      <a:pt x="57" y="66"/>
                    </a:lnTo>
                    <a:lnTo>
                      <a:pt x="57" y="90"/>
                    </a:lnTo>
                    <a:lnTo>
                      <a:pt x="57" y="123"/>
                    </a:lnTo>
                    <a:lnTo>
                      <a:pt x="10" y="123"/>
                    </a:lnTo>
                    <a:close/>
                    <a:moveTo>
                      <a:pt x="133" y="173"/>
                    </a:moveTo>
                    <a:lnTo>
                      <a:pt x="67" y="128"/>
                    </a:lnTo>
                    <a:lnTo>
                      <a:pt x="67" y="90"/>
                    </a:lnTo>
                    <a:lnTo>
                      <a:pt x="67" y="62"/>
                    </a:lnTo>
                    <a:lnTo>
                      <a:pt x="133" y="17"/>
                    </a:lnTo>
                    <a:lnTo>
                      <a:pt x="133" y="17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87" name="组合 86"/>
            <p:cNvGrpSpPr/>
            <p:nvPr/>
          </p:nvGrpSpPr>
          <p:grpSpPr>
            <a:xfrm>
              <a:off x="5371" y="4098"/>
              <a:ext cx="620" cy="538"/>
              <a:chOff x="3410513" y="1948233"/>
              <a:chExt cx="393803" cy="341417"/>
            </a:xfrm>
            <a:grpFill/>
          </p:grpSpPr>
          <p:sp>
            <p:nvSpPr>
              <p:cNvPr id="88" name="Freeform 57"/>
              <p:cNvSpPr>
                <a:spLocks noEditPoints="1"/>
              </p:cNvSpPr>
              <p:nvPr/>
            </p:nvSpPr>
            <p:spPr bwMode="auto">
              <a:xfrm>
                <a:off x="3410513" y="1948233"/>
                <a:ext cx="256514" cy="341417"/>
              </a:xfrm>
              <a:custGeom>
                <a:avLst/>
                <a:gdLst>
                  <a:gd name="T0" fmla="*/ 0 w 142"/>
                  <a:gd name="T1" fmla="*/ 57 h 189"/>
                  <a:gd name="T2" fmla="*/ 0 w 142"/>
                  <a:gd name="T3" fmla="*/ 133 h 189"/>
                  <a:gd name="T4" fmla="*/ 57 w 142"/>
                  <a:gd name="T5" fmla="*/ 133 h 189"/>
                  <a:gd name="T6" fmla="*/ 142 w 142"/>
                  <a:gd name="T7" fmla="*/ 189 h 189"/>
                  <a:gd name="T8" fmla="*/ 142 w 142"/>
                  <a:gd name="T9" fmla="*/ 0 h 189"/>
                  <a:gd name="T10" fmla="*/ 57 w 142"/>
                  <a:gd name="T11" fmla="*/ 57 h 189"/>
                  <a:gd name="T12" fmla="*/ 0 w 142"/>
                  <a:gd name="T13" fmla="*/ 57 h 189"/>
                  <a:gd name="T14" fmla="*/ 9 w 142"/>
                  <a:gd name="T15" fmla="*/ 123 h 189"/>
                  <a:gd name="T16" fmla="*/ 9 w 142"/>
                  <a:gd name="T17" fmla="*/ 66 h 189"/>
                  <a:gd name="T18" fmla="*/ 57 w 142"/>
                  <a:gd name="T19" fmla="*/ 66 h 189"/>
                  <a:gd name="T20" fmla="*/ 57 w 142"/>
                  <a:gd name="T21" fmla="*/ 123 h 189"/>
                  <a:gd name="T22" fmla="*/ 9 w 142"/>
                  <a:gd name="T23" fmla="*/ 123 h 189"/>
                  <a:gd name="T24" fmla="*/ 132 w 142"/>
                  <a:gd name="T25" fmla="*/ 173 h 189"/>
                  <a:gd name="T26" fmla="*/ 66 w 142"/>
                  <a:gd name="T27" fmla="*/ 128 h 189"/>
                  <a:gd name="T28" fmla="*/ 66 w 142"/>
                  <a:gd name="T29" fmla="*/ 62 h 189"/>
                  <a:gd name="T30" fmla="*/ 132 w 142"/>
                  <a:gd name="T31" fmla="*/ 17 h 189"/>
                  <a:gd name="T32" fmla="*/ 132 w 142"/>
                  <a:gd name="T33" fmla="*/ 17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2" h="189">
                    <a:moveTo>
                      <a:pt x="0" y="57"/>
                    </a:moveTo>
                    <a:lnTo>
                      <a:pt x="0" y="133"/>
                    </a:lnTo>
                    <a:lnTo>
                      <a:pt x="57" y="133"/>
                    </a:lnTo>
                    <a:lnTo>
                      <a:pt x="142" y="189"/>
                    </a:lnTo>
                    <a:lnTo>
                      <a:pt x="142" y="0"/>
                    </a:lnTo>
                    <a:lnTo>
                      <a:pt x="57" y="57"/>
                    </a:lnTo>
                    <a:lnTo>
                      <a:pt x="0" y="57"/>
                    </a:lnTo>
                    <a:close/>
                    <a:moveTo>
                      <a:pt x="9" y="123"/>
                    </a:moveTo>
                    <a:lnTo>
                      <a:pt x="9" y="66"/>
                    </a:lnTo>
                    <a:lnTo>
                      <a:pt x="57" y="66"/>
                    </a:lnTo>
                    <a:lnTo>
                      <a:pt x="57" y="123"/>
                    </a:lnTo>
                    <a:lnTo>
                      <a:pt x="9" y="123"/>
                    </a:lnTo>
                    <a:close/>
                    <a:moveTo>
                      <a:pt x="132" y="173"/>
                    </a:moveTo>
                    <a:lnTo>
                      <a:pt x="66" y="128"/>
                    </a:lnTo>
                    <a:lnTo>
                      <a:pt x="66" y="62"/>
                    </a:lnTo>
                    <a:lnTo>
                      <a:pt x="132" y="17"/>
                    </a:lnTo>
                    <a:lnTo>
                      <a:pt x="132" y="17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89" name="Freeform 58"/>
              <p:cNvSpPr/>
              <p:nvPr/>
            </p:nvSpPr>
            <p:spPr bwMode="auto">
              <a:xfrm>
                <a:off x="3701349" y="2067458"/>
                <a:ext cx="102967" cy="102967"/>
              </a:xfrm>
              <a:custGeom>
                <a:avLst/>
                <a:gdLst>
                  <a:gd name="T0" fmla="*/ 57 w 57"/>
                  <a:gd name="T1" fmla="*/ 7 h 57"/>
                  <a:gd name="T2" fmla="*/ 50 w 57"/>
                  <a:gd name="T3" fmla="*/ 0 h 57"/>
                  <a:gd name="T4" fmla="*/ 28 w 57"/>
                  <a:gd name="T5" fmla="*/ 22 h 57"/>
                  <a:gd name="T6" fmla="*/ 7 w 57"/>
                  <a:gd name="T7" fmla="*/ 0 h 57"/>
                  <a:gd name="T8" fmla="*/ 0 w 57"/>
                  <a:gd name="T9" fmla="*/ 7 h 57"/>
                  <a:gd name="T10" fmla="*/ 21 w 57"/>
                  <a:gd name="T11" fmla="*/ 29 h 57"/>
                  <a:gd name="T12" fmla="*/ 0 w 57"/>
                  <a:gd name="T13" fmla="*/ 50 h 57"/>
                  <a:gd name="T14" fmla="*/ 7 w 57"/>
                  <a:gd name="T15" fmla="*/ 57 h 57"/>
                  <a:gd name="T16" fmla="*/ 28 w 57"/>
                  <a:gd name="T17" fmla="*/ 36 h 57"/>
                  <a:gd name="T18" fmla="*/ 50 w 57"/>
                  <a:gd name="T19" fmla="*/ 57 h 57"/>
                  <a:gd name="T20" fmla="*/ 57 w 57"/>
                  <a:gd name="T21" fmla="*/ 50 h 57"/>
                  <a:gd name="T22" fmla="*/ 35 w 57"/>
                  <a:gd name="T23" fmla="*/ 29 h 57"/>
                  <a:gd name="T24" fmla="*/ 57 w 57"/>
                  <a:gd name="T25" fmla="*/ 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7">
                    <a:moveTo>
                      <a:pt x="57" y="7"/>
                    </a:moveTo>
                    <a:lnTo>
                      <a:pt x="50" y="0"/>
                    </a:lnTo>
                    <a:lnTo>
                      <a:pt x="28" y="22"/>
                    </a:lnTo>
                    <a:lnTo>
                      <a:pt x="7" y="0"/>
                    </a:lnTo>
                    <a:lnTo>
                      <a:pt x="0" y="7"/>
                    </a:lnTo>
                    <a:lnTo>
                      <a:pt x="21" y="29"/>
                    </a:lnTo>
                    <a:lnTo>
                      <a:pt x="0" y="50"/>
                    </a:lnTo>
                    <a:lnTo>
                      <a:pt x="7" y="57"/>
                    </a:lnTo>
                    <a:lnTo>
                      <a:pt x="28" y="36"/>
                    </a:lnTo>
                    <a:lnTo>
                      <a:pt x="50" y="57"/>
                    </a:lnTo>
                    <a:lnTo>
                      <a:pt x="57" y="50"/>
                    </a:lnTo>
                    <a:lnTo>
                      <a:pt x="35" y="29"/>
                    </a:lnTo>
                    <a:lnTo>
                      <a:pt x="57" y="7"/>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90" name="组合 89"/>
            <p:cNvGrpSpPr/>
            <p:nvPr/>
          </p:nvGrpSpPr>
          <p:grpSpPr>
            <a:xfrm>
              <a:off x="10622" y="4044"/>
              <a:ext cx="432" cy="646"/>
              <a:chOff x="6745195" y="1913910"/>
              <a:chExt cx="274578" cy="410062"/>
            </a:xfrm>
            <a:grpFill/>
          </p:grpSpPr>
          <p:sp>
            <p:nvSpPr>
              <p:cNvPr id="91" name="Freeform 59"/>
              <p:cNvSpPr>
                <a:spLocks noEditPoints="1"/>
              </p:cNvSpPr>
              <p:nvPr/>
            </p:nvSpPr>
            <p:spPr bwMode="auto">
              <a:xfrm>
                <a:off x="6745195" y="1913910"/>
                <a:ext cx="274578" cy="410062"/>
              </a:xfrm>
              <a:custGeom>
                <a:avLst/>
                <a:gdLst>
                  <a:gd name="T0" fmla="*/ 64 w 64"/>
                  <a:gd name="T1" fmla="*/ 32 h 96"/>
                  <a:gd name="T2" fmla="*/ 32 w 64"/>
                  <a:gd name="T3" fmla="*/ 0 h 96"/>
                  <a:gd name="T4" fmla="*/ 0 w 64"/>
                  <a:gd name="T5" fmla="*/ 32 h 96"/>
                  <a:gd name="T6" fmla="*/ 4 w 64"/>
                  <a:gd name="T7" fmla="*/ 48 h 96"/>
                  <a:gd name="T8" fmla="*/ 4 w 64"/>
                  <a:gd name="T9" fmla="*/ 48 h 96"/>
                  <a:gd name="T10" fmla="*/ 32 w 64"/>
                  <a:gd name="T11" fmla="*/ 96 h 96"/>
                  <a:gd name="T12" fmla="*/ 60 w 64"/>
                  <a:gd name="T13" fmla="*/ 48 h 96"/>
                  <a:gd name="T14" fmla="*/ 60 w 64"/>
                  <a:gd name="T15" fmla="*/ 48 h 96"/>
                  <a:gd name="T16" fmla="*/ 64 w 64"/>
                  <a:gd name="T17" fmla="*/ 32 h 96"/>
                  <a:gd name="T18" fmla="*/ 53 w 64"/>
                  <a:gd name="T19" fmla="*/ 52 h 96"/>
                  <a:gd name="T20" fmla="*/ 32 w 64"/>
                  <a:gd name="T21" fmla="*/ 88 h 96"/>
                  <a:gd name="T22" fmla="*/ 11 w 64"/>
                  <a:gd name="T23" fmla="*/ 52 h 96"/>
                  <a:gd name="T24" fmla="*/ 11 w 64"/>
                  <a:gd name="T25" fmla="*/ 52 h 96"/>
                  <a:gd name="T26" fmla="*/ 8 w 64"/>
                  <a:gd name="T27" fmla="*/ 46 h 96"/>
                  <a:gd name="T28" fmla="*/ 4 w 64"/>
                  <a:gd name="T29" fmla="*/ 32 h 96"/>
                  <a:gd name="T30" fmla="*/ 32 w 64"/>
                  <a:gd name="T31" fmla="*/ 4 h 96"/>
                  <a:gd name="T32" fmla="*/ 60 w 64"/>
                  <a:gd name="T33" fmla="*/ 32 h 96"/>
                  <a:gd name="T34" fmla="*/ 56 w 64"/>
                  <a:gd name="T35" fmla="*/ 46 h 96"/>
                  <a:gd name="T36" fmla="*/ 53 w 64"/>
                  <a:gd name="T37" fmla="*/ 5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96">
                    <a:moveTo>
                      <a:pt x="64" y="32"/>
                    </a:moveTo>
                    <a:cubicBezTo>
                      <a:pt x="64" y="14"/>
                      <a:pt x="50" y="0"/>
                      <a:pt x="32" y="0"/>
                    </a:cubicBezTo>
                    <a:cubicBezTo>
                      <a:pt x="14" y="0"/>
                      <a:pt x="0" y="14"/>
                      <a:pt x="0" y="32"/>
                    </a:cubicBezTo>
                    <a:cubicBezTo>
                      <a:pt x="0" y="38"/>
                      <a:pt x="2" y="43"/>
                      <a:pt x="4" y="48"/>
                    </a:cubicBezTo>
                    <a:cubicBezTo>
                      <a:pt x="4" y="48"/>
                      <a:pt x="4" y="48"/>
                      <a:pt x="4" y="48"/>
                    </a:cubicBezTo>
                    <a:cubicBezTo>
                      <a:pt x="32" y="96"/>
                      <a:pt x="32" y="96"/>
                      <a:pt x="32" y="96"/>
                    </a:cubicBezTo>
                    <a:cubicBezTo>
                      <a:pt x="60" y="48"/>
                      <a:pt x="60" y="48"/>
                      <a:pt x="60" y="48"/>
                    </a:cubicBezTo>
                    <a:cubicBezTo>
                      <a:pt x="60" y="48"/>
                      <a:pt x="60" y="48"/>
                      <a:pt x="60" y="48"/>
                    </a:cubicBezTo>
                    <a:cubicBezTo>
                      <a:pt x="62" y="43"/>
                      <a:pt x="64" y="38"/>
                      <a:pt x="64" y="32"/>
                    </a:cubicBezTo>
                    <a:close/>
                    <a:moveTo>
                      <a:pt x="53" y="52"/>
                    </a:moveTo>
                    <a:cubicBezTo>
                      <a:pt x="32" y="88"/>
                      <a:pt x="32" y="88"/>
                      <a:pt x="32" y="88"/>
                    </a:cubicBezTo>
                    <a:cubicBezTo>
                      <a:pt x="11" y="52"/>
                      <a:pt x="11" y="52"/>
                      <a:pt x="11" y="52"/>
                    </a:cubicBezTo>
                    <a:cubicBezTo>
                      <a:pt x="11" y="52"/>
                      <a:pt x="11" y="52"/>
                      <a:pt x="11" y="52"/>
                    </a:cubicBezTo>
                    <a:cubicBezTo>
                      <a:pt x="8" y="46"/>
                      <a:pt x="8" y="46"/>
                      <a:pt x="8" y="46"/>
                    </a:cubicBezTo>
                    <a:cubicBezTo>
                      <a:pt x="5" y="42"/>
                      <a:pt x="4" y="37"/>
                      <a:pt x="4" y="32"/>
                    </a:cubicBezTo>
                    <a:cubicBezTo>
                      <a:pt x="4" y="17"/>
                      <a:pt x="17" y="4"/>
                      <a:pt x="32" y="4"/>
                    </a:cubicBezTo>
                    <a:cubicBezTo>
                      <a:pt x="47" y="4"/>
                      <a:pt x="60" y="17"/>
                      <a:pt x="60" y="32"/>
                    </a:cubicBezTo>
                    <a:cubicBezTo>
                      <a:pt x="60" y="37"/>
                      <a:pt x="59" y="42"/>
                      <a:pt x="56" y="46"/>
                    </a:cubicBezTo>
                    <a:cubicBezTo>
                      <a:pt x="53" y="52"/>
                      <a:pt x="53" y="52"/>
                      <a:pt x="53" y="52"/>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92" name="Freeform 60"/>
              <p:cNvSpPr>
                <a:spLocks noEditPoints="1"/>
              </p:cNvSpPr>
              <p:nvPr/>
            </p:nvSpPr>
            <p:spPr bwMode="auto">
              <a:xfrm>
                <a:off x="6797581" y="1957265"/>
                <a:ext cx="169805" cy="171612"/>
              </a:xfrm>
              <a:custGeom>
                <a:avLst/>
                <a:gdLst>
                  <a:gd name="T0" fmla="*/ 20 w 40"/>
                  <a:gd name="T1" fmla="*/ 0 h 40"/>
                  <a:gd name="T2" fmla="*/ 0 w 40"/>
                  <a:gd name="T3" fmla="*/ 20 h 40"/>
                  <a:gd name="T4" fmla="*/ 20 w 40"/>
                  <a:gd name="T5" fmla="*/ 40 h 40"/>
                  <a:gd name="T6" fmla="*/ 40 w 40"/>
                  <a:gd name="T7" fmla="*/ 20 h 40"/>
                  <a:gd name="T8" fmla="*/ 20 w 40"/>
                  <a:gd name="T9" fmla="*/ 0 h 40"/>
                  <a:gd name="T10" fmla="*/ 20 w 40"/>
                  <a:gd name="T11" fmla="*/ 36 h 40"/>
                  <a:gd name="T12" fmla="*/ 4 w 40"/>
                  <a:gd name="T13" fmla="*/ 20 h 40"/>
                  <a:gd name="T14" fmla="*/ 20 w 40"/>
                  <a:gd name="T15" fmla="*/ 4 h 40"/>
                  <a:gd name="T16" fmla="*/ 36 w 40"/>
                  <a:gd name="T17" fmla="*/ 20 h 40"/>
                  <a:gd name="T18" fmla="*/ 20 w 40"/>
                  <a:gd name="T19"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40">
                    <a:moveTo>
                      <a:pt x="20" y="0"/>
                    </a:moveTo>
                    <a:cubicBezTo>
                      <a:pt x="9" y="0"/>
                      <a:pt x="0" y="9"/>
                      <a:pt x="0" y="20"/>
                    </a:cubicBezTo>
                    <a:cubicBezTo>
                      <a:pt x="0" y="31"/>
                      <a:pt x="9" y="40"/>
                      <a:pt x="20" y="40"/>
                    </a:cubicBezTo>
                    <a:cubicBezTo>
                      <a:pt x="31" y="40"/>
                      <a:pt x="40" y="31"/>
                      <a:pt x="40" y="20"/>
                    </a:cubicBezTo>
                    <a:cubicBezTo>
                      <a:pt x="40" y="9"/>
                      <a:pt x="31" y="0"/>
                      <a:pt x="20" y="0"/>
                    </a:cubicBezTo>
                    <a:close/>
                    <a:moveTo>
                      <a:pt x="20" y="36"/>
                    </a:moveTo>
                    <a:cubicBezTo>
                      <a:pt x="11" y="36"/>
                      <a:pt x="4" y="29"/>
                      <a:pt x="4" y="20"/>
                    </a:cubicBezTo>
                    <a:cubicBezTo>
                      <a:pt x="4" y="11"/>
                      <a:pt x="11" y="4"/>
                      <a:pt x="20" y="4"/>
                    </a:cubicBezTo>
                    <a:cubicBezTo>
                      <a:pt x="29" y="4"/>
                      <a:pt x="36" y="11"/>
                      <a:pt x="36" y="20"/>
                    </a:cubicBezTo>
                    <a:cubicBezTo>
                      <a:pt x="36" y="29"/>
                      <a:pt x="29" y="36"/>
                      <a:pt x="20" y="36"/>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94" name="组合 93"/>
            <p:cNvGrpSpPr/>
            <p:nvPr/>
          </p:nvGrpSpPr>
          <p:grpSpPr>
            <a:xfrm>
              <a:off x="1491" y="5390"/>
              <a:ext cx="595" cy="595"/>
              <a:chOff x="946533" y="2768355"/>
              <a:chExt cx="377546" cy="377546"/>
            </a:xfrm>
            <a:grpFill/>
          </p:grpSpPr>
          <p:sp>
            <p:nvSpPr>
              <p:cNvPr id="95" name="Freeform 61"/>
              <p:cNvSpPr>
                <a:spLocks noEditPoints="1"/>
              </p:cNvSpPr>
              <p:nvPr/>
            </p:nvSpPr>
            <p:spPr bwMode="auto">
              <a:xfrm>
                <a:off x="946533" y="2768355"/>
                <a:ext cx="171612" cy="377546"/>
              </a:xfrm>
              <a:custGeom>
                <a:avLst/>
                <a:gdLst>
                  <a:gd name="T0" fmla="*/ 24 w 40"/>
                  <a:gd name="T1" fmla="*/ 0 h 88"/>
                  <a:gd name="T2" fmla="*/ 0 w 40"/>
                  <a:gd name="T3" fmla="*/ 0 h 88"/>
                  <a:gd name="T4" fmla="*/ 0 w 40"/>
                  <a:gd name="T5" fmla="*/ 72 h 88"/>
                  <a:gd name="T6" fmla="*/ 24 w 40"/>
                  <a:gd name="T7" fmla="*/ 72 h 88"/>
                  <a:gd name="T8" fmla="*/ 35 w 40"/>
                  <a:gd name="T9" fmla="*/ 77 h 88"/>
                  <a:gd name="T10" fmla="*/ 40 w 40"/>
                  <a:gd name="T11" fmla="*/ 88 h 88"/>
                  <a:gd name="T12" fmla="*/ 40 w 40"/>
                  <a:gd name="T13" fmla="*/ 16 h 88"/>
                  <a:gd name="T14" fmla="*/ 35 w 40"/>
                  <a:gd name="T15" fmla="*/ 5 h 88"/>
                  <a:gd name="T16" fmla="*/ 24 w 40"/>
                  <a:gd name="T17" fmla="*/ 0 h 88"/>
                  <a:gd name="T18" fmla="*/ 36 w 40"/>
                  <a:gd name="T19" fmla="*/ 72 h 88"/>
                  <a:gd name="T20" fmla="*/ 24 w 40"/>
                  <a:gd name="T21" fmla="*/ 68 h 88"/>
                  <a:gd name="T22" fmla="*/ 4 w 40"/>
                  <a:gd name="T23" fmla="*/ 68 h 88"/>
                  <a:gd name="T24" fmla="*/ 4 w 40"/>
                  <a:gd name="T25" fmla="*/ 4 h 88"/>
                  <a:gd name="T26" fmla="*/ 24 w 40"/>
                  <a:gd name="T27" fmla="*/ 4 h 88"/>
                  <a:gd name="T28" fmla="*/ 32 w 40"/>
                  <a:gd name="T29" fmla="*/ 8 h 88"/>
                  <a:gd name="T30" fmla="*/ 36 w 40"/>
                  <a:gd name="T31" fmla="*/ 16 h 88"/>
                  <a:gd name="T32" fmla="*/ 36 w 40"/>
                  <a:gd name="T33" fmla="*/ 7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88">
                    <a:moveTo>
                      <a:pt x="24" y="0"/>
                    </a:moveTo>
                    <a:cubicBezTo>
                      <a:pt x="0" y="0"/>
                      <a:pt x="0" y="0"/>
                      <a:pt x="0" y="0"/>
                    </a:cubicBezTo>
                    <a:cubicBezTo>
                      <a:pt x="0" y="72"/>
                      <a:pt x="0" y="72"/>
                      <a:pt x="0" y="72"/>
                    </a:cubicBezTo>
                    <a:cubicBezTo>
                      <a:pt x="24" y="72"/>
                      <a:pt x="24" y="72"/>
                      <a:pt x="24" y="72"/>
                    </a:cubicBezTo>
                    <a:cubicBezTo>
                      <a:pt x="28" y="72"/>
                      <a:pt x="32" y="74"/>
                      <a:pt x="35" y="77"/>
                    </a:cubicBezTo>
                    <a:cubicBezTo>
                      <a:pt x="38" y="80"/>
                      <a:pt x="40" y="84"/>
                      <a:pt x="40" y="88"/>
                    </a:cubicBezTo>
                    <a:cubicBezTo>
                      <a:pt x="40" y="16"/>
                      <a:pt x="40" y="16"/>
                      <a:pt x="40" y="16"/>
                    </a:cubicBezTo>
                    <a:cubicBezTo>
                      <a:pt x="40" y="12"/>
                      <a:pt x="38" y="8"/>
                      <a:pt x="35" y="5"/>
                    </a:cubicBezTo>
                    <a:cubicBezTo>
                      <a:pt x="32" y="2"/>
                      <a:pt x="28" y="0"/>
                      <a:pt x="24" y="0"/>
                    </a:cubicBezTo>
                    <a:close/>
                    <a:moveTo>
                      <a:pt x="36" y="72"/>
                    </a:moveTo>
                    <a:cubicBezTo>
                      <a:pt x="33" y="69"/>
                      <a:pt x="28" y="68"/>
                      <a:pt x="24" y="68"/>
                    </a:cubicBezTo>
                    <a:cubicBezTo>
                      <a:pt x="4" y="68"/>
                      <a:pt x="4" y="68"/>
                      <a:pt x="4" y="68"/>
                    </a:cubicBezTo>
                    <a:cubicBezTo>
                      <a:pt x="4" y="4"/>
                      <a:pt x="4" y="4"/>
                      <a:pt x="4" y="4"/>
                    </a:cubicBezTo>
                    <a:cubicBezTo>
                      <a:pt x="24" y="4"/>
                      <a:pt x="24" y="4"/>
                      <a:pt x="24" y="4"/>
                    </a:cubicBezTo>
                    <a:cubicBezTo>
                      <a:pt x="27" y="4"/>
                      <a:pt x="30" y="5"/>
                      <a:pt x="32" y="8"/>
                    </a:cubicBezTo>
                    <a:cubicBezTo>
                      <a:pt x="35" y="10"/>
                      <a:pt x="36" y="13"/>
                      <a:pt x="36" y="16"/>
                    </a:cubicBezTo>
                    <a:lnTo>
                      <a:pt x="36" y="72"/>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96" name="Freeform 62"/>
              <p:cNvSpPr>
                <a:spLocks noEditPoints="1"/>
              </p:cNvSpPr>
              <p:nvPr/>
            </p:nvSpPr>
            <p:spPr bwMode="auto">
              <a:xfrm>
                <a:off x="1152467" y="2768355"/>
                <a:ext cx="171612" cy="377546"/>
              </a:xfrm>
              <a:custGeom>
                <a:avLst/>
                <a:gdLst>
                  <a:gd name="T0" fmla="*/ 16 w 40"/>
                  <a:gd name="T1" fmla="*/ 0 h 88"/>
                  <a:gd name="T2" fmla="*/ 5 w 40"/>
                  <a:gd name="T3" fmla="*/ 5 h 88"/>
                  <a:gd name="T4" fmla="*/ 0 w 40"/>
                  <a:gd name="T5" fmla="*/ 16 h 88"/>
                  <a:gd name="T6" fmla="*/ 0 w 40"/>
                  <a:gd name="T7" fmla="*/ 88 h 88"/>
                  <a:gd name="T8" fmla="*/ 5 w 40"/>
                  <a:gd name="T9" fmla="*/ 77 h 88"/>
                  <a:gd name="T10" fmla="*/ 16 w 40"/>
                  <a:gd name="T11" fmla="*/ 72 h 88"/>
                  <a:gd name="T12" fmla="*/ 40 w 40"/>
                  <a:gd name="T13" fmla="*/ 72 h 88"/>
                  <a:gd name="T14" fmla="*/ 40 w 40"/>
                  <a:gd name="T15" fmla="*/ 0 h 88"/>
                  <a:gd name="T16" fmla="*/ 16 w 40"/>
                  <a:gd name="T17" fmla="*/ 0 h 88"/>
                  <a:gd name="T18" fmla="*/ 36 w 40"/>
                  <a:gd name="T19" fmla="*/ 68 h 88"/>
                  <a:gd name="T20" fmla="*/ 16 w 40"/>
                  <a:gd name="T21" fmla="*/ 68 h 88"/>
                  <a:gd name="T22" fmla="*/ 4 w 40"/>
                  <a:gd name="T23" fmla="*/ 72 h 88"/>
                  <a:gd name="T24" fmla="*/ 4 w 40"/>
                  <a:gd name="T25" fmla="*/ 16 h 88"/>
                  <a:gd name="T26" fmla="*/ 8 w 40"/>
                  <a:gd name="T27" fmla="*/ 8 h 88"/>
                  <a:gd name="T28" fmla="*/ 16 w 40"/>
                  <a:gd name="T29" fmla="*/ 4 h 88"/>
                  <a:gd name="T30" fmla="*/ 36 w 40"/>
                  <a:gd name="T31" fmla="*/ 4 h 88"/>
                  <a:gd name="T32" fmla="*/ 36 w 40"/>
                  <a:gd name="T33" fmla="*/ 6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88">
                    <a:moveTo>
                      <a:pt x="16" y="0"/>
                    </a:moveTo>
                    <a:cubicBezTo>
                      <a:pt x="12" y="0"/>
                      <a:pt x="8" y="2"/>
                      <a:pt x="5" y="5"/>
                    </a:cubicBezTo>
                    <a:cubicBezTo>
                      <a:pt x="2" y="8"/>
                      <a:pt x="0" y="12"/>
                      <a:pt x="0" y="16"/>
                    </a:cubicBezTo>
                    <a:cubicBezTo>
                      <a:pt x="0" y="88"/>
                      <a:pt x="0" y="88"/>
                      <a:pt x="0" y="88"/>
                    </a:cubicBezTo>
                    <a:cubicBezTo>
                      <a:pt x="0" y="84"/>
                      <a:pt x="2" y="80"/>
                      <a:pt x="5" y="77"/>
                    </a:cubicBezTo>
                    <a:cubicBezTo>
                      <a:pt x="8" y="74"/>
                      <a:pt x="12" y="72"/>
                      <a:pt x="16" y="72"/>
                    </a:cubicBezTo>
                    <a:cubicBezTo>
                      <a:pt x="40" y="72"/>
                      <a:pt x="40" y="72"/>
                      <a:pt x="40" y="72"/>
                    </a:cubicBezTo>
                    <a:cubicBezTo>
                      <a:pt x="40" y="0"/>
                      <a:pt x="40" y="0"/>
                      <a:pt x="40" y="0"/>
                    </a:cubicBezTo>
                    <a:lnTo>
                      <a:pt x="16" y="0"/>
                    </a:lnTo>
                    <a:close/>
                    <a:moveTo>
                      <a:pt x="36" y="68"/>
                    </a:moveTo>
                    <a:cubicBezTo>
                      <a:pt x="16" y="68"/>
                      <a:pt x="16" y="68"/>
                      <a:pt x="16" y="68"/>
                    </a:cubicBezTo>
                    <a:cubicBezTo>
                      <a:pt x="12" y="68"/>
                      <a:pt x="7" y="69"/>
                      <a:pt x="4" y="72"/>
                    </a:cubicBezTo>
                    <a:cubicBezTo>
                      <a:pt x="4" y="16"/>
                      <a:pt x="4" y="16"/>
                      <a:pt x="4" y="16"/>
                    </a:cubicBezTo>
                    <a:cubicBezTo>
                      <a:pt x="4" y="13"/>
                      <a:pt x="5" y="10"/>
                      <a:pt x="8" y="8"/>
                    </a:cubicBezTo>
                    <a:cubicBezTo>
                      <a:pt x="10" y="5"/>
                      <a:pt x="13" y="4"/>
                      <a:pt x="16" y="4"/>
                    </a:cubicBezTo>
                    <a:cubicBezTo>
                      <a:pt x="36" y="4"/>
                      <a:pt x="36" y="4"/>
                      <a:pt x="36" y="4"/>
                    </a:cubicBezTo>
                    <a:lnTo>
                      <a:pt x="36" y="6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97" name="Freeform 63"/>
            <p:cNvSpPr>
              <a:spLocks noEditPoints="1"/>
            </p:cNvSpPr>
            <p:nvPr/>
          </p:nvSpPr>
          <p:spPr bwMode="auto">
            <a:xfrm>
              <a:off x="2705" y="5350"/>
              <a:ext cx="691" cy="620"/>
            </a:xfrm>
            <a:custGeom>
              <a:avLst/>
              <a:gdLst>
                <a:gd name="T0" fmla="*/ 102 w 103"/>
                <a:gd name="T1" fmla="*/ 71 h 92"/>
                <a:gd name="T2" fmla="*/ 101 w 103"/>
                <a:gd name="T3" fmla="*/ 68 h 92"/>
                <a:gd name="T4" fmla="*/ 87 w 103"/>
                <a:gd name="T5" fmla="*/ 59 h 92"/>
                <a:gd name="T6" fmla="*/ 84 w 103"/>
                <a:gd name="T7" fmla="*/ 58 h 92"/>
                <a:gd name="T8" fmla="*/ 84 w 103"/>
                <a:gd name="T9" fmla="*/ 58 h 92"/>
                <a:gd name="T10" fmla="*/ 82 w 103"/>
                <a:gd name="T11" fmla="*/ 59 h 92"/>
                <a:gd name="T12" fmla="*/ 72 w 103"/>
                <a:gd name="T13" fmla="*/ 65 h 92"/>
                <a:gd name="T14" fmla="*/ 68 w 103"/>
                <a:gd name="T15" fmla="*/ 66 h 92"/>
                <a:gd name="T16" fmla="*/ 49 w 103"/>
                <a:gd name="T17" fmla="*/ 54 h 92"/>
                <a:gd name="T18" fmla="*/ 38 w 103"/>
                <a:gd name="T19" fmla="*/ 31 h 92"/>
                <a:gd name="T20" fmla="*/ 44 w 103"/>
                <a:gd name="T21" fmla="*/ 21 h 92"/>
                <a:gd name="T22" fmla="*/ 45 w 103"/>
                <a:gd name="T23" fmla="*/ 19 h 92"/>
                <a:gd name="T24" fmla="*/ 44 w 103"/>
                <a:gd name="T25" fmla="*/ 16 h 92"/>
                <a:gd name="T26" fmla="*/ 35 w 103"/>
                <a:gd name="T27" fmla="*/ 2 h 92"/>
                <a:gd name="T28" fmla="*/ 33 w 103"/>
                <a:gd name="T29" fmla="*/ 1 h 92"/>
                <a:gd name="T30" fmla="*/ 31 w 103"/>
                <a:gd name="T31" fmla="*/ 0 h 92"/>
                <a:gd name="T32" fmla="*/ 30 w 103"/>
                <a:gd name="T33" fmla="*/ 1 h 92"/>
                <a:gd name="T34" fmla="*/ 23 w 103"/>
                <a:gd name="T35" fmla="*/ 3 h 92"/>
                <a:gd name="T36" fmla="*/ 23 w 103"/>
                <a:gd name="T37" fmla="*/ 3 h 92"/>
                <a:gd name="T38" fmla="*/ 36 w 103"/>
                <a:gd name="T39" fmla="*/ 67 h 92"/>
                <a:gd name="T40" fmla="*/ 80 w 103"/>
                <a:gd name="T41" fmla="*/ 92 h 92"/>
                <a:gd name="T42" fmla="*/ 100 w 103"/>
                <a:gd name="T43" fmla="*/ 80 h 92"/>
                <a:gd name="T44" fmla="*/ 100 w 103"/>
                <a:gd name="T45" fmla="*/ 80 h 92"/>
                <a:gd name="T46" fmla="*/ 102 w 103"/>
                <a:gd name="T47" fmla="*/ 73 h 92"/>
                <a:gd name="T48" fmla="*/ 102 w 103"/>
                <a:gd name="T49" fmla="*/ 71 h 92"/>
                <a:gd name="T50" fmla="*/ 99 w 103"/>
                <a:gd name="T51" fmla="*/ 72 h 92"/>
                <a:gd name="T52" fmla="*/ 97 w 103"/>
                <a:gd name="T53" fmla="*/ 78 h 92"/>
                <a:gd name="T54" fmla="*/ 80 w 103"/>
                <a:gd name="T55" fmla="*/ 88 h 92"/>
                <a:gd name="T56" fmla="*/ 39 w 103"/>
                <a:gd name="T57" fmla="*/ 64 h 92"/>
                <a:gd name="T58" fmla="*/ 16 w 103"/>
                <a:gd name="T59" fmla="*/ 18 h 92"/>
                <a:gd name="T60" fmla="*/ 25 w 103"/>
                <a:gd name="T61" fmla="*/ 7 h 92"/>
                <a:gd name="T62" fmla="*/ 31 w 103"/>
                <a:gd name="T63" fmla="*/ 5 h 92"/>
                <a:gd name="T64" fmla="*/ 31 w 103"/>
                <a:gd name="T65" fmla="*/ 4 h 92"/>
                <a:gd name="T66" fmla="*/ 31 w 103"/>
                <a:gd name="T67" fmla="*/ 5 h 92"/>
                <a:gd name="T68" fmla="*/ 32 w 103"/>
                <a:gd name="T69" fmla="*/ 5 h 92"/>
                <a:gd name="T70" fmla="*/ 41 w 103"/>
                <a:gd name="T71" fmla="*/ 19 h 92"/>
                <a:gd name="T72" fmla="*/ 41 w 103"/>
                <a:gd name="T73" fmla="*/ 19 h 92"/>
                <a:gd name="T74" fmla="*/ 41 w 103"/>
                <a:gd name="T75" fmla="*/ 19 h 92"/>
                <a:gd name="T76" fmla="*/ 35 w 103"/>
                <a:gd name="T77" fmla="*/ 29 h 92"/>
                <a:gd name="T78" fmla="*/ 35 w 103"/>
                <a:gd name="T79" fmla="*/ 29 h 92"/>
                <a:gd name="T80" fmla="*/ 35 w 103"/>
                <a:gd name="T81" fmla="*/ 30 h 92"/>
                <a:gd name="T82" fmla="*/ 46 w 103"/>
                <a:gd name="T83" fmla="*/ 57 h 92"/>
                <a:gd name="T84" fmla="*/ 68 w 103"/>
                <a:gd name="T85" fmla="*/ 70 h 92"/>
                <a:gd name="T86" fmla="*/ 74 w 103"/>
                <a:gd name="T87" fmla="*/ 68 h 92"/>
                <a:gd name="T88" fmla="*/ 74 w 103"/>
                <a:gd name="T89" fmla="*/ 68 h 92"/>
                <a:gd name="T90" fmla="*/ 74 w 103"/>
                <a:gd name="T91" fmla="*/ 68 h 92"/>
                <a:gd name="T92" fmla="*/ 84 w 103"/>
                <a:gd name="T93" fmla="*/ 62 h 92"/>
                <a:gd name="T94" fmla="*/ 84 w 103"/>
                <a:gd name="T95" fmla="*/ 62 h 92"/>
                <a:gd name="T96" fmla="*/ 84 w 103"/>
                <a:gd name="T97" fmla="*/ 62 h 92"/>
                <a:gd name="T98" fmla="*/ 98 w 103"/>
                <a:gd name="T99" fmla="*/ 72 h 92"/>
                <a:gd name="T100" fmla="*/ 99 w 103"/>
                <a:gd name="T101" fmla="*/ 72 h 92"/>
                <a:gd name="T102" fmla="*/ 99 w 103"/>
                <a:gd name="T103" fmla="*/ 7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 h="92">
                  <a:moveTo>
                    <a:pt x="102" y="71"/>
                  </a:moveTo>
                  <a:cubicBezTo>
                    <a:pt x="102" y="70"/>
                    <a:pt x="101" y="69"/>
                    <a:pt x="101" y="68"/>
                  </a:cubicBezTo>
                  <a:cubicBezTo>
                    <a:pt x="87" y="59"/>
                    <a:pt x="87" y="59"/>
                    <a:pt x="87" y="59"/>
                  </a:cubicBezTo>
                  <a:cubicBezTo>
                    <a:pt x="86" y="59"/>
                    <a:pt x="85" y="58"/>
                    <a:pt x="84" y="58"/>
                  </a:cubicBezTo>
                  <a:cubicBezTo>
                    <a:pt x="84" y="58"/>
                    <a:pt x="84" y="58"/>
                    <a:pt x="84" y="58"/>
                  </a:cubicBezTo>
                  <a:cubicBezTo>
                    <a:pt x="83" y="58"/>
                    <a:pt x="83" y="58"/>
                    <a:pt x="82" y="59"/>
                  </a:cubicBezTo>
                  <a:cubicBezTo>
                    <a:pt x="72" y="65"/>
                    <a:pt x="72" y="65"/>
                    <a:pt x="72" y="65"/>
                  </a:cubicBezTo>
                  <a:cubicBezTo>
                    <a:pt x="71" y="65"/>
                    <a:pt x="69" y="66"/>
                    <a:pt x="68" y="66"/>
                  </a:cubicBezTo>
                  <a:cubicBezTo>
                    <a:pt x="63" y="66"/>
                    <a:pt x="56" y="61"/>
                    <a:pt x="49" y="54"/>
                  </a:cubicBezTo>
                  <a:cubicBezTo>
                    <a:pt x="40" y="45"/>
                    <a:pt x="35" y="37"/>
                    <a:pt x="38" y="31"/>
                  </a:cubicBezTo>
                  <a:cubicBezTo>
                    <a:pt x="44" y="21"/>
                    <a:pt x="44" y="21"/>
                    <a:pt x="44" y="21"/>
                  </a:cubicBezTo>
                  <a:cubicBezTo>
                    <a:pt x="45" y="21"/>
                    <a:pt x="45" y="20"/>
                    <a:pt x="45" y="19"/>
                  </a:cubicBezTo>
                  <a:cubicBezTo>
                    <a:pt x="45" y="18"/>
                    <a:pt x="45" y="17"/>
                    <a:pt x="44" y="16"/>
                  </a:cubicBezTo>
                  <a:cubicBezTo>
                    <a:pt x="35" y="2"/>
                    <a:pt x="35" y="2"/>
                    <a:pt x="35" y="2"/>
                  </a:cubicBezTo>
                  <a:cubicBezTo>
                    <a:pt x="34" y="2"/>
                    <a:pt x="34" y="1"/>
                    <a:pt x="33" y="1"/>
                  </a:cubicBezTo>
                  <a:cubicBezTo>
                    <a:pt x="32" y="1"/>
                    <a:pt x="32" y="0"/>
                    <a:pt x="31" y="0"/>
                  </a:cubicBezTo>
                  <a:cubicBezTo>
                    <a:pt x="31" y="0"/>
                    <a:pt x="30" y="1"/>
                    <a:pt x="30" y="1"/>
                  </a:cubicBezTo>
                  <a:cubicBezTo>
                    <a:pt x="23" y="3"/>
                    <a:pt x="23" y="3"/>
                    <a:pt x="23" y="3"/>
                  </a:cubicBezTo>
                  <a:cubicBezTo>
                    <a:pt x="23" y="3"/>
                    <a:pt x="23" y="3"/>
                    <a:pt x="23" y="3"/>
                  </a:cubicBezTo>
                  <a:cubicBezTo>
                    <a:pt x="11" y="8"/>
                    <a:pt x="0" y="31"/>
                    <a:pt x="36" y="67"/>
                  </a:cubicBezTo>
                  <a:cubicBezTo>
                    <a:pt x="55" y="85"/>
                    <a:pt x="70" y="92"/>
                    <a:pt x="80" y="92"/>
                  </a:cubicBezTo>
                  <a:cubicBezTo>
                    <a:pt x="91" y="92"/>
                    <a:pt x="98" y="86"/>
                    <a:pt x="100" y="80"/>
                  </a:cubicBezTo>
                  <a:cubicBezTo>
                    <a:pt x="100" y="80"/>
                    <a:pt x="100" y="80"/>
                    <a:pt x="100" y="80"/>
                  </a:cubicBezTo>
                  <a:cubicBezTo>
                    <a:pt x="102" y="73"/>
                    <a:pt x="102" y="73"/>
                    <a:pt x="102" y="73"/>
                  </a:cubicBezTo>
                  <a:cubicBezTo>
                    <a:pt x="103" y="73"/>
                    <a:pt x="103" y="72"/>
                    <a:pt x="102" y="71"/>
                  </a:cubicBezTo>
                  <a:close/>
                  <a:moveTo>
                    <a:pt x="99" y="72"/>
                  </a:moveTo>
                  <a:cubicBezTo>
                    <a:pt x="97" y="78"/>
                    <a:pt x="97" y="78"/>
                    <a:pt x="97" y="78"/>
                  </a:cubicBezTo>
                  <a:cubicBezTo>
                    <a:pt x="95" y="83"/>
                    <a:pt x="89" y="88"/>
                    <a:pt x="80" y="88"/>
                  </a:cubicBezTo>
                  <a:cubicBezTo>
                    <a:pt x="72" y="88"/>
                    <a:pt x="58" y="83"/>
                    <a:pt x="39" y="64"/>
                  </a:cubicBezTo>
                  <a:cubicBezTo>
                    <a:pt x="16" y="41"/>
                    <a:pt x="15" y="26"/>
                    <a:pt x="16" y="18"/>
                  </a:cubicBezTo>
                  <a:cubicBezTo>
                    <a:pt x="17" y="13"/>
                    <a:pt x="20" y="9"/>
                    <a:pt x="25" y="7"/>
                  </a:cubicBezTo>
                  <a:cubicBezTo>
                    <a:pt x="31" y="5"/>
                    <a:pt x="31" y="5"/>
                    <a:pt x="31" y="5"/>
                  </a:cubicBezTo>
                  <a:cubicBezTo>
                    <a:pt x="31" y="4"/>
                    <a:pt x="31" y="4"/>
                    <a:pt x="31" y="4"/>
                  </a:cubicBezTo>
                  <a:cubicBezTo>
                    <a:pt x="31" y="5"/>
                    <a:pt x="31" y="5"/>
                    <a:pt x="31" y="5"/>
                  </a:cubicBezTo>
                  <a:cubicBezTo>
                    <a:pt x="31" y="5"/>
                    <a:pt x="31" y="5"/>
                    <a:pt x="32" y="5"/>
                  </a:cubicBezTo>
                  <a:cubicBezTo>
                    <a:pt x="41" y="19"/>
                    <a:pt x="41" y="19"/>
                    <a:pt x="41" y="19"/>
                  </a:cubicBezTo>
                  <a:cubicBezTo>
                    <a:pt x="41" y="19"/>
                    <a:pt x="41" y="19"/>
                    <a:pt x="41" y="19"/>
                  </a:cubicBezTo>
                  <a:cubicBezTo>
                    <a:pt x="41" y="19"/>
                    <a:pt x="41" y="19"/>
                    <a:pt x="41" y="19"/>
                  </a:cubicBezTo>
                  <a:cubicBezTo>
                    <a:pt x="35" y="29"/>
                    <a:pt x="35" y="29"/>
                    <a:pt x="35" y="29"/>
                  </a:cubicBezTo>
                  <a:cubicBezTo>
                    <a:pt x="35" y="29"/>
                    <a:pt x="35" y="29"/>
                    <a:pt x="35" y="29"/>
                  </a:cubicBezTo>
                  <a:cubicBezTo>
                    <a:pt x="35" y="30"/>
                    <a:pt x="35" y="30"/>
                    <a:pt x="35" y="30"/>
                  </a:cubicBezTo>
                  <a:cubicBezTo>
                    <a:pt x="30" y="39"/>
                    <a:pt x="38" y="49"/>
                    <a:pt x="46" y="57"/>
                  </a:cubicBezTo>
                  <a:cubicBezTo>
                    <a:pt x="55" y="66"/>
                    <a:pt x="62" y="70"/>
                    <a:pt x="68" y="70"/>
                  </a:cubicBezTo>
                  <a:cubicBezTo>
                    <a:pt x="70" y="70"/>
                    <a:pt x="72" y="69"/>
                    <a:pt x="74" y="68"/>
                  </a:cubicBezTo>
                  <a:cubicBezTo>
                    <a:pt x="74" y="68"/>
                    <a:pt x="74" y="68"/>
                    <a:pt x="74" y="68"/>
                  </a:cubicBezTo>
                  <a:cubicBezTo>
                    <a:pt x="74" y="68"/>
                    <a:pt x="74" y="68"/>
                    <a:pt x="74" y="68"/>
                  </a:cubicBezTo>
                  <a:cubicBezTo>
                    <a:pt x="84" y="62"/>
                    <a:pt x="84" y="62"/>
                    <a:pt x="84" y="62"/>
                  </a:cubicBezTo>
                  <a:cubicBezTo>
                    <a:pt x="84" y="62"/>
                    <a:pt x="84" y="62"/>
                    <a:pt x="84" y="62"/>
                  </a:cubicBezTo>
                  <a:cubicBezTo>
                    <a:pt x="84" y="62"/>
                    <a:pt x="84" y="62"/>
                    <a:pt x="84" y="62"/>
                  </a:cubicBezTo>
                  <a:cubicBezTo>
                    <a:pt x="98" y="72"/>
                    <a:pt x="98" y="72"/>
                    <a:pt x="98" y="72"/>
                  </a:cubicBezTo>
                  <a:cubicBezTo>
                    <a:pt x="99" y="72"/>
                    <a:pt x="99" y="72"/>
                    <a:pt x="99" y="72"/>
                  </a:cubicBezTo>
                  <a:cubicBezTo>
                    <a:pt x="99" y="72"/>
                    <a:pt x="99" y="72"/>
                    <a:pt x="99" y="72"/>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98" name="Freeform 64"/>
            <p:cNvSpPr>
              <a:spLocks noEditPoints="1"/>
            </p:cNvSpPr>
            <p:nvPr/>
          </p:nvSpPr>
          <p:spPr bwMode="auto">
            <a:xfrm>
              <a:off x="4051" y="5404"/>
              <a:ext cx="646" cy="526"/>
            </a:xfrm>
            <a:custGeom>
              <a:avLst/>
              <a:gdLst>
                <a:gd name="T0" fmla="*/ 166 w 227"/>
                <a:gd name="T1" fmla="*/ 33 h 185"/>
                <a:gd name="T2" fmla="*/ 166 w 227"/>
                <a:gd name="T3" fmla="*/ 0 h 185"/>
                <a:gd name="T4" fmla="*/ 62 w 227"/>
                <a:gd name="T5" fmla="*/ 0 h 185"/>
                <a:gd name="T6" fmla="*/ 62 w 227"/>
                <a:gd name="T7" fmla="*/ 33 h 185"/>
                <a:gd name="T8" fmla="*/ 0 w 227"/>
                <a:gd name="T9" fmla="*/ 33 h 185"/>
                <a:gd name="T10" fmla="*/ 0 w 227"/>
                <a:gd name="T11" fmla="*/ 133 h 185"/>
                <a:gd name="T12" fmla="*/ 0 w 227"/>
                <a:gd name="T13" fmla="*/ 142 h 185"/>
                <a:gd name="T14" fmla="*/ 0 w 227"/>
                <a:gd name="T15" fmla="*/ 185 h 185"/>
                <a:gd name="T16" fmla="*/ 227 w 227"/>
                <a:gd name="T17" fmla="*/ 185 h 185"/>
                <a:gd name="T18" fmla="*/ 227 w 227"/>
                <a:gd name="T19" fmla="*/ 142 h 185"/>
                <a:gd name="T20" fmla="*/ 227 w 227"/>
                <a:gd name="T21" fmla="*/ 133 h 185"/>
                <a:gd name="T22" fmla="*/ 227 w 227"/>
                <a:gd name="T23" fmla="*/ 33 h 185"/>
                <a:gd name="T24" fmla="*/ 166 w 227"/>
                <a:gd name="T25" fmla="*/ 33 h 185"/>
                <a:gd name="T26" fmla="*/ 71 w 227"/>
                <a:gd name="T27" fmla="*/ 10 h 185"/>
                <a:gd name="T28" fmla="*/ 156 w 227"/>
                <a:gd name="T29" fmla="*/ 10 h 185"/>
                <a:gd name="T30" fmla="*/ 156 w 227"/>
                <a:gd name="T31" fmla="*/ 33 h 185"/>
                <a:gd name="T32" fmla="*/ 71 w 227"/>
                <a:gd name="T33" fmla="*/ 33 h 185"/>
                <a:gd name="T34" fmla="*/ 71 w 227"/>
                <a:gd name="T35" fmla="*/ 10 h 185"/>
                <a:gd name="T36" fmla="*/ 218 w 227"/>
                <a:gd name="T37" fmla="*/ 175 h 185"/>
                <a:gd name="T38" fmla="*/ 9 w 227"/>
                <a:gd name="T39" fmla="*/ 175 h 185"/>
                <a:gd name="T40" fmla="*/ 9 w 227"/>
                <a:gd name="T41" fmla="*/ 142 h 185"/>
                <a:gd name="T42" fmla="*/ 95 w 227"/>
                <a:gd name="T43" fmla="*/ 142 h 185"/>
                <a:gd name="T44" fmla="*/ 95 w 227"/>
                <a:gd name="T45" fmla="*/ 152 h 185"/>
                <a:gd name="T46" fmla="*/ 133 w 227"/>
                <a:gd name="T47" fmla="*/ 152 h 185"/>
                <a:gd name="T48" fmla="*/ 133 w 227"/>
                <a:gd name="T49" fmla="*/ 142 h 185"/>
                <a:gd name="T50" fmla="*/ 218 w 227"/>
                <a:gd name="T51" fmla="*/ 142 h 185"/>
                <a:gd name="T52" fmla="*/ 218 w 227"/>
                <a:gd name="T53" fmla="*/ 175 h 185"/>
                <a:gd name="T54" fmla="*/ 133 w 227"/>
                <a:gd name="T55" fmla="*/ 133 h 185"/>
                <a:gd name="T56" fmla="*/ 95 w 227"/>
                <a:gd name="T57" fmla="*/ 133 h 185"/>
                <a:gd name="T58" fmla="*/ 9 w 227"/>
                <a:gd name="T59" fmla="*/ 133 h 185"/>
                <a:gd name="T60" fmla="*/ 9 w 227"/>
                <a:gd name="T61" fmla="*/ 43 h 185"/>
                <a:gd name="T62" fmla="*/ 218 w 227"/>
                <a:gd name="T63" fmla="*/ 43 h 185"/>
                <a:gd name="T64" fmla="*/ 218 w 227"/>
                <a:gd name="T65" fmla="*/ 133 h 185"/>
                <a:gd name="T66" fmla="*/ 133 w 227"/>
                <a:gd name="T67" fmla="*/ 13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7" h="185">
                  <a:moveTo>
                    <a:pt x="166" y="33"/>
                  </a:moveTo>
                  <a:lnTo>
                    <a:pt x="166" y="0"/>
                  </a:lnTo>
                  <a:lnTo>
                    <a:pt x="62" y="0"/>
                  </a:lnTo>
                  <a:lnTo>
                    <a:pt x="62" y="33"/>
                  </a:lnTo>
                  <a:lnTo>
                    <a:pt x="0" y="33"/>
                  </a:lnTo>
                  <a:lnTo>
                    <a:pt x="0" y="133"/>
                  </a:lnTo>
                  <a:lnTo>
                    <a:pt x="0" y="142"/>
                  </a:lnTo>
                  <a:lnTo>
                    <a:pt x="0" y="185"/>
                  </a:lnTo>
                  <a:lnTo>
                    <a:pt x="227" y="185"/>
                  </a:lnTo>
                  <a:lnTo>
                    <a:pt x="227" y="142"/>
                  </a:lnTo>
                  <a:lnTo>
                    <a:pt x="227" y="133"/>
                  </a:lnTo>
                  <a:lnTo>
                    <a:pt x="227" y="33"/>
                  </a:lnTo>
                  <a:lnTo>
                    <a:pt x="166" y="33"/>
                  </a:lnTo>
                  <a:close/>
                  <a:moveTo>
                    <a:pt x="71" y="10"/>
                  </a:moveTo>
                  <a:lnTo>
                    <a:pt x="156" y="10"/>
                  </a:lnTo>
                  <a:lnTo>
                    <a:pt x="156" y="33"/>
                  </a:lnTo>
                  <a:lnTo>
                    <a:pt x="71" y="33"/>
                  </a:lnTo>
                  <a:lnTo>
                    <a:pt x="71" y="10"/>
                  </a:lnTo>
                  <a:close/>
                  <a:moveTo>
                    <a:pt x="218" y="175"/>
                  </a:moveTo>
                  <a:lnTo>
                    <a:pt x="9" y="175"/>
                  </a:lnTo>
                  <a:lnTo>
                    <a:pt x="9" y="142"/>
                  </a:lnTo>
                  <a:lnTo>
                    <a:pt x="95" y="142"/>
                  </a:lnTo>
                  <a:lnTo>
                    <a:pt x="95" y="152"/>
                  </a:lnTo>
                  <a:lnTo>
                    <a:pt x="133" y="152"/>
                  </a:lnTo>
                  <a:lnTo>
                    <a:pt x="133" y="142"/>
                  </a:lnTo>
                  <a:lnTo>
                    <a:pt x="218" y="142"/>
                  </a:lnTo>
                  <a:lnTo>
                    <a:pt x="218" y="175"/>
                  </a:lnTo>
                  <a:close/>
                  <a:moveTo>
                    <a:pt x="133" y="133"/>
                  </a:moveTo>
                  <a:lnTo>
                    <a:pt x="95" y="133"/>
                  </a:lnTo>
                  <a:lnTo>
                    <a:pt x="9" y="133"/>
                  </a:lnTo>
                  <a:lnTo>
                    <a:pt x="9" y="43"/>
                  </a:lnTo>
                  <a:lnTo>
                    <a:pt x="218" y="43"/>
                  </a:lnTo>
                  <a:lnTo>
                    <a:pt x="218" y="133"/>
                  </a:lnTo>
                  <a:lnTo>
                    <a:pt x="133" y="13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99" name="Freeform 65"/>
            <p:cNvSpPr>
              <a:spLocks noEditPoints="1"/>
            </p:cNvSpPr>
            <p:nvPr/>
          </p:nvSpPr>
          <p:spPr bwMode="auto">
            <a:xfrm>
              <a:off x="9223" y="5336"/>
              <a:ext cx="626" cy="626"/>
            </a:xfrm>
            <a:custGeom>
              <a:avLst/>
              <a:gdLst>
                <a:gd name="T0" fmla="*/ 75 w 93"/>
                <a:gd name="T1" fmla="*/ 69 h 93"/>
                <a:gd name="T2" fmla="*/ 73 w 93"/>
                <a:gd name="T3" fmla="*/ 71 h 93"/>
                <a:gd name="T4" fmla="*/ 63 w 93"/>
                <a:gd name="T5" fmla="*/ 60 h 93"/>
                <a:gd name="T6" fmla="*/ 72 w 93"/>
                <a:gd name="T7" fmla="*/ 36 h 93"/>
                <a:gd name="T8" fmla="*/ 36 w 93"/>
                <a:gd name="T9" fmla="*/ 0 h 93"/>
                <a:gd name="T10" fmla="*/ 0 w 93"/>
                <a:gd name="T11" fmla="*/ 36 h 93"/>
                <a:gd name="T12" fmla="*/ 36 w 93"/>
                <a:gd name="T13" fmla="*/ 72 h 93"/>
                <a:gd name="T14" fmla="*/ 60 w 93"/>
                <a:gd name="T15" fmla="*/ 63 h 93"/>
                <a:gd name="T16" fmla="*/ 71 w 93"/>
                <a:gd name="T17" fmla="*/ 73 h 93"/>
                <a:gd name="T18" fmla="*/ 69 w 93"/>
                <a:gd name="T19" fmla="*/ 75 h 93"/>
                <a:gd name="T20" fmla="*/ 88 w 93"/>
                <a:gd name="T21" fmla="*/ 93 h 93"/>
                <a:gd name="T22" fmla="*/ 93 w 93"/>
                <a:gd name="T23" fmla="*/ 88 h 93"/>
                <a:gd name="T24" fmla="*/ 75 w 93"/>
                <a:gd name="T25" fmla="*/ 69 h 93"/>
                <a:gd name="T26" fmla="*/ 4 w 93"/>
                <a:gd name="T27" fmla="*/ 36 h 93"/>
                <a:gd name="T28" fmla="*/ 36 w 93"/>
                <a:gd name="T29" fmla="*/ 4 h 93"/>
                <a:gd name="T30" fmla="*/ 68 w 93"/>
                <a:gd name="T31" fmla="*/ 36 h 93"/>
                <a:gd name="T32" fmla="*/ 36 w 93"/>
                <a:gd name="T33" fmla="*/ 68 h 93"/>
                <a:gd name="T34" fmla="*/ 4 w 93"/>
                <a:gd name="T35" fmla="*/ 36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93">
                  <a:moveTo>
                    <a:pt x="75" y="69"/>
                  </a:moveTo>
                  <a:cubicBezTo>
                    <a:pt x="73" y="71"/>
                    <a:pt x="73" y="71"/>
                    <a:pt x="73" y="71"/>
                  </a:cubicBezTo>
                  <a:cubicBezTo>
                    <a:pt x="63" y="60"/>
                    <a:pt x="63" y="60"/>
                    <a:pt x="63" y="60"/>
                  </a:cubicBezTo>
                  <a:cubicBezTo>
                    <a:pt x="69" y="54"/>
                    <a:pt x="72" y="45"/>
                    <a:pt x="72" y="36"/>
                  </a:cubicBezTo>
                  <a:cubicBezTo>
                    <a:pt x="72" y="16"/>
                    <a:pt x="56" y="0"/>
                    <a:pt x="36" y="0"/>
                  </a:cubicBezTo>
                  <a:cubicBezTo>
                    <a:pt x="16" y="0"/>
                    <a:pt x="0" y="16"/>
                    <a:pt x="0" y="36"/>
                  </a:cubicBezTo>
                  <a:cubicBezTo>
                    <a:pt x="0" y="56"/>
                    <a:pt x="16" y="72"/>
                    <a:pt x="36" y="72"/>
                  </a:cubicBezTo>
                  <a:cubicBezTo>
                    <a:pt x="45" y="72"/>
                    <a:pt x="54" y="69"/>
                    <a:pt x="60" y="63"/>
                  </a:cubicBezTo>
                  <a:cubicBezTo>
                    <a:pt x="71" y="73"/>
                    <a:pt x="71" y="73"/>
                    <a:pt x="71" y="73"/>
                  </a:cubicBezTo>
                  <a:cubicBezTo>
                    <a:pt x="69" y="75"/>
                    <a:pt x="69" y="75"/>
                    <a:pt x="69" y="75"/>
                  </a:cubicBezTo>
                  <a:cubicBezTo>
                    <a:pt x="88" y="93"/>
                    <a:pt x="88" y="93"/>
                    <a:pt x="88" y="93"/>
                  </a:cubicBezTo>
                  <a:cubicBezTo>
                    <a:pt x="93" y="88"/>
                    <a:pt x="93" y="88"/>
                    <a:pt x="93" y="88"/>
                  </a:cubicBezTo>
                  <a:lnTo>
                    <a:pt x="75" y="69"/>
                  </a:lnTo>
                  <a:close/>
                  <a:moveTo>
                    <a:pt x="4" y="36"/>
                  </a:moveTo>
                  <a:cubicBezTo>
                    <a:pt x="4" y="18"/>
                    <a:pt x="18" y="4"/>
                    <a:pt x="36" y="4"/>
                  </a:cubicBezTo>
                  <a:cubicBezTo>
                    <a:pt x="54" y="4"/>
                    <a:pt x="68" y="18"/>
                    <a:pt x="68" y="36"/>
                  </a:cubicBezTo>
                  <a:cubicBezTo>
                    <a:pt x="68" y="54"/>
                    <a:pt x="54" y="68"/>
                    <a:pt x="36" y="68"/>
                  </a:cubicBezTo>
                  <a:cubicBezTo>
                    <a:pt x="18" y="68"/>
                    <a:pt x="4" y="54"/>
                    <a:pt x="4" y="36"/>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100" name="组合 99"/>
            <p:cNvGrpSpPr/>
            <p:nvPr/>
          </p:nvGrpSpPr>
          <p:grpSpPr>
            <a:xfrm>
              <a:off x="5371" y="5364"/>
              <a:ext cx="592" cy="592"/>
              <a:chOff x="3410513" y="2752097"/>
              <a:chExt cx="375739" cy="375739"/>
            </a:xfrm>
            <a:grpFill/>
          </p:grpSpPr>
          <p:sp>
            <p:nvSpPr>
              <p:cNvPr id="113" name="Freeform 66"/>
              <p:cNvSpPr>
                <a:spLocks noEditPoints="1"/>
              </p:cNvSpPr>
              <p:nvPr/>
            </p:nvSpPr>
            <p:spPr bwMode="auto">
              <a:xfrm>
                <a:off x="3410513" y="2752097"/>
                <a:ext cx="375739" cy="375739"/>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84 h 88"/>
                  <a:gd name="T12" fmla="*/ 4 w 88"/>
                  <a:gd name="T13" fmla="*/ 44 h 88"/>
                  <a:gd name="T14" fmla="*/ 44 w 88"/>
                  <a:gd name="T15" fmla="*/ 4 h 88"/>
                  <a:gd name="T16" fmla="*/ 84 w 88"/>
                  <a:gd name="T17" fmla="*/ 44 h 88"/>
                  <a:gd name="T18" fmla="*/ 44 w 88"/>
                  <a:gd name="T19"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84"/>
                    </a:moveTo>
                    <a:cubicBezTo>
                      <a:pt x="22" y="84"/>
                      <a:pt x="4" y="66"/>
                      <a:pt x="4" y="44"/>
                    </a:cubicBezTo>
                    <a:cubicBezTo>
                      <a:pt x="4" y="22"/>
                      <a:pt x="22" y="4"/>
                      <a:pt x="44" y="4"/>
                    </a:cubicBezTo>
                    <a:cubicBezTo>
                      <a:pt x="66" y="4"/>
                      <a:pt x="84" y="22"/>
                      <a:pt x="84" y="44"/>
                    </a:cubicBezTo>
                    <a:cubicBezTo>
                      <a:pt x="84" y="66"/>
                      <a:pt x="66" y="84"/>
                      <a:pt x="44" y="8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14" name="Freeform 67"/>
              <p:cNvSpPr/>
              <p:nvPr/>
            </p:nvSpPr>
            <p:spPr bwMode="auto">
              <a:xfrm>
                <a:off x="3582124" y="2802677"/>
                <a:ext cx="97548" cy="218579"/>
              </a:xfrm>
              <a:custGeom>
                <a:avLst/>
                <a:gdLst>
                  <a:gd name="T0" fmla="*/ 19 w 54"/>
                  <a:gd name="T1" fmla="*/ 0 h 121"/>
                  <a:gd name="T2" fmla="*/ 0 w 54"/>
                  <a:gd name="T3" fmla="*/ 0 h 121"/>
                  <a:gd name="T4" fmla="*/ 0 w 54"/>
                  <a:gd name="T5" fmla="*/ 81 h 121"/>
                  <a:gd name="T6" fmla="*/ 40 w 54"/>
                  <a:gd name="T7" fmla="*/ 121 h 121"/>
                  <a:gd name="T8" fmla="*/ 54 w 54"/>
                  <a:gd name="T9" fmla="*/ 107 h 121"/>
                  <a:gd name="T10" fmla="*/ 19 w 54"/>
                  <a:gd name="T11" fmla="*/ 71 h 121"/>
                  <a:gd name="T12" fmla="*/ 19 w 5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54" h="121">
                    <a:moveTo>
                      <a:pt x="19" y="0"/>
                    </a:moveTo>
                    <a:lnTo>
                      <a:pt x="0" y="0"/>
                    </a:lnTo>
                    <a:lnTo>
                      <a:pt x="0" y="81"/>
                    </a:lnTo>
                    <a:lnTo>
                      <a:pt x="40" y="121"/>
                    </a:lnTo>
                    <a:lnTo>
                      <a:pt x="54" y="107"/>
                    </a:lnTo>
                    <a:lnTo>
                      <a:pt x="19" y="71"/>
                    </a:lnTo>
                    <a:lnTo>
                      <a:pt x="19"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15" name="组合 114"/>
            <p:cNvGrpSpPr/>
            <p:nvPr/>
          </p:nvGrpSpPr>
          <p:grpSpPr>
            <a:xfrm>
              <a:off x="6671" y="5398"/>
              <a:ext cx="577" cy="552"/>
              <a:chOff x="4236054" y="2773774"/>
              <a:chExt cx="366707" cy="350449"/>
            </a:xfrm>
            <a:grpFill/>
          </p:grpSpPr>
          <p:sp>
            <p:nvSpPr>
              <p:cNvPr id="116" name="Freeform 68"/>
              <p:cNvSpPr/>
              <p:nvPr/>
            </p:nvSpPr>
            <p:spPr bwMode="auto">
              <a:xfrm>
                <a:off x="4236054" y="2773774"/>
                <a:ext cx="93935" cy="93935"/>
              </a:xfrm>
              <a:custGeom>
                <a:avLst/>
                <a:gdLst>
                  <a:gd name="T0" fmla="*/ 22 w 22"/>
                  <a:gd name="T1" fmla="*/ 5 h 22"/>
                  <a:gd name="T2" fmla="*/ 19 w 22"/>
                  <a:gd name="T3" fmla="*/ 2 h 22"/>
                  <a:gd name="T4" fmla="*/ 13 w 22"/>
                  <a:gd name="T5" fmla="*/ 0 h 22"/>
                  <a:gd name="T6" fmla="*/ 8 w 22"/>
                  <a:gd name="T7" fmla="*/ 2 h 22"/>
                  <a:gd name="T8" fmla="*/ 2 w 22"/>
                  <a:gd name="T9" fmla="*/ 8 h 22"/>
                  <a:gd name="T10" fmla="*/ 0 w 22"/>
                  <a:gd name="T11" fmla="*/ 13 h 22"/>
                  <a:gd name="T12" fmla="*/ 2 w 22"/>
                  <a:gd name="T13" fmla="*/ 19 h 22"/>
                  <a:gd name="T14" fmla="*/ 5 w 22"/>
                  <a:gd name="T15" fmla="*/ 22 h 22"/>
                  <a:gd name="T16" fmla="*/ 22 w 22"/>
                  <a:gd name="T17"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2">
                    <a:moveTo>
                      <a:pt x="22" y="5"/>
                    </a:moveTo>
                    <a:cubicBezTo>
                      <a:pt x="19" y="2"/>
                      <a:pt x="19" y="2"/>
                      <a:pt x="19" y="2"/>
                    </a:cubicBezTo>
                    <a:cubicBezTo>
                      <a:pt x="18" y="1"/>
                      <a:pt x="16" y="0"/>
                      <a:pt x="13" y="0"/>
                    </a:cubicBezTo>
                    <a:cubicBezTo>
                      <a:pt x="11" y="0"/>
                      <a:pt x="9" y="1"/>
                      <a:pt x="8" y="2"/>
                    </a:cubicBezTo>
                    <a:cubicBezTo>
                      <a:pt x="2" y="8"/>
                      <a:pt x="2" y="8"/>
                      <a:pt x="2" y="8"/>
                    </a:cubicBezTo>
                    <a:cubicBezTo>
                      <a:pt x="1" y="9"/>
                      <a:pt x="0" y="11"/>
                      <a:pt x="0" y="13"/>
                    </a:cubicBezTo>
                    <a:cubicBezTo>
                      <a:pt x="0" y="16"/>
                      <a:pt x="1" y="18"/>
                      <a:pt x="2" y="19"/>
                    </a:cubicBezTo>
                    <a:cubicBezTo>
                      <a:pt x="5" y="22"/>
                      <a:pt x="5" y="22"/>
                      <a:pt x="5" y="22"/>
                    </a:cubicBezTo>
                    <a:cubicBezTo>
                      <a:pt x="9" y="14"/>
                      <a:pt x="14" y="9"/>
                      <a:pt x="22" y="5"/>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17" name="Freeform 69"/>
              <p:cNvSpPr/>
              <p:nvPr/>
            </p:nvSpPr>
            <p:spPr bwMode="auto">
              <a:xfrm>
                <a:off x="4508826" y="2773774"/>
                <a:ext cx="93935" cy="93935"/>
              </a:xfrm>
              <a:custGeom>
                <a:avLst/>
                <a:gdLst>
                  <a:gd name="T0" fmla="*/ 20 w 22"/>
                  <a:gd name="T1" fmla="*/ 8 h 22"/>
                  <a:gd name="T2" fmla="*/ 14 w 22"/>
                  <a:gd name="T3" fmla="*/ 2 h 22"/>
                  <a:gd name="T4" fmla="*/ 9 w 22"/>
                  <a:gd name="T5" fmla="*/ 0 h 22"/>
                  <a:gd name="T6" fmla="*/ 3 w 22"/>
                  <a:gd name="T7" fmla="*/ 2 h 22"/>
                  <a:gd name="T8" fmla="*/ 0 w 22"/>
                  <a:gd name="T9" fmla="*/ 5 h 22"/>
                  <a:gd name="T10" fmla="*/ 17 w 22"/>
                  <a:gd name="T11" fmla="*/ 22 h 22"/>
                  <a:gd name="T12" fmla="*/ 20 w 22"/>
                  <a:gd name="T13" fmla="*/ 19 h 22"/>
                  <a:gd name="T14" fmla="*/ 22 w 22"/>
                  <a:gd name="T15" fmla="*/ 13 h 22"/>
                  <a:gd name="T16" fmla="*/ 20 w 22"/>
                  <a:gd name="T17"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2">
                    <a:moveTo>
                      <a:pt x="20" y="8"/>
                    </a:moveTo>
                    <a:cubicBezTo>
                      <a:pt x="14" y="2"/>
                      <a:pt x="14" y="2"/>
                      <a:pt x="14" y="2"/>
                    </a:cubicBezTo>
                    <a:cubicBezTo>
                      <a:pt x="13" y="1"/>
                      <a:pt x="11" y="0"/>
                      <a:pt x="9" y="0"/>
                    </a:cubicBezTo>
                    <a:cubicBezTo>
                      <a:pt x="6" y="0"/>
                      <a:pt x="4" y="1"/>
                      <a:pt x="3" y="2"/>
                    </a:cubicBezTo>
                    <a:cubicBezTo>
                      <a:pt x="0" y="5"/>
                      <a:pt x="0" y="5"/>
                      <a:pt x="0" y="5"/>
                    </a:cubicBezTo>
                    <a:cubicBezTo>
                      <a:pt x="8" y="9"/>
                      <a:pt x="13" y="14"/>
                      <a:pt x="17" y="22"/>
                    </a:cubicBezTo>
                    <a:cubicBezTo>
                      <a:pt x="20" y="19"/>
                      <a:pt x="20" y="19"/>
                      <a:pt x="20" y="19"/>
                    </a:cubicBezTo>
                    <a:cubicBezTo>
                      <a:pt x="21" y="18"/>
                      <a:pt x="22" y="16"/>
                      <a:pt x="22" y="13"/>
                    </a:cubicBezTo>
                    <a:cubicBezTo>
                      <a:pt x="22" y="11"/>
                      <a:pt x="21" y="9"/>
                      <a:pt x="20" y="8"/>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18" name="Freeform 70"/>
              <p:cNvSpPr>
                <a:spLocks noEditPoints="1"/>
              </p:cNvSpPr>
              <p:nvPr/>
            </p:nvSpPr>
            <p:spPr bwMode="auto">
              <a:xfrm>
                <a:off x="4252312" y="2802677"/>
                <a:ext cx="334191" cy="321546"/>
              </a:xfrm>
              <a:custGeom>
                <a:avLst/>
                <a:gdLst>
                  <a:gd name="T0" fmla="*/ 75 w 78"/>
                  <a:gd name="T1" fmla="*/ 36 h 75"/>
                  <a:gd name="T2" fmla="*/ 39 w 78"/>
                  <a:gd name="T3" fmla="*/ 0 h 75"/>
                  <a:gd name="T4" fmla="*/ 3 w 78"/>
                  <a:gd name="T5" fmla="*/ 36 h 75"/>
                  <a:gd name="T6" fmla="*/ 11 w 78"/>
                  <a:gd name="T7" fmla="*/ 58 h 75"/>
                  <a:gd name="T8" fmla="*/ 0 w 78"/>
                  <a:gd name="T9" fmla="*/ 69 h 75"/>
                  <a:gd name="T10" fmla="*/ 6 w 78"/>
                  <a:gd name="T11" fmla="*/ 75 h 75"/>
                  <a:gd name="T12" fmla="*/ 17 w 78"/>
                  <a:gd name="T13" fmla="*/ 64 h 75"/>
                  <a:gd name="T14" fmla="*/ 39 w 78"/>
                  <a:gd name="T15" fmla="*/ 72 h 75"/>
                  <a:gd name="T16" fmla="*/ 61 w 78"/>
                  <a:gd name="T17" fmla="*/ 64 h 75"/>
                  <a:gd name="T18" fmla="*/ 72 w 78"/>
                  <a:gd name="T19" fmla="*/ 75 h 75"/>
                  <a:gd name="T20" fmla="*/ 78 w 78"/>
                  <a:gd name="T21" fmla="*/ 69 h 75"/>
                  <a:gd name="T22" fmla="*/ 67 w 78"/>
                  <a:gd name="T23" fmla="*/ 58 h 75"/>
                  <a:gd name="T24" fmla="*/ 75 w 78"/>
                  <a:gd name="T25" fmla="*/ 36 h 75"/>
                  <a:gd name="T26" fmla="*/ 7 w 78"/>
                  <a:gd name="T27" fmla="*/ 36 h 75"/>
                  <a:gd name="T28" fmla="*/ 39 w 78"/>
                  <a:gd name="T29" fmla="*/ 4 h 75"/>
                  <a:gd name="T30" fmla="*/ 71 w 78"/>
                  <a:gd name="T31" fmla="*/ 36 h 75"/>
                  <a:gd name="T32" fmla="*/ 39 w 78"/>
                  <a:gd name="T33" fmla="*/ 68 h 75"/>
                  <a:gd name="T34" fmla="*/ 7 w 78"/>
                  <a:gd name="T35" fmla="*/ 3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 h="75">
                    <a:moveTo>
                      <a:pt x="75" y="36"/>
                    </a:moveTo>
                    <a:cubicBezTo>
                      <a:pt x="75" y="16"/>
                      <a:pt x="59" y="0"/>
                      <a:pt x="39" y="0"/>
                    </a:cubicBezTo>
                    <a:cubicBezTo>
                      <a:pt x="19" y="0"/>
                      <a:pt x="3" y="16"/>
                      <a:pt x="3" y="36"/>
                    </a:cubicBezTo>
                    <a:cubicBezTo>
                      <a:pt x="3" y="44"/>
                      <a:pt x="6" y="52"/>
                      <a:pt x="11" y="58"/>
                    </a:cubicBezTo>
                    <a:cubicBezTo>
                      <a:pt x="0" y="69"/>
                      <a:pt x="0" y="69"/>
                      <a:pt x="0" y="69"/>
                    </a:cubicBezTo>
                    <a:cubicBezTo>
                      <a:pt x="6" y="75"/>
                      <a:pt x="6" y="75"/>
                      <a:pt x="6" y="75"/>
                    </a:cubicBezTo>
                    <a:cubicBezTo>
                      <a:pt x="17" y="64"/>
                      <a:pt x="17" y="64"/>
                      <a:pt x="17" y="64"/>
                    </a:cubicBezTo>
                    <a:cubicBezTo>
                      <a:pt x="23" y="69"/>
                      <a:pt x="31" y="72"/>
                      <a:pt x="39" y="72"/>
                    </a:cubicBezTo>
                    <a:cubicBezTo>
                      <a:pt x="47" y="72"/>
                      <a:pt x="55" y="69"/>
                      <a:pt x="61" y="64"/>
                    </a:cubicBezTo>
                    <a:cubicBezTo>
                      <a:pt x="72" y="75"/>
                      <a:pt x="72" y="75"/>
                      <a:pt x="72" y="75"/>
                    </a:cubicBezTo>
                    <a:cubicBezTo>
                      <a:pt x="78" y="69"/>
                      <a:pt x="78" y="69"/>
                      <a:pt x="78" y="69"/>
                    </a:cubicBezTo>
                    <a:cubicBezTo>
                      <a:pt x="67" y="58"/>
                      <a:pt x="67" y="58"/>
                      <a:pt x="67" y="58"/>
                    </a:cubicBezTo>
                    <a:cubicBezTo>
                      <a:pt x="72" y="52"/>
                      <a:pt x="75" y="44"/>
                      <a:pt x="75" y="36"/>
                    </a:cubicBezTo>
                    <a:close/>
                    <a:moveTo>
                      <a:pt x="7" y="36"/>
                    </a:moveTo>
                    <a:cubicBezTo>
                      <a:pt x="7" y="18"/>
                      <a:pt x="21" y="4"/>
                      <a:pt x="39" y="4"/>
                    </a:cubicBezTo>
                    <a:cubicBezTo>
                      <a:pt x="57" y="4"/>
                      <a:pt x="71" y="18"/>
                      <a:pt x="71" y="36"/>
                    </a:cubicBezTo>
                    <a:cubicBezTo>
                      <a:pt x="71" y="54"/>
                      <a:pt x="57" y="68"/>
                      <a:pt x="39" y="68"/>
                    </a:cubicBezTo>
                    <a:cubicBezTo>
                      <a:pt x="21" y="68"/>
                      <a:pt x="7" y="54"/>
                      <a:pt x="7" y="36"/>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19" name="Freeform 71"/>
              <p:cNvSpPr/>
              <p:nvPr/>
            </p:nvSpPr>
            <p:spPr bwMode="auto">
              <a:xfrm>
                <a:off x="4402246" y="2855064"/>
                <a:ext cx="81290" cy="166192"/>
              </a:xfrm>
              <a:custGeom>
                <a:avLst/>
                <a:gdLst>
                  <a:gd name="T0" fmla="*/ 19 w 45"/>
                  <a:gd name="T1" fmla="*/ 0 h 92"/>
                  <a:gd name="T2" fmla="*/ 0 w 45"/>
                  <a:gd name="T3" fmla="*/ 0 h 92"/>
                  <a:gd name="T4" fmla="*/ 0 w 45"/>
                  <a:gd name="T5" fmla="*/ 61 h 92"/>
                  <a:gd name="T6" fmla="*/ 31 w 45"/>
                  <a:gd name="T7" fmla="*/ 92 h 92"/>
                  <a:gd name="T8" fmla="*/ 45 w 45"/>
                  <a:gd name="T9" fmla="*/ 78 h 92"/>
                  <a:gd name="T10" fmla="*/ 19 w 45"/>
                  <a:gd name="T11" fmla="*/ 52 h 92"/>
                  <a:gd name="T12" fmla="*/ 19 w 4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45" h="92">
                    <a:moveTo>
                      <a:pt x="19" y="0"/>
                    </a:moveTo>
                    <a:lnTo>
                      <a:pt x="0" y="0"/>
                    </a:lnTo>
                    <a:lnTo>
                      <a:pt x="0" y="61"/>
                    </a:lnTo>
                    <a:lnTo>
                      <a:pt x="31" y="92"/>
                    </a:lnTo>
                    <a:lnTo>
                      <a:pt x="45" y="78"/>
                    </a:lnTo>
                    <a:lnTo>
                      <a:pt x="19" y="52"/>
                    </a:lnTo>
                    <a:lnTo>
                      <a:pt x="19"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20" name="组合 119"/>
            <p:cNvGrpSpPr/>
            <p:nvPr/>
          </p:nvGrpSpPr>
          <p:grpSpPr>
            <a:xfrm>
              <a:off x="8065" y="5336"/>
              <a:ext cx="376" cy="649"/>
              <a:chOff x="5121208" y="2734032"/>
              <a:chExt cx="238450" cy="411868"/>
            </a:xfrm>
            <a:grpFill/>
          </p:grpSpPr>
          <p:sp>
            <p:nvSpPr>
              <p:cNvPr id="121" name="Freeform 72"/>
              <p:cNvSpPr>
                <a:spLocks noEditPoints="1"/>
              </p:cNvSpPr>
              <p:nvPr/>
            </p:nvSpPr>
            <p:spPr bwMode="auto">
              <a:xfrm>
                <a:off x="5171788" y="2734032"/>
                <a:ext cx="137289" cy="256514"/>
              </a:xfrm>
              <a:custGeom>
                <a:avLst/>
                <a:gdLst>
                  <a:gd name="T0" fmla="*/ 16 w 32"/>
                  <a:gd name="T1" fmla="*/ 60 h 60"/>
                  <a:gd name="T2" fmla="*/ 16 w 32"/>
                  <a:gd name="T3" fmla="*/ 60 h 60"/>
                  <a:gd name="T4" fmla="*/ 27 w 32"/>
                  <a:gd name="T5" fmla="*/ 55 h 60"/>
                  <a:gd name="T6" fmla="*/ 32 w 32"/>
                  <a:gd name="T7" fmla="*/ 44 h 60"/>
                  <a:gd name="T8" fmla="*/ 32 w 32"/>
                  <a:gd name="T9" fmla="*/ 16 h 60"/>
                  <a:gd name="T10" fmla="*/ 27 w 32"/>
                  <a:gd name="T11" fmla="*/ 5 h 60"/>
                  <a:gd name="T12" fmla="*/ 16 w 32"/>
                  <a:gd name="T13" fmla="*/ 0 h 60"/>
                  <a:gd name="T14" fmla="*/ 16 w 32"/>
                  <a:gd name="T15" fmla="*/ 0 h 60"/>
                  <a:gd name="T16" fmla="*/ 5 w 32"/>
                  <a:gd name="T17" fmla="*/ 5 h 60"/>
                  <a:gd name="T18" fmla="*/ 0 w 32"/>
                  <a:gd name="T19" fmla="*/ 16 h 60"/>
                  <a:gd name="T20" fmla="*/ 0 w 32"/>
                  <a:gd name="T21" fmla="*/ 44 h 60"/>
                  <a:gd name="T22" fmla="*/ 5 w 32"/>
                  <a:gd name="T23" fmla="*/ 55 h 60"/>
                  <a:gd name="T24" fmla="*/ 16 w 32"/>
                  <a:gd name="T25" fmla="*/ 60 h 60"/>
                  <a:gd name="T26" fmla="*/ 4 w 32"/>
                  <a:gd name="T27" fmla="*/ 16 h 60"/>
                  <a:gd name="T28" fmla="*/ 8 w 32"/>
                  <a:gd name="T29" fmla="*/ 8 h 60"/>
                  <a:gd name="T30" fmla="*/ 16 w 32"/>
                  <a:gd name="T31" fmla="*/ 4 h 60"/>
                  <a:gd name="T32" fmla="*/ 16 w 32"/>
                  <a:gd name="T33" fmla="*/ 4 h 60"/>
                  <a:gd name="T34" fmla="*/ 24 w 32"/>
                  <a:gd name="T35" fmla="*/ 8 h 60"/>
                  <a:gd name="T36" fmla="*/ 28 w 32"/>
                  <a:gd name="T37" fmla="*/ 16 h 60"/>
                  <a:gd name="T38" fmla="*/ 28 w 32"/>
                  <a:gd name="T39" fmla="*/ 44 h 60"/>
                  <a:gd name="T40" fmla="*/ 24 w 32"/>
                  <a:gd name="T41" fmla="*/ 52 h 60"/>
                  <a:gd name="T42" fmla="*/ 16 w 32"/>
                  <a:gd name="T43" fmla="*/ 56 h 60"/>
                  <a:gd name="T44" fmla="*/ 8 w 32"/>
                  <a:gd name="T45" fmla="*/ 52 h 60"/>
                  <a:gd name="T46" fmla="*/ 4 w 32"/>
                  <a:gd name="T47" fmla="*/ 44 h 60"/>
                  <a:gd name="T48" fmla="*/ 4 w 32"/>
                  <a:gd name="T49" fmla="*/ 1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 h="60">
                    <a:moveTo>
                      <a:pt x="16" y="60"/>
                    </a:moveTo>
                    <a:cubicBezTo>
                      <a:pt x="16" y="60"/>
                      <a:pt x="16" y="60"/>
                      <a:pt x="16" y="60"/>
                    </a:cubicBezTo>
                    <a:cubicBezTo>
                      <a:pt x="20" y="60"/>
                      <a:pt x="24" y="58"/>
                      <a:pt x="27" y="55"/>
                    </a:cubicBezTo>
                    <a:cubicBezTo>
                      <a:pt x="30" y="52"/>
                      <a:pt x="32" y="48"/>
                      <a:pt x="32" y="44"/>
                    </a:cubicBezTo>
                    <a:cubicBezTo>
                      <a:pt x="32" y="16"/>
                      <a:pt x="32" y="16"/>
                      <a:pt x="32" y="16"/>
                    </a:cubicBezTo>
                    <a:cubicBezTo>
                      <a:pt x="32" y="12"/>
                      <a:pt x="30" y="8"/>
                      <a:pt x="27" y="5"/>
                    </a:cubicBezTo>
                    <a:cubicBezTo>
                      <a:pt x="24" y="2"/>
                      <a:pt x="20" y="0"/>
                      <a:pt x="16" y="0"/>
                    </a:cubicBezTo>
                    <a:cubicBezTo>
                      <a:pt x="16" y="0"/>
                      <a:pt x="16" y="0"/>
                      <a:pt x="16" y="0"/>
                    </a:cubicBezTo>
                    <a:cubicBezTo>
                      <a:pt x="12" y="0"/>
                      <a:pt x="8" y="2"/>
                      <a:pt x="5" y="5"/>
                    </a:cubicBezTo>
                    <a:cubicBezTo>
                      <a:pt x="2" y="8"/>
                      <a:pt x="0" y="12"/>
                      <a:pt x="0" y="16"/>
                    </a:cubicBezTo>
                    <a:cubicBezTo>
                      <a:pt x="0" y="44"/>
                      <a:pt x="0" y="44"/>
                      <a:pt x="0" y="44"/>
                    </a:cubicBezTo>
                    <a:cubicBezTo>
                      <a:pt x="0" y="48"/>
                      <a:pt x="2" y="52"/>
                      <a:pt x="5" y="55"/>
                    </a:cubicBezTo>
                    <a:cubicBezTo>
                      <a:pt x="8" y="58"/>
                      <a:pt x="12" y="60"/>
                      <a:pt x="16" y="60"/>
                    </a:cubicBezTo>
                    <a:close/>
                    <a:moveTo>
                      <a:pt x="4" y="16"/>
                    </a:moveTo>
                    <a:cubicBezTo>
                      <a:pt x="4" y="13"/>
                      <a:pt x="5" y="10"/>
                      <a:pt x="8" y="8"/>
                    </a:cubicBezTo>
                    <a:cubicBezTo>
                      <a:pt x="10" y="5"/>
                      <a:pt x="13" y="4"/>
                      <a:pt x="16" y="4"/>
                    </a:cubicBezTo>
                    <a:cubicBezTo>
                      <a:pt x="16" y="4"/>
                      <a:pt x="16" y="4"/>
                      <a:pt x="16" y="4"/>
                    </a:cubicBezTo>
                    <a:cubicBezTo>
                      <a:pt x="19" y="4"/>
                      <a:pt x="22" y="5"/>
                      <a:pt x="24" y="8"/>
                    </a:cubicBezTo>
                    <a:cubicBezTo>
                      <a:pt x="27" y="10"/>
                      <a:pt x="28" y="13"/>
                      <a:pt x="28" y="16"/>
                    </a:cubicBezTo>
                    <a:cubicBezTo>
                      <a:pt x="28" y="44"/>
                      <a:pt x="28" y="44"/>
                      <a:pt x="28" y="44"/>
                    </a:cubicBezTo>
                    <a:cubicBezTo>
                      <a:pt x="28" y="47"/>
                      <a:pt x="27" y="50"/>
                      <a:pt x="24" y="52"/>
                    </a:cubicBezTo>
                    <a:cubicBezTo>
                      <a:pt x="22" y="55"/>
                      <a:pt x="19" y="56"/>
                      <a:pt x="16" y="56"/>
                    </a:cubicBezTo>
                    <a:cubicBezTo>
                      <a:pt x="13" y="56"/>
                      <a:pt x="10" y="55"/>
                      <a:pt x="8" y="52"/>
                    </a:cubicBezTo>
                    <a:cubicBezTo>
                      <a:pt x="5" y="50"/>
                      <a:pt x="4" y="47"/>
                      <a:pt x="4" y="44"/>
                    </a:cubicBezTo>
                    <a:lnTo>
                      <a:pt x="4" y="16"/>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22" name="Freeform 73"/>
              <p:cNvSpPr/>
              <p:nvPr/>
            </p:nvSpPr>
            <p:spPr bwMode="auto">
              <a:xfrm>
                <a:off x="5121208" y="2889386"/>
                <a:ext cx="238450" cy="256514"/>
              </a:xfrm>
              <a:custGeom>
                <a:avLst/>
                <a:gdLst>
                  <a:gd name="T0" fmla="*/ 52 w 56"/>
                  <a:gd name="T1" fmla="*/ 0 h 60"/>
                  <a:gd name="T2" fmla="*/ 52 w 56"/>
                  <a:gd name="T3" fmla="*/ 14 h 60"/>
                  <a:gd name="T4" fmla="*/ 47 w 56"/>
                  <a:gd name="T5" fmla="*/ 27 h 60"/>
                  <a:gd name="T6" fmla="*/ 34 w 56"/>
                  <a:gd name="T7" fmla="*/ 32 h 60"/>
                  <a:gd name="T8" fmla="*/ 22 w 56"/>
                  <a:gd name="T9" fmla="*/ 32 h 60"/>
                  <a:gd name="T10" fmla="*/ 9 w 56"/>
                  <a:gd name="T11" fmla="*/ 27 h 60"/>
                  <a:gd name="T12" fmla="*/ 4 w 56"/>
                  <a:gd name="T13" fmla="*/ 14 h 60"/>
                  <a:gd name="T14" fmla="*/ 4 w 56"/>
                  <a:gd name="T15" fmla="*/ 0 h 60"/>
                  <a:gd name="T16" fmla="*/ 0 w 56"/>
                  <a:gd name="T17" fmla="*/ 0 h 60"/>
                  <a:gd name="T18" fmla="*/ 0 w 56"/>
                  <a:gd name="T19" fmla="*/ 14 h 60"/>
                  <a:gd name="T20" fmla="*/ 6 w 56"/>
                  <a:gd name="T21" fmla="*/ 30 h 60"/>
                  <a:gd name="T22" fmla="*/ 22 w 56"/>
                  <a:gd name="T23" fmla="*/ 36 h 60"/>
                  <a:gd name="T24" fmla="*/ 26 w 56"/>
                  <a:gd name="T25" fmla="*/ 36 h 60"/>
                  <a:gd name="T26" fmla="*/ 26 w 56"/>
                  <a:gd name="T27" fmla="*/ 56 h 60"/>
                  <a:gd name="T28" fmla="*/ 12 w 56"/>
                  <a:gd name="T29" fmla="*/ 56 h 60"/>
                  <a:gd name="T30" fmla="*/ 12 w 56"/>
                  <a:gd name="T31" fmla="*/ 60 h 60"/>
                  <a:gd name="T32" fmla="*/ 26 w 56"/>
                  <a:gd name="T33" fmla="*/ 60 h 60"/>
                  <a:gd name="T34" fmla="*/ 30 w 56"/>
                  <a:gd name="T35" fmla="*/ 60 h 60"/>
                  <a:gd name="T36" fmla="*/ 44 w 56"/>
                  <a:gd name="T37" fmla="*/ 60 h 60"/>
                  <a:gd name="T38" fmla="*/ 44 w 56"/>
                  <a:gd name="T39" fmla="*/ 56 h 60"/>
                  <a:gd name="T40" fmla="*/ 30 w 56"/>
                  <a:gd name="T41" fmla="*/ 56 h 60"/>
                  <a:gd name="T42" fmla="*/ 30 w 56"/>
                  <a:gd name="T43" fmla="*/ 36 h 60"/>
                  <a:gd name="T44" fmla="*/ 34 w 56"/>
                  <a:gd name="T45" fmla="*/ 36 h 60"/>
                  <a:gd name="T46" fmla="*/ 50 w 56"/>
                  <a:gd name="T47" fmla="*/ 30 h 60"/>
                  <a:gd name="T48" fmla="*/ 56 w 56"/>
                  <a:gd name="T49" fmla="*/ 14 h 60"/>
                  <a:gd name="T50" fmla="*/ 56 w 56"/>
                  <a:gd name="T51" fmla="*/ 0 h 60"/>
                  <a:gd name="T52" fmla="*/ 52 w 56"/>
                  <a:gd name="T53"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60">
                    <a:moveTo>
                      <a:pt x="52" y="0"/>
                    </a:moveTo>
                    <a:cubicBezTo>
                      <a:pt x="52" y="14"/>
                      <a:pt x="52" y="14"/>
                      <a:pt x="52" y="14"/>
                    </a:cubicBezTo>
                    <a:cubicBezTo>
                      <a:pt x="52" y="19"/>
                      <a:pt x="50" y="23"/>
                      <a:pt x="47" y="27"/>
                    </a:cubicBezTo>
                    <a:cubicBezTo>
                      <a:pt x="43" y="30"/>
                      <a:pt x="39" y="32"/>
                      <a:pt x="34" y="32"/>
                    </a:cubicBezTo>
                    <a:cubicBezTo>
                      <a:pt x="22" y="32"/>
                      <a:pt x="22" y="32"/>
                      <a:pt x="22" y="32"/>
                    </a:cubicBezTo>
                    <a:cubicBezTo>
                      <a:pt x="17" y="32"/>
                      <a:pt x="13" y="30"/>
                      <a:pt x="9" y="27"/>
                    </a:cubicBezTo>
                    <a:cubicBezTo>
                      <a:pt x="6" y="23"/>
                      <a:pt x="4" y="19"/>
                      <a:pt x="4" y="14"/>
                    </a:cubicBezTo>
                    <a:cubicBezTo>
                      <a:pt x="4" y="0"/>
                      <a:pt x="4" y="0"/>
                      <a:pt x="4" y="0"/>
                    </a:cubicBezTo>
                    <a:cubicBezTo>
                      <a:pt x="0" y="0"/>
                      <a:pt x="0" y="0"/>
                      <a:pt x="0" y="0"/>
                    </a:cubicBezTo>
                    <a:cubicBezTo>
                      <a:pt x="0" y="14"/>
                      <a:pt x="0" y="14"/>
                      <a:pt x="0" y="14"/>
                    </a:cubicBezTo>
                    <a:cubicBezTo>
                      <a:pt x="0" y="20"/>
                      <a:pt x="2" y="25"/>
                      <a:pt x="6" y="30"/>
                    </a:cubicBezTo>
                    <a:cubicBezTo>
                      <a:pt x="11" y="34"/>
                      <a:pt x="16" y="36"/>
                      <a:pt x="22" y="36"/>
                    </a:cubicBezTo>
                    <a:cubicBezTo>
                      <a:pt x="26" y="36"/>
                      <a:pt x="26" y="36"/>
                      <a:pt x="26" y="36"/>
                    </a:cubicBezTo>
                    <a:cubicBezTo>
                      <a:pt x="26" y="56"/>
                      <a:pt x="26" y="56"/>
                      <a:pt x="26" y="56"/>
                    </a:cubicBezTo>
                    <a:cubicBezTo>
                      <a:pt x="12" y="56"/>
                      <a:pt x="12" y="56"/>
                      <a:pt x="12" y="56"/>
                    </a:cubicBezTo>
                    <a:cubicBezTo>
                      <a:pt x="12" y="60"/>
                      <a:pt x="12" y="60"/>
                      <a:pt x="12" y="60"/>
                    </a:cubicBezTo>
                    <a:cubicBezTo>
                      <a:pt x="26" y="60"/>
                      <a:pt x="26" y="60"/>
                      <a:pt x="26" y="60"/>
                    </a:cubicBezTo>
                    <a:cubicBezTo>
                      <a:pt x="30" y="60"/>
                      <a:pt x="30" y="60"/>
                      <a:pt x="30" y="60"/>
                    </a:cubicBezTo>
                    <a:cubicBezTo>
                      <a:pt x="44" y="60"/>
                      <a:pt x="44" y="60"/>
                      <a:pt x="44" y="60"/>
                    </a:cubicBezTo>
                    <a:cubicBezTo>
                      <a:pt x="44" y="56"/>
                      <a:pt x="44" y="56"/>
                      <a:pt x="44" y="56"/>
                    </a:cubicBezTo>
                    <a:cubicBezTo>
                      <a:pt x="30" y="56"/>
                      <a:pt x="30" y="56"/>
                      <a:pt x="30" y="56"/>
                    </a:cubicBezTo>
                    <a:cubicBezTo>
                      <a:pt x="30" y="36"/>
                      <a:pt x="30" y="36"/>
                      <a:pt x="30" y="36"/>
                    </a:cubicBezTo>
                    <a:cubicBezTo>
                      <a:pt x="34" y="36"/>
                      <a:pt x="34" y="36"/>
                      <a:pt x="34" y="36"/>
                    </a:cubicBezTo>
                    <a:cubicBezTo>
                      <a:pt x="40" y="36"/>
                      <a:pt x="45" y="34"/>
                      <a:pt x="50" y="30"/>
                    </a:cubicBezTo>
                    <a:cubicBezTo>
                      <a:pt x="54" y="25"/>
                      <a:pt x="56" y="20"/>
                      <a:pt x="56" y="14"/>
                    </a:cubicBezTo>
                    <a:cubicBezTo>
                      <a:pt x="56" y="0"/>
                      <a:pt x="56" y="0"/>
                      <a:pt x="56" y="0"/>
                    </a:cubicBezTo>
                    <a:lnTo>
                      <a:pt x="52"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23" name="组合 122"/>
            <p:cNvGrpSpPr/>
            <p:nvPr/>
          </p:nvGrpSpPr>
          <p:grpSpPr>
            <a:xfrm>
              <a:off x="10514" y="5418"/>
              <a:ext cx="649" cy="484"/>
              <a:chOff x="6676550" y="2786420"/>
              <a:chExt cx="411868" cy="307094"/>
            </a:xfrm>
            <a:grpFill/>
          </p:grpSpPr>
          <p:sp>
            <p:nvSpPr>
              <p:cNvPr id="124" name="Freeform 74"/>
              <p:cNvSpPr>
                <a:spLocks noEditPoints="1"/>
              </p:cNvSpPr>
              <p:nvPr/>
            </p:nvSpPr>
            <p:spPr bwMode="auto">
              <a:xfrm>
                <a:off x="6676550" y="2786420"/>
                <a:ext cx="411868" cy="307094"/>
              </a:xfrm>
              <a:custGeom>
                <a:avLst/>
                <a:gdLst>
                  <a:gd name="T0" fmla="*/ 0 w 228"/>
                  <a:gd name="T1" fmla="*/ 0 h 170"/>
                  <a:gd name="T2" fmla="*/ 0 w 228"/>
                  <a:gd name="T3" fmla="*/ 170 h 170"/>
                  <a:gd name="T4" fmla="*/ 228 w 228"/>
                  <a:gd name="T5" fmla="*/ 170 h 170"/>
                  <a:gd name="T6" fmla="*/ 228 w 228"/>
                  <a:gd name="T7" fmla="*/ 0 h 170"/>
                  <a:gd name="T8" fmla="*/ 0 w 228"/>
                  <a:gd name="T9" fmla="*/ 0 h 170"/>
                  <a:gd name="T10" fmla="*/ 218 w 228"/>
                  <a:gd name="T11" fmla="*/ 161 h 170"/>
                  <a:gd name="T12" fmla="*/ 10 w 228"/>
                  <a:gd name="T13" fmla="*/ 161 h 170"/>
                  <a:gd name="T14" fmla="*/ 10 w 228"/>
                  <a:gd name="T15" fmla="*/ 9 h 170"/>
                  <a:gd name="T16" fmla="*/ 218 w 228"/>
                  <a:gd name="T17" fmla="*/ 9 h 170"/>
                  <a:gd name="T18" fmla="*/ 218 w 228"/>
                  <a:gd name="T19" fmla="*/ 1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170">
                    <a:moveTo>
                      <a:pt x="0" y="0"/>
                    </a:moveTo>
                    <a:lnTo>
                      <a:pt x="0" y="170"/>
                    </a:lnTo>
                    <a:lnTo>
                      <a:pt x="228" y="170"/>
                    </a:lnTo>
                    <a:lnTo>
                      <a:pt x="228" y="0"/>
                    </a:lnTo>
                    <a:lnTo>
                      <a:pt x="0" y="0"/>
                    </a:lnTo>
                    <a:close/>
                    <a:moveTo>
                      <a:pt x="218" y="161"/>
                    </a:moveTo>
                    <a:lnTo>
                      <a:pt x="10" y="161"/>
                    </a:lnTo>
                    <a:lnTo>
                      <a:pt x="10" y="9"/>
                    </a:lnTo>
                    <a:lnTo>
                      <a:pt x="218" y="9"/>
                    </a:lnTo>
                    <a:lnTo>
                      <a:pt x="218" y="16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25" name="Freeform 75"/>
              <p:cNvSpPr>
                <a:spLocks noEditPoints="1"/>
              </p:cNvSpPr>
              <p:nvPr/>
            </p:nvSpPr>
            <p:spPr bwMode="auto">
              <a:xfrm>
                <a:off x="6728936" y="2889386"/>
                <a:ext cx="307094" cy="153548"/>
              </a:xfrm>
              <a:custGeom>
                <a:avLst/>
                <a:gdLst>
                  <a:gd name="T0" fmla="*/ 132 w 170"/>
                  <a:gd name="T1" fmla="*/ 28 h 85"/>
                  <a:gd name="T2" fmla="*/ 94 w 170"/>
                  <a:gd name="T3" fmla="*/ 37 h 85"/>
                  <a:gd name="T4" fmla="*/ 57 w 170"/>
                  <a:gd name="T5" fmla="*/ 0 h 85"/>
                  <a:gd name="T6" fmla="*/ 0 w 170"/>
                  <a:gd name="T7" fmla="*/ 85 h 85"/>
                  <a:gd name="T8" fmla="*/ 170 w 170"/>
                  <a:gd name="T9" fmla="*/ 85 h 85"/>
                  <a:gd name="T10" fmla="*/ 132 w 170"/>
                  <a:gd name="T11" fmla="*/ 28 h 85"/>
                  <a:gd name="T12" fmla="*/ 59 w 170"/>
                  <a:gd name="T13" fmla="*/ 14 h 85"/>
                  <a:gd name="T14" fmla="*/ 87 w 170"/>
                  <a:gd name="T15" fmla="*/ 45 h 85"/>
                  <a:gd name="T16" fmla="*/ 92 w 170"/>
                  <a:gd name="T17" fmla="*/ 47 h 85"/>
                  <a:gd name="T18" fmla="*/ 97 w 170"/>
                  <a:gd name="T19" fmla="*/ 47 h 85"/>
                  <a:gd name="T20" fmla="*/ 128 w 170"/>
                  <a:gd name="T21" fmla="*/ 40 h 85"/>
                  <a:gd name="T22" fmla="*/ 154 w 170"/>
                  <a:gd name="T23" fmla="*/ 75 h 85"/>
                  <a:gd name="T24" fmla="*/ 16 w 170"/>
                  <a:gd name="T25" fmla="*/ 75 h 85"/>
                  <a:gd name="T26" fmla="*/ 59 w 170"/>
                  <a:gd name="T27" fmla="*/ 14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85">
                    <a:moveTo>
                      <a:pt x="132" y="28"/>
                    </a:moveTo>
                    <a:lnTo>
                      <a:pt x="94" y="37"/>
                    </a:lnTo>
                    <a:lnTo>
                      <a:pt x="57" y="0"/>
                    </a:lnTo>
                    <a:lnTo>
                      <a:pt x="0" y="85"/>
                    </a:lnTo>
                    <a:lnTo>
                      <a:pt x="170" y="85"/>
                    </a:lnTo>
                    <a:lnTo>
                      <a:pt x="132" y="28"/>
                    </a:lnTo>
                    <a:close/>
                    <a:moveTo>
                      <a:pt x="59" y="14"/>
                    </a:moveTo>
                    <a:lnTo>
                      <a:pt x="87" y="45"/>
                    </a:lnTo>
                    <a:lnTo>
                      <a:pt x="92" y="47"/>
                    </a:lnTo>
                    <a:lnTo>
                      <a:pt x="97" y="47"/>
                    </a:lnTo>
                    <a:lnTo>
                      <a:pt x="128" y="40"/>
                    </a:lnTo>
                    <a:lnTo>
                      <a:pt x="154" y="75"/>
                    </a:lnTo>
                    <a:lnTo>
                      <a:pt x="16" y="75"/>
                    </a:lnTo>
                    <a:lnTo>
                      <a:pt x="59" y="1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26" name="Oval 76"/>
              <p:cNvSpPr>
                <a:spLocks noChangeArrowheads="1"/>
              </p:cNvSpPr>
              <p:nvPr/>
            </p:nvSpPr>
            <p:spPr bwMode="auto">
              <a:xfrm>
                <a:off x="6967386" y="2837000"/>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27" name="组合 126"/>
            <p:cNvGrpSpPr/>
            <p:nvPr/>
          </p:nvGrpSpPr>
          <p:grpSpPr>
            <a:xfrm>
              <a:off x="1465" y="6656"/>
              <a:ext cx="646" cy="566"/>
              <a:chOff x="930275" y="3572219"/>
              <a:chExt cx="410062" cy="359481"/>
            </a:xfrm>
            <a:grpFill/>
          </p:grpSpPr>
          <p:sp>
            <p:nvSpPr>
              <p:cNvPr id="128" name="Rectangle 77"/>
              <p:cNvSpPr>
                <a:spLocks noChangeArrowheads="1"/>
              </p:cNvSpPr>
              <p:nvPr/>
            </p:nvSpPr>
            <p:spPr bwMode="auto">
              <a:xfrm>
                <a:off x="1033242" y="3572219"/>
                <a:ext cx="34323" cy="8490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29" name="Freeform 78"/>
              <p:cNvSpPr/>
              <p:nvPr/>
            </p:nvSpPr>
            <p:spPr bwMode="auto">
              <a:xfrm>
                <a:off x="1203047" y="3572219"/>
                <a:ext cx="34323" cy="84903"/>
              </a:xfrm>
              <a:custGeom>
                <a:avLst/>
                <a:gdLst>
                  <a:gd name="T0" fmla="*/ 19 w 19"/>
                  <a:gd name="T1" fmla="*/ 29 h 47"/>
                  <a:gd name="T2" fmla="*/ 19 w 19"/>
                  <a:gd name="T3" fmla="*/ 0 h 47"/>
                  <a:gd name="T4" fmla="*/ 0 w 19"/>
                  <a:gd name="T5" fmla="*/ 0 h 47"/>
                  <a:gd name="T6" fmla="*/ 0 w 19"/>
                  <a:gd name="T7" fmla="*/ 29 h 47"/>
                  <a:gd name="T8" fmla="*/ 0 w 19"/>
                  <a:gd name="T9" fmla="*/ 47 h 47"/>
                  <a:gd name="T10" fmla="*/ 19 w 19"/>
                  <a:gd name="T11" fmla="*/ 47 h 47"/>
                  <a:gd name="T12" fmla="*/ 19 w 19"/>
                  <a:gd name="T13" fmla="*/ 29 h 47"/>
                </a:gdLst>
                <a:ahLst/>
                <a:cxnLst>
                  <a:cxn ang="0">
                    <a:pos x="T0" y="T1"/>
                  </a:cxn>
                  <a:cxn ang="0">
                    <a:pos x="T2" y="T3"/>
                  </a:cxn>
                  <a:cxn ang="0">
                    <a:pos x="T4" y="T5"/>
                  </a:cxn>
                  <a:cxn ang="0">
                    <a:pos x="T6" y="T7"/>
                  </a:cxn>
                  <a:cxn ang="0">
                    <a:pos x="T8" y="T9"/>
                  </a:cxn>
                  <a:cxn ang="0">
                    <a:pos x="T10" y="T11"/>
                  </a:cxn>
                  <a:cxn ang="0">
                    <a:pos x="T12" y="T13"/>
                  </a:cxn>
                </a:cxnLst>
                <a:rect l="0" t="0" r="r" b="b"/>
                <a:pathLst>
                  <a:path w="19" h="47">
                    <a:moveTo>
                      <a:pt x="19" y="29"/>
                    </a:moveTo>
                    <a:lnTo>
                      <a:pt x="19" y="0"/>
                    </a:lnTo>
                    <a:lnTo>
                      <a:pt x="0" y="0"/>
                    </a:lnTo>
                    <a:lnTo>
                      <a:pt x="0" y="29"/>
                    </a:lnTo>
                    <a:lnTo>
                      <a:pt x="0" y="47"/>
                    </a:lnTo>
                    <a:lnTo>
                      <a:pt x="19" y="47"/>
                    </a:lnTo>
                    <a:lnTo>
                      <a:pt x="19" y="2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30" name="Freeform 79"/>
              <p:cNvSpPr>
                <a:spLocks noEditPoints="1"/>
              </p:cNvSpPr>
              <p:nvPr/>
            </p:nvSpPr>
            <p:spPr bwMode="auto">
              <a:xfrm>
                <a:off x="930275" y="3624606"/>
                <a:ext cx="410062" cy="307094"/>
              </a:xfrm>
              <a:custGeom>
                <a:avLst/>
                <a:gdLst>
                  <a:gd name="T0" fmla="*/ 180 w 227"/>
                  <a:gd name="T1" fmla="*/ 0 h 170"/>
                  <a:gd name="T2" fmla="*/ 180 w 227"/>
                  <a:gd name="T3" fmla="*/ 18 h 170"/>
                  <a:gd name="T4" fmla="*/ 180 w 227"/>
                  <a:gd name="T5" fmla="*/ 28 h 170"/>
                  <a:gd name="T6" fmla="*/ 170 w 227"/>
                  <a:gd name="T7" fmla="*/ 28 h 170"/>
                  <a:gd name="T8" fmla="*/ 151 w 227"/>
                  <a:gd name="T9" fmla="*/ 28 h 170"/>
                  <a:gd name="T10" fmla="*/ 142 w 227"/>
                  <a:gd name="T11" fmla="*/ 28 h 170"/>
                  <a:gd name="T12" fmla="*/ 142 w 227"/>
                  <a:gd name="T13" fmla="*/ 18 h 170"/>
                  <a:gd name="T14" fmla="*/ 142 w 227"/>
                  <a:gd name="T15" fmla="*/ 0 h 170"/>
                  <a:gd name="T16" fmla="*/ 85 w 227"/>
                  <a:gd name="T17" fmla="*/ 0 h 170"/>
                  <a:gd name="T18" fmla="*/ 85 w 227"/>
                  <a:gd name="T19" fmla="*/ 18 h 170"/>
                  <a:gd name="T20" fmla="*/ 85 w 227"/>
                  <a:gd name="T21" fmla="*/ 28 h 170"/>
                  <a:gd name="T22" fmla="*/ 76 w 227"/>
                  <a:gd name="T23" fmla="*/ 28 h 170"/>
                  <a:gd name="T24" fmla="*/ 57 w 227"/>
                  <a:gd name="T25" fmla="*/ 28 h 170"/>
                  <a:gd name="T26" fmla="*/ 47 w 227"/>
                  <a:gd name="T27" fmla="*/ 28 h 170"/>
                  <a:gd name="T28" fmla="*/ 47 w 227"/>
                  <a:gd name="T29" fmla="*/ 18 h 170"/>
                  <a:gd name="T30" fmla="*/ 47 w 227"/>
                  <a:gd name="T31" fmla="*/ 0 h 170"/>
                  <a:gd name="T32" fmla="*/ 0 w 227"/>
                  <a:gd name="T33" fmla="*/ 0 h 170"/>
                  <a:gd name="T34" fmla="*/ 0 w 227"/>
                  <a:gd name="T35" fmla="*/ 170 h 170"/>
                  <a:gd name="T36" fmla="*/ 227 w 227"/>
                  <a:gd name="T37" fmla="*/ 170 h 170"/>
                  <a:gd name="T38" fmla="*/ 227 w 227"/>
                  <a:gd name="T39" fmla="*/ 0 h 170"/>
                  <a:gd name="T40" fmla="*/ 180 w 227"/>
                  <a:gd name="T41" fmla="*/ 0 h 170"/>
                  <a:gd name="T42" fmla="*/ 218 w 227"/>
                  <a:gd name="T43" fmla="*/ 160 h 170"/>
                  <a:gd name="T44" fmla="*/ 9 w 227"/>
                  <a:gd name="T45" fmla="*/ 160 h 170"/>
                  <a:gd name="T46" fmla="*/ 9 w 227"/>
                  <a:gd name="T47" fmla="*/ 9 h 170"/>
                  <a:gd name="T48" fmla="*/ 38 w 227"/>
                  <a:gd name="T49" fmla="*/ 9 h 170"/>
                  <a:gd name="T50" fmla="*/ 38 w 227"/>
                  <a:gd name="T51" fmla="*/ 18 h 170"/>
                  <a:gd name="T52" fmla="*/ 38 w 227"/>
                  <a:gd name="T53" fmla="*/ 28 h 170"/>
                  <a:gd name="T54" fmla="*/ 38 w 227"/>
                  <a:gd name="T55" fmla="*/ 37 h 170"/>
                  <a:gd name="T56" fmla="*/ 47 w 227"/>
                  <a:gd name="T57" fmla="*/ 37 h 170"/>
                  <a:gd name="T58" fmla="*/ 57 w 227"/>
                  <a:gd name="T59" fmla="*/ 37 h 170"/>
                  <a:gd name="T60" fmla="*/ 76 w 227"/>
                  <a:gd name="T61" fmla="*/ 37 h 170"/>
                  <a:gd name="T62" fmla="*/ 85 w 227"/>
                  <a:gd name="T63" fmla="*/ 37 h 170"/>
                  <a:gd name="T64" fmla="*/ 95 w 227"/>
                  <a:gd name="T65" fmla="*/ 37 h 170"/>
                  <a:gd name="T66" fmla="*/ 95 w 227"/>
                  <a:gd name="T67" fmla="*/ 28 h 170"/>
                  <a:gd name="T68" fmla="*/ 95 w 227"/>
                  <a:gd name="T69" fmla="*/ 18 h 170"/>
                  <a:gd name="T70" fmla="*/ 95 w 227"/>
                  <a:gd name="T71" fmla="*/ 9 h 170"/>
                  <a:gd name="T72" fmla="*/ 133 w 227"/>
                  <a:gd name="T73" fmla="*/ 9 h 170"/>
                  <a:gd name="T74" fmla="*/ 133 w 227"/>
                  <a:gd name="T75" fmla="*/ 18 h 170"/>
                  <a:gd name="T76" fmla="*/ 133 w 227"/>
                  <a:gd name="T77" fmla="*/ 28 h 170"/>
                  <a:gd name="T78" fmla="*/ 133 w 227"/>
                  <a:gd name="T79" fmla="*/ 37 h 170"/>
                  <a:gd name="T80" fmla="*/ 142 w 227"/>
                  <a:gd name="T81" fmla="*/ 37 h 170"/>
                  <a:gd name="T82" fmla="*/ 151 w 227"/>
                  <a:gd name="T83" fmla="*/ 37 h 170"/>
                  <a:gd name="T84" fmla="*/ 170 w 227"/>
                  <a:gd name="T85" fmla="*/ 37 h 170"/>
                  <a:gd name="T86" fmla="*/ 180 w 227"/>
                  <a:gd name="T87" fmla="*/ 37 h 170"/>
                  <a:gd name="T88" fmla="*/ 189 w 227"/>
                  <a:gd name="T89" fmla="*/ 37 h 170"/>
                  <a:gd name="T90" fmla="*/ 189 w 227"/>
                  <a:gd name="T91" fmla="*/ 28 h 170"/>
                  <a:gd name="T92" fmla="*/ 189 w 227"/>
                  <a:gd name="T93" fmla="*/ 18 h 170"/>
                  <a:gd name="T94" fmla="*/ 189 w 227"/>
                  <a:gd name="T95" fmla="*/ 9 h 170"/>
                  <a:gd name="T96" fmla="*/ 218 w 227"/>
                  <a:gd name="T97" fmla="*/ 9 h 170"/>
                  <a:gd name="T98" fmla="*/ 218 w 227"/>
                  <a:gd name="T99" fmla="*/ 1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7" h="170">
                    <a:moveTo>
                      <a:pt x="180" y="0"/>
                    </a:moveTo>
                    <a:lnTo>
                      <a:pt x="180" y="18"/>
                    </a:lnTo>
                    <a:lnTo>
                      <a:pt x="180" y="28"/>
                    </a:lnTo>
                    <a:lnTo>
                      <a:pt x="170" y="28"/>
                    </a:lnTo>
                    <a:lnTo>
                      <a:pt x="151" y="28"/>
                    </a:lnTo>
                    <a:lnTo>
                      <a:pt x="142" y="28"/>
                    </a:lnTo>
                    <a:lnTo>
                      <a:pt x="142" y="18"/>
                    </a:lnTo>
                    <a:lnTo>
                      <a:pt x="142" y="0"/>
                    </a:lnTo>
                    <a:lnTo>
                      <a:pt x="85" y="0"/>
                    </a:lnTo>
                    <a:lnTo>
                      <a:pt x="85" y="18"/>
                    </a:lnTo>
                    <a:lnTo>
                      <a:pt x="85" y="28"/>
                    </a:lnTo>
                    <a:lnTo>
                      <a:pt x="76" y="28"/>
                    </a:lnTo>
                    <a:lnTo>
                      <a:pt x="57" y="28"/>
                    </a:lnTo>
                    <a:lnTo>
                      <a:pt x="47" y="28"/>
                    </a:lnTo>
                    <a:lnTo>
                      <a:pt x="47" y="18"/>
                    </a:lnTo>
                    <a:lnTo>
                      <a:pt x="47" y="0"/>
                    </a:lnTo>
                    <a:lnTo>
                      <a:pt x="0" y="0"/>
                    </a:lnTo>
                    <a:lnTo>
                      <a:pt x="0" y="170"/>
                    </a:lnTo>
                    <a:lnTo>
                      <a:pt x="227" y="170"/>
                    </a:lnTo>
                    <a:lnTo>
                      <a:pt x="227" y="0"/>
                    </a:lnTo>
                    <a:lnTo>
                      <a:pt x="180" y="0"/>
                    </a:lnTo>
                    <a:close/>
                    <a:moveTo>
                      <a:pt x="218" y="160"/>
                    </a:moveTo>
                    <a:lnTo>
                      <a:pt x="9" y="160"/>
                    </a:lnTo>
                    <a:lnTo>
                      <a:pt x="9" y="9"/>
                    </a:lnTo>
                    <a:lnTo>
                      <a:pt x="38" y="9"/>
                    </a:lnTo>
                    <a:lnTo>
                      <a:pt x="38" y="18"/>
                    </a:lnTo>
                    <a:lnTo>
                      <a:pt x="38" y="28"/>
                    </a:lnTo>
                    <a:lnTo>
                      <a:pt x="38" y="37"/>
                    </a:lnTo>
                    <a:lnTo>
                      <a:pt x="47" y="37"/>
                    </a:lnTo>
                    <a:lnTo>
                      <a:pt x="57" y="37"/>
                    </a:lnTo>
                    <a:lnTo>
                      <a:pt x="76" y="37"/>
                    </a:lnTo>
                    <a:lnTo>
                      <a:pt x="85" y="37"/>
                    </a:lnTo>
                    <a:lnTo>
                      <a:pt x="95" y="37"/>
                    </a:lnTo>
                    <a:lnTo>
                      <a:pt x="95" y="28"/>
                    </a:lnTo>
                    <a:lnTo>
                      <a:pt x="95" y="18"/>
                    </a:lnTo>
                    <a:lnTo>
                      <a:pt x="95" y="9"/>
                    </a:lnTo>
                    <a:lnTo>
                      <a:pt x="133" y="9"/>
                    </a:lnTo>
                    <a:lnTo>
                      <a:pt x="133" y="18"/>
                    </a:lnTo>
                    <a:lnTo>
                      <a:pt x="133" y="28"/>
                    </a:lnTo>
                    <a:lnTo>
                      <a:pt x="133" y="37"/>
                    </a:lnTo>
                    <a:lnTo>
                      <a:pt x="142" y="37"/>
                    </a:lnTo>
                    <a:lnTo>
                      <a:pt x="151" y="37"/>
                    </a:lnTo>
                    <a:lnTo>
                      <a:pt x="170" y="37"/>
                    </a:lnTo>
                    <a:lnTo>
                      <a:pt x="180" y="37"/>
                    </a:lnTo>
                    <a:lnTo>
                      <a:pt x="189" y="37"/>
                    </a:lnTo>
                    <a:lnTo>
                      <a:pt x="189" y="28"/>
                    </a:lnTo>
                    <a:lnTo>
                      <a:pt x="189" y="18"/>
                    </a:lnTo>
                    <a:lnTo>
                      <a:pt x="189" y="9"/>
                    </a:lnTo>
                    <a:lnTo>
                      <a:pt x="218" y="9"/>
                    </a:lnTo>
                    <a:lnTo>
                      <a:pt x="218" y="16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31" name="Rectangle 80"/>
              <p:cNvSpPr>
                <a:spLocks noChangeArrowheads="1"/>
              </p:cNvSpPr>
              <p:nvPr/>
            </p:nvSpPr>
            <p:spPr bwMode="auto">
              <a:xfrm>
                <a:off x="1015178" y="3828733"/>
                <a:ext cx="240257"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32" name="Rectangle 81"/>
              <p:cNvSpPr>
                <a:spLocks noChangeArrowheads="1"/>
              </p:cNvSpPr>
              <p:nvPr/>
            </p:nvSpPr>
            <p:spPr bwMode="auto">
              <a:xfrm>
                <a:off x="1015178" y="3760088"/>
                <a:ext cx="240257"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33" name="组合 132"/>
            <p:cNvGrpSpPr/>
            <p:nvPr/>
          </p:nvGrpSpPr>
          <p:grpSpPr>
            <a:xfrm>
              <a:off x="4105" y="6641"/>
              <a:ext cx="538" cy="606"/>
              <a:chOff x="2606648" y="3563187"/>
              <a:chExt cx="341417" cy="384771"/>
            </a:xfrm>
            <a:grpFill/>
          </p:grpSpPr>
          <p:sp>
            <p:nvSpPr>
              <p:cNvPr id="134" name="Freeform 82"/>
              <p:cNvSpPr>
                <a:spLocks noEditPoints="1"/>
              </p:cNvSpPr>
              <p:nvPr/>
            </p:nvSpPr>
            <p:spPr bwMode="auto">
              <a:xfrm>
                <a:off x="2640971" y="3640864"/>
                <a:ext cx="272772" cy="307094"/>
              </a:xfrm>
              <a:custGeom>
                <a:avLst/>
                <a:gdLst>
                  <a:gd name="T0" fmla="*/ 0 w 64"/>
                  <a:gd name="T1" fmla="*/ 56 h 72"/>
                  <a:gd name="T2" fmla="*/ 5 w 64"/>
                  <a:gd name="T3" fmla="*/ 67 h 72"/>
                  <a:gd name="T4" fmla="*/ 16 w 64"/>
                  <a:gd name="T5" fmla="*/ 72 h 72"/>
                  <a:gd name="T6" fmla="*/ 48 w 64"/>
                  <a:gd name="T7" fmla="*/ 72 h 72"/>
                  <a:gd name="T8" fmla="*/ 59 w 64"/>
                  <a:gd name="T9" fmla="*/ 67 h 72"/>
                  <a:gd name="T10" fmla="*/ 64 w 64"/>
                  <a:gd name="T11" fmla="*/ 56 h 72"/>
                  <a:gd name="T12" fmla="*/ 64 w 64"/>
                  <a:gd name="T13" fmla="*/ 0 h 72"/>
                  <a:gd name="T14" fmla="*/ 0 w 64"/>
                  <a:gd name="T15" fmla="*/ 0 h 72"/>
                  <a:gd name="T16" fmla="*/ 0 w 64"/>
                  <a:gd name="T17" fmla="*/ 56 h 72"/>
                  <a:gd name="T18" fmla="*/ 4 w 64"/>
                  <a:gd name="T19" fmla="*/ 4 h 72"/>
                  <a:gd name="T20" fmla="*/ 60 w 64"/>
                  <a:gd name="T21" fmla="*/ 4 h 72"/>
                  <a:gd name="T22" fmla="*/ 60 w 64"/>
                  <a:gd name="T23" fmla="*/ 56 h 72"/>
                  <a:gd name="T24" fmla="*/ 56 w 64"/>
                  <a:gd name="T25" fmla="*/ 64 h 72"/>
                  <a:gd name="T26" fmla="*/ 48 w 64"/>
                  <a:gd name="T27" fmla="*/ 68 h 72"/>
                  <a:gd name="T28" fmla="*/ 16 w 64"/>
                  <a:gd name="T29" fmla="*/ 68 h 72"/>
                  <a:gd name="T30" fmla="*/ 8 w 64"/>
                  <a:gd name="T31" fmla="*/ 64 h 72"/>
                  <a:gd name="T32" fmla="*/ 4 w 64"/>
                  <a:gd name="T33" fmla="*/ 56 h 72"/>
                  <a:gd name="T34" fmla="*/ 4 w 64"/>
                  <a:gd name="T35"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 h="72">
                    <a:moveTo>
                      <a:pt x="0" y="56"/>
                    </a:moveTo>
                    <a:cubicBezTo>
                      <a:pt x="0" y="60"/>
                      <a:pt x="2" y="64"/>
                      <a:pt x="5" y="67"/>
                    </a:cubicBezTo>
                    <a:cubicBezTo>
                      <a:pt x="8" y="70"/>
                      <a:pt x="12" y="72"/>
                      <a:pt x="16" y="72"/>
                    </a:cubicBezTo>
                    <a:cubicBezTo>
                      <a:pt x="48" y="72"/>
                      <a:pt x="48" y="72"/>
                      <a:pt x="48" y="72"/>
                    </a:cubicBezTo>
                    <a:cubicBezTo>
                      <a:pt x="52" y="72"/>
                      <a:pt x="56" y="70"/>
                      <a:pt x="59" y="67"/>
                    </a:cubicBezTo>
                    <a:cubicBezTo>
                      <a:pt x="62" y="64"/>
                      <a:pt x="64" y="60"/>
                      <a:pt x="64" y="56"/>
                    </a:cubicBezTo>
                    <a:cubicBezTo>
                      <a:pt x="64" y="0"/>
                      <a:pt x="64" y="0"/>
                      <a:pt x="64" y="0"/>
                    </a:cubicBezTo>
                    <a:cubicBezTo>
                      <a:pt x="0" y="0"/>
                      <a:pt x="0" y="0"/>
                      <a:pt x="0" y="0"/>
                    </a:cubicBezTo>
                    <a:lnTo>
                      <a:pt x="0" y="56"/>
                    </a:lnTo>
                    <a:close/>
                    <a:moveTo>
                      <a:pt x="4" y="4"/>
                    </a:moveTo>
                    <a:cubicBezTo>
                      <a:pt x="60" y="4"/>
                      <a:pt x="60" y="4"/>
                      <a:pt x="60" y="4"/>
                    </a:cubicBezTo>
                    <a:cubicBezTo>
                      <a:pt x="60" y="56"/>
                      <a:pt x="60" y="56"/>
                      <a:pt x="60" y="56"/>
                    </a:cubicBezTo>
                    <a:cubicBezTo>
                      <a:pt x="60" y="59"/>
                      <a:pt x="59" y="62"/>
                      <a:pt x="56" y="64"/>
                    </a:cubicBezTo>
                    <a:cubicBezTo>
                      <a:pt x="54" y="67"/>
                      <a:pt x="51" y="68"/>
                      <a:pt x="48" y="68"/>
                    </a:cubicBezTo>
                    <a:cubicBezTo>
                      <a:pt x="16" y="68"/>
                      <a:pt x="16" y="68"/>
                      <a:pt x="16" y="68"/>
                    </a:cubicBezTo>
                    <a:cubicBezTo>
                      <a:pt x="13" y="68"/>
                      <a:pt x="10" y="67"/>
                      <a:pt x="8" y="64"/>
                    </a:cubicBezTo>
                    <a:cubicBezTo>
                      <a:pt x="5" y="62"/>
                      <a:pt x="4" y="59"/>
                      <a:pt x="4" y="56"/>
                    </a:cubicBezTo>
                    <a:lnTo>
                      <a:pt x="4" y="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35" name="Freeform 83"/>
              <p:cNvSpPr/>
              <p:nvPr/>
            </p:nvSpPr>
            <p:spPr bwMode="auto">
              <a:xfrm>
                <a:off x="2606648" y="3563187"/>
                <a:ext cx="341417" cy="43354"/>
              </a:xfrm>
              <a:custGeom>
                <a:avLst/>
                <a:gdLst>
                  <a:gd name="T0" fmla="*/ 123 w 189"/>
                  <a:gd name="T1" fmla="*/ 15 h 24"/>
                  <a:gd name="T2" fmla="*/ 123 w 189"/>
                  <a:gd name="T3" fmla="*/ 0 h 24"/>
                  <a:gd name="T4" fmla="*/ 66 w 189"/>
                  <a:gd name="T5" fmla="*/ 0 h 24"/>
                  <a:gd name="T6" fmla="*/ 66 w 189"/>
                  <a:gd name="T7" fmla="*/ 15 h 24"/>
                  <a:gd name="T8" fmla="*/ 0 w 189"/>
                  <a:gd name="T9" fmla="*/ 15 h 24"/>
                  <a:gd name="T10" fmla="*/ 0 w 189"/>
                  <a:gd name="T11" fmla="*/ 24 h 24"/>
                  <a:gd name="T12" fmla="*/ 189 w 189"/>
                  <a:gd name="T13" fmla="*/ 24 h 24"/>
                  <a:gd name="T14" fmla="*/ 189 w 189"/>
                  <a:gd name="T15" fmla="*/ 15 h 24"/>
                  <a:gd name="T16" fmla="*/ 123 w 189"/>
                  <a:gd name="T17"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24">
                    <a:moveTo>
                      <a:pt x="123" y="15"/>
                    </a:moveTo>
                    <a:lnTo>
                      <a:pt x="123" y="0"/>
                    </a:lnTo>
                    <a:lnTo>
                      <a:pt x="66" y="0"/>
                    </a:lnTo>
                    <a:lnTo>
                      <a:pt x="66" y="15"/>
                    </a:lnTo>
                    <a:lnTo>
                      <a:pt x="0" y="15"/>
                    </a:lnTo>
                    <a:lnTo>
                      <a:pt x="0" y="24"/>
                    </a:lnTo>
                    <a:lnTo>
                      <a:pt x="189" y="24"/>
                    </a:lnTo>
                    <a:lnTo>
                      <a:pt x="189" y="15"/>
                    </a:lnTo>
                    <a:lnTo>
                      <a:pt x="123" y="15"/>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36" name="Rectangle 84"/>
              <p:cNvSpPr>
                <a:spLocks noChangeArrowheads="1"/>
              </p:cNvSpPr>
              <p:nvPr/>
            </p:nvSpPr>
            <p:spPr bwMode="auto">
              <a:xfrm>
                <a:off x="2769227" y="3691444"/>
                <a:ext cx="16258" cy="20593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37" name="Freeform 85"/>
              <p:cNvSpPr/>
              <p:nvPr/>
            </p:nvSpPr>
            <p:spPr bwMode="auto">
              <a:xfrm>
                <a:off x="2837872" y="3691444"/>
                <a:ext cx="16258" cy="205934"/>
              </a:xfrm>
              <a:custGeom>
                <a:avLst/>
                <a:gdLst>
                  <a:gd name="T0" fmla="*/ 9 w 9"/>
                  <a:gd name="T1" fmla="*/ 0 h 114"/>
                  <a:gd name="T2" fmla="*/ 0 w 9"/>
                  <a:gd name="T3" fmla="*/ 0 h 114"/>
                  <a:gd name="T4" fmla="*/ 0 w 9"/>
                  <a:gd name="T5" fmla="*/ 114 h 114"/>
                  <a:gd name="T6" fmla="*/ 9 w 9"/>
                  <a:gd name="T7" fmla="*/ 104 h 114"/>
                  <a:gd name="T8" fmla="*/ 9 w 9"/>
                  <a:gd name="T9" fmla="*/ 0 h 114"/>
                </a:gdLst>
                <a:ahLst/>
                <a:cxnLst>
                  <a:cxn ang="0">
                    <a:pos x="T0" y="T1"/>
                  </a:cxn>
                  <a:cxn ang="0">
                    <a:pos x="T2" y="T3"/>
                  </a:cxn>
                  <a:cxn ang="0">
                    <a:pos x="T4" y="T5"/>
                  </a:cxn>
                  <a:cxn ang="0">
                    <a:pos x="T6" y="T7"/>
                  </a:cxn>
                  <a:cxn ang="0">
                    <a:pos x="T8" y="T9"/>
                  </a:cxn>
                </a:cxnLst>
                <a:rect l="0" t="0" r="r" b="b"/>
                <a:pathLst>
                  <a:path w="9" h="114">
                    <a:moveTo>
                      <a:pt x="9" y="0"/>
                    </a:moveTo>
                    <a:lnTo>
                      <a:pt x="0" y="0"/>
                    </a:lnTo>
                    <a:lnTo>
                      <a:pt x="0" y="114"/>
                    </a:lnTo>
                    <a:lnTo>
                      <a:pt x="9" y="104"/>
                    </a:lnTo>
                    <a:lnTo>
                      <a:pt x="9"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38" name="Freeform 86"/>
              <p:cNvSpPr/>
              <p:nvPr/>
            </p:nvSpPr>
            <p:spPr bwMode="auto">
              <a:xfrm>
                <a:off x="2700583" y="3691444"/>
                <a:ext cx="16258" cy="205934"/>
              </a:xfrm>
              <a:custGeom>
                <a:avLst/>
                <a:gdLst>
                  <a:gd name="T0" fmla="*/ 9 w 9"/>
                  <a:gd name="T1" fmla="*/ 0 h 114"/>
                  <a:gd name="T2" fmla="*/ 0 w 9"/>
                  <a:gd name="T3" fmla="*/ 0 h 114"/>
                  <a:gd name="T4" fmla="*/ 0 w 9"/>
                  <a:gd name="T5" fmla="*/ 104 h 114"/>
                  <a:gd name="T6" fmla="*/ 9 w 9"/>
                  <a:gd name="T7" fmla="*/ 114 h 114"/>
                  <a:gd name="T8" fmla="*/ 9 w 9"/>
                  <a:gd name="T9" fmla="*/ 0 h 114"/>
                </a:gdLst>
                <a:ahLst/>
                <a:cxnLst>
                  <a:cxn ang="0">
                    <a:pos x="T0" y="T1"/>
                  </a:cxn>
                  <a:cxn ang="0">
                    <a:pos x="T2" y="T3"/>
                  </a:cxn>
                  <a:cxn ang="0">
                    <a:pos x="T4" y="T5"/>
                  </a:cxn>
                  <a:cxn ang="0">
                    <a:pos x="T6" y="T7"/>
                  </a:cxn>
                  <a:cxn ang="0">
                    <a:pos x="T8" y="T9"/>
                  </a:cxn>
                </a:cxnLst>
                <a:rect l="0" t="0" r="r" b="b"/>
                <a:pathLst>
                  <a:path w="9" h="114">
                    <a:moveTo>
                      <a:pt x="9" y="0"/>
                    </a:moveTo>
                    <a:lnTo>
                      <a:pt x="0" y="0"/>
                    </a:lnTo>
                    <a:lnTo>
                      <a:pt x="0" y="104"/>
                    </a:lnTo>
                    <a:lnTo>
                      <a:pt x="9" y="114"/>
                    </a:lnTo>
                    <a:lnTo>
                      <a:pt x="9"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39" name="组合 138"/>
            <p:cNvGrpSpPr/>
            <p:nvPr/>
          </p:nvGrpSpPr>
          <p:grpSpPr>
            <a:xfrm>
              <a:off x="2757" y="6630"/>
              <a:ext cx="649" cy="617"/>
              <a:chOff x="1750397" y="3555962"/>
              <a:chExt cx="411868" cy="391997"/>
            </a:xfrm>
            <a:grpFill/>
          </p:grpSpPr>
          <p:sp>
            <p:nvSpPr>
              <p:cNvPr id="140" name="Freeform 87"/>
              <p:cNvSpPr>
                <a:spLocks noEditPoints="1"/>
              </p:cNvSpPr>
              <p:nvPr/>
            </p:nvSpPr>
            <p:spPr bwMode="auto">
              <a:xfrm>
                <a:off x="1750397" y="3606542"/>
                <a:ext cx="411868" cy="341417"/>
              </a:xfrm>
              <a:custGeom>
                <a:avLst/>
                <a:gdLst>
                  <a:gd name="T0" fmla="*/ 180 w 228"/>
                  <a:gd name="T1" fmla="*/ 0 h 189"/>
                  <a:gd name="T2" fmla="*/ 180 w 228"/>
                  <a:gd name="T3" fmla="*/ 19 h 189"/>
                  <a:gd name="T4" fmla="*/ 180 w 228"/>
                  <a:gd name="T5" fmla="*/ 28 h 189"/>
                  <a:gd name="T6" fmla="*/ 171 w 228"/>
                  <a:gd name="T7" fmla="*/ 28 h 189"/>
                  <a:gd name="T8" fmla="*/ 152 w 228"/>
                  <a:gd name="T9" fmla="*/ 28 h 189"/>
                  <a:gd name="T10" fmla="*/ 143 w 228"/>
                  <a:gd name="T11" fmla="*/ 28 h 189"/>
                  <a:gd name="T12" fmla="*/ 143 w 228"/>
                  <a:gd name="T13" fmla="*/ 19 h 189"/>
                  <a:gd name="T14" fmla="*/ 143 w 228"/>
                  <a:gd name="T15" fmla="*/ 0 h 189"/>
                  <a:gd name="T16" fmla="*/ 86 w 228"/>
                  <a:gd name="T17" fmla="*/ 0 h 189"/>
                  <a:gd name="T18" fmla="*/ 86 w 228"/>
                  <a:gd name="T19" fmla="*/ 19 h 189"/>
                  <a:gd name="T20" fmla="*/ 86 w 228"/>
                  <a:gd name="T21" fmla="*/ 28 h 189"/>
                  <a:gd name="T22" fmla="*/ 76 w 228"/>
                  <a:gd name="T23" fmla="*/ 28 h 189"/>
                  <a:gd name="T24" fmla="*/ 57 w 228"/>
                  <a:gd name="T25" fmla="*/ 28 h 189"/>
                  <a:gd name="T26" fmla="*/ 48 w 228"/>
                  <a:gd name="T27" fmla="*/ 28 h 189"/>
                  <a:gd name="T28" fmla="*/ 48 w 228"/>
                  <a:gd name="T29" fmla="*/ 19 h 189"/>
                  <a:gd name="T30" fmla="*/ 48 w 228"/>
                  <a:gd name="T31" fmla="*/ 0 h 189"/>
                  <a:gd name="T32" fmla="*/ 0 w 228"/>
                  <a:gd name="T33" fmla="*/ 0 h 189"/>
                  <a:gd name="T34" fmla="*/ 0 w 228"/>
                  <a:gd name="T35" fmla="*/ 189 h 189"/>
                  <a:gd name="T36" fmla="*/ 228 w 228"/>
                  <a:gd name="T37" fmla="*/ 189 h 189"/>
                  <a:gd name="T38" fmla="*/ 228 w 228"/>
                  <a:gd name="T39" fmla="*/ 0 h 189"/>
                  <a:gd name="T40" fmla="*/ 180 w 228"/>
                  <a:gd name="T41" fmla="*/ 0 h 189"/>
                  <a:gd name="T42" fmla="*/ 218 w 228"/>
                  <a:gd name="T43" fmla="*/ 180 h 189"/>
                  <a:gd name="T44" fmla="*/ 10 w 228"/>
                  <a:gd name="T45" fmla="*/ 180 h 189"/>
                  <a:gd name="T46" fmla="*/ 10 w 228"/>
                  <a:gd name="T47" fmla="*/ 10 h 189"/>
                  <a:gd name="T48" fmla="*/ 38 w 228"/>
                  <a:gd name="T49" fmla="*/ 10 h 189"/>
                  <a:gd name="T50" fmla="*/ 38 w 228"/>
                  <a:gd name="T51" fmla="*/ 19 h 189"/>
                  <a:gd name="T52" fmla="*/ 38 w 228"/>
                  <a:gd name="T53" fmla="*/ 28 h 189"/>
                  <a:gd name="T54" fmla="*/ 38 w 228"/>
                  <a:gd name="T55" fmla="*/ 38 h 189"/>
                  <a:gd name="T56" fmla="*/ 48 w 228"/>
                  <a:gd name="T57" fmla="*/ 38 h 189"/>
                  <a:gd name="T58" fmla="*/ 57 w 228"/>
                  <a:gd name="T59" fmla="*/ 38 h 189"/>
                  <a:gd name="T60" fmla="*/ 76 w 228"/>
                  <a:gd name="T61" fmla="*/ 38 h 189"/>
                  <a:gd name="T62" fmla="*/ 86 w 228"/>
                  <a:gd name="T63" fmla="*/ 38 h 189"/>
                  <a:gd name="T64" fmla="*/ 95 w 228"/>
                  <a:gd name="T65" fmla="*/ 38 h 189"/>
                  <a:gd name="T66" fmla="*/ 95 w 228"/>
                  <a:gd name="T67" fmla="*/ 28 h 189"/>
                  <a:gd name="T68" fmla="*/ 95 w 228"/>
                  <a:gd name="T69" fmla="*/ 19 h 189"/>
                  <a:gd name="T70" fmla="*/ 95 w 228"/>
                  <a:gd name="T71" fmla="*/ 10 h 189"/>
                  <a:gd name="T72" fmla="*/ 133 w 228"/>
                  <a:gd name="T73" fmla="*/ 10 h 189"/>
                  <a:gd name="T74" fmla="*/ 133 w 228"/>
                  <a:gd name="T75" fmla="*/ 19 h 189"/>
                  <a:gd name="T76" fmla="*/ 133 w 228"/>
                  <a:gd name="T77" fmla="*/ 28 h 189"/>
                  <a:gd name="T78" fmla="*/ 133 w 228"/>
                  <a:gd name="T79" fmla="*/ 38 h 189"/>
                  <a:gd name="T80" fmla="*/ 143 w 228"/>
                  <a:gd name="T81" fmla="*/ 38 h 189"/>
                  <a:gd name="T82" fmla="*/ 152 w 228"/>
                  <a:gd name="T83" fmla="*/ 38 h 189"/>
                  <a:gd name="T84" fmla="*/ 171 w 228"/>
                  <a:gd name="T85" fmla="*/ 38 h 189"/>
                  <a:gd name="T86" fmla="*/ 180 w 228"/>
                  <a:gd name="T87" fmla="*/ 38 h 189"/>
                  <a:gd name="T88" fmla="*/ 190 w 228"/>
                  <a:gd name="T89" fmla="*/ 38 h 189"/>
                  <a:gd name="T90" fmla="*/ 190 w 228"/>
                  <a:gd name="T91" fmla="*/ 28 h 189"/>
                  <a:gd name="T92" fmla="*/ 190 w 228"/>
                  <a:gd name="T93" fmla="*/ 19 h 189"/>
                  <a:gd name="T94" fmla="*/ 190 w 228"/>
                  <a:gd name="T95" fmla="*/ 10 h 189"/>
                  <a:gd name="T96" fmla="*/ 218 w 228"/>
                  <a:gd name="T97" fmla="*/ 10 h 189"/>
                  <a:gd name="T98" fmla="*/ 218 w 228"/>
                  <a:gd name="T99" fmla="*/ 18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8" h="189">
                    <a:moveTo>
                      <a:pt x="180" y="0"/>
                    </a:moveTo>
                    <a:lnTo>
                      <a:pt x="180" y="19"/>
                    </a:lnTo>
                    <a:lnTo>
                      <a:pt x="180" y="28"/>
                    </a:lnTo>
                    <a:lnTo>
                      <a:pt x="171" y="28"/>
                    </a:lnTo>
                    <a:lnTo>
                      <a:pt x="152" y="28"/>
                    </a:lnTo>
                    <a:lnTo>
                      <a:pt x="143" y="28"/>
                    </a:lnTo>
                    <a:lnTo>
                      <a:pt x="143" y="19"/>
                    </a:lnTo>
                    <a:lnTo>
                      <a:pt x="143" y="0"/>
                    </a:lnTo>
                    <a:lnTo>
                      <a:pt x="86" y="0"/>
                    </a:lnTo>
                    <a:lnTo>
                      <a:pt x="86" y="19"/>
                    </a:lnTo>
                    <a:lnTo>
                      <a:pt x="86" y="28"/>
                    </a:lnTo>
                    <a:lnTo>
                      <a:pt x="76" y="28"/>
                    </a:lnTo>
                    <a:lnTo>
                      <a:pt x="57" y="28"/>
                    </a:lnTo>
                    <a:lnTo>
                      <a:pt x="48" y="28"/>
                    </a:lnTo>
                    <a:lnTo>
                      <a:pt x="48" y="19"/>
                    </a:lnTo>
                    <a:lnTo>
                      <a:pt x="48" y="0"/>
                    </a:lnTo>
                    <a:lnTo>
                      <a:pt x="0" y="0"/>
                    </a:lnTo>
                    <a:lnTo>
                      <a:pt x="0" y="189"/>
                    </a:lnTo>
                    <a:lnTo>
                      <a:pt x="228" y="189"/>
                    </a:lnTo>
                    <a:lnTo>
                      <a:pt x="228" y="0"/>
                    </a:lnTo>
                    <a:lnTo>
                      <a:pt x="180" y="0"/>
                    </a:lnTo>
                    <a:close/>
                    <a:moveTo>
                      <a:pt x="218" y="180"/>
                    </a:moveTo>
                    <a:lnTo>
                      <a:pt x="10" y="180"/>
                    </a:lnTo>
                    <a:lnTo>
                      <a:pt x="10" y="10"/>
                    </a:lnTo>
                    <a:lnTo>
                      <a:pt x="38" y="10"/>
                    </a:lnTo>
                    <a:lnTo>
                      <a:pt x="38" y="19"/>
                    </a:lnTo>
                    <a:lnTo>
                      <a:pt x="38" y="28"/>
                    </a:lnTo>
                    <a:lnTo>
                      <a:pt x="38" y="38"/>
                    </a:lnTo>
                    <a:lnTo>
                      <a:pt x="48" y="38"/>
                    </a:lnTo>
                    <a:lnTo>
                      <a:pt x="57" y="38"/>
                    </a:lnTo>
                    <a:lnTo>
                      <a:pt x="76" y="38"/>
                    </a:lnTo>
                    <a:lnTo>
                      <a:pt x="86" y="38"/>
                    </a:lnTo>
                    <a:lnTo>
                      <a:pt x="95" y="38"/>
                    </a:lnTo>
                    <a:lnTo>
                      <a:pt x="95" y="28"/>
                    </a:lnTo>
                    <a:lnTo>
                      <a:pt x="95" y="19"/>
                    </a:lnTo>
                    <a:lnTo>
                      <a:pt x="95" y="10"/>
                    </a:lnTo>
                    <a:lnTo>
                      <a:pt x="133" y="10"/>
                    </a:lnTo>
                    <a:lnTo>
                      <a:pt x="133" y="19"/>
                    </a:lnTo>
                    <a:lnTo>
                      <a:pt x="133" y="28"/>
                    </a:lnTo>
                    <a:lnTo>
                      <a:pt x="133" y="38"/>
                    </a:lnTo>
                    <a:lnTo>
                      <a:pt x="143" y="38"/>
                    </a:lnTo>
                    <a:lnTo>
                      <a:pt x="152" y="38"/>
                    </a:lnTo>
                    <a:lnTo>
                      <a:pt x="171" y="38"/>
                    </a:lnTo>
                    <a:lnTo>
                      <a:pt x="180" y="38"/>
                    </a:lnTo>
                    <a:lnTo>
                      <a:pt x="190" y="38"/>
                    </a:lnTo>
                    <a:lnTo>
                      <a:pt x="190" y="28"/>
                    </a:lnTo>
                    <a:lnTo>
                      <a:pt x="190" y="19"/>
                    </a:lnTo>
                    <a:lnTo>
                      <a:pt x="190" y="10"/>
                    </a:lnTo>
                    <a:lnTo>
                      <a:pt x="218" y="10"/>
                    </a:lnTo>
                    <a:lnTo>
                      <a:pt x="218" y="18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41" name="Rectangle 88"/>
              <p:cNvSpPr>
                <a:spLocks noChangeArrowheads="1"/>
              </p:cNvSpPr>
              <p:nvPr/>
            </p:nvSpPr>
            <p:spPr bwMode="auto">
              <a:xfrm>
                <a:off x="1853365" y="3555962"/>
                <a:ext cx="34323" cy="8490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42" name="Freeform 89"/>
              <p:cNvSpPr/>
              <p:nvPr/>
            </p:nvSpPr>
            <p:spPr bwMode="auto">
              <a:xfrm>
                <a:off x="2024976" y="3555962"/>
                <a:ext cx="34323" cy="84903"/>
              </a:xfrm>
              <a:custGeom>
                <a:avLst/>
                <a:gdLst>
                  <a:gd name="T0" fmla="*/ 19 w 19"/>
                  <a:gd name="T1" fmla="*/ 28 h 47"/>
                  <a:gd name="T2" fmla="*/ 19 w 19"/>
                  <a:gd name="T3" fmla="*/ 0 h 47"/>
                  <a:gd name="T4" fmla="*/ 0 w 19"/>
                  <a:gd name="T5" fmla="*/ 0 h 47"/>
                  <a:gd name="T6" fmla="*/ 0 w 19"/>
                  <a:gd name="T7" fmla="*/ 28 h 47"/>
                  <a:gd name="T8" fmla="*/ 0 w 19"/>
                  <a:gd name="T9" fmla="*/ 47 h 47"/>
                  <a:gd name="T10" fmla="*/ 19 w 19"/>
                  <a:gd name="T11" fmla="*/ 47 h 47"/>
                  <a:gd name="T12" fmla="*/ 19 w 19"/>
                  <a:gd name="T13" fmla="*/ 28 h 47"/>
                </a:gdLst>
                <a:ahLst/>
                <a:cxnLst>
                  <a:cxn ang="0">
                    <a:pos x="T0" y="T1"/>
                  </a:cxn>
                  <a:cxn ang="0">
                    <a:pos x="T2" y="T3"/>
                  </a:cxn>
                  <a:cxn ang="0">
                    <a:pos x="T4" y="T5"/>
                  </a:cxn>
                  <a:cxn ang="0">
                    <a:pos x="T6" y="T7"/>
                  </a:cxn>
                  <a:cxn ang="0">
                    <a:pos x="T8" y="T9"/>
                  </a:cxn>
                  <a:cxn ang="0">
                    <a:pos x="T10" y="T11"/>
                  </a:cxn>
                  <a:cxn ang="0">
                    <a:pos x="T12" y="T13"/>
                  </a:cxn>
                </a:cxnLst>
                <a:rect l="0" t="0" r="r" b="b"/>
                <a:pathLst>
                  <a:path w="19" h="47">
                    <a:moveTo>
                      <a:pt x="19" y="28"/>
                    </a:moveTo>
                    <a:lnTo>
                      <a:pt x="19" y="0"/>
                    </a:lnTo>
                    <a:lnTo>
                      <a:pt x="0" y="0"/>
                    </a:lnTo>
                    <a:lnTo>
                      <a:pt x="0" y="28"/>
                    </a:lnTo>
                    <a:lnTo>
                      <a:pt x="0" y="47"/>
                    </a:lnTo>
                    <a:lnTo>
                      <a:pt x="19" y="47"/>
                    </a:lnTo>
                    <a:lnTo>
                      <a:pt x="19" y="2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43" name="Freeform 90"/>
              <p:cNvSpPr>
                <a:spLocks noEditPoints="1"/>
              </p:cNvSpPr>
              <p:nvPr/>
            </p:nvSpPr>
            <p:spPr bwMode="auto">
              <a:xfrm>
                <a:off x="1784720" y="3691444"/>
                <a:ext cx="343223" cy="222192"/>
              </a:xfrm>
              <a:custGeom>
                <a:avLst/>
                <a:gdLst>
                  <a:gd name="T0" fmla="*/ 0 w 190"/>
                  <a:gd name="T1" fmla="*/ 123 h 123"/>
                  <a:gd name="T2" fmla="*/ 190 w 190"/>
                  <a:gd name="T3" fmla="*/ 123 h 123"/>
                  <a:gd name="T4" fmla="*/ 190 w 190"/>
                  <a:gd name="T5" fmla="*/ 0 h 123"/>
                  <a:gd name="T6" fmla="*/ 0 w 190"/>
                  <a:gd name="T7" fmla="*/ 0 h 123"/>
                  <a:gd name="T8" fmla="*/ 0 w 190"/>
                  <a:gd name="T9" fmla="*/ 123 h 123"/>
                  <a:gd name="T10" fmla="*/ 10 w 190"/>
                  <a:gd name="T11" fmla="*/ 10 h 123"/>
                  <a:gd name="T12" fmla="*/ 180 w 190"/>
                  <a:gd name="T13" fmla="*/ 10 h 123"/>
                  <a:gd name="T14" fmla="*/ 180 w 190"/>
                  <a:gd name="T15" fmla="*/ 114 h 123"/>
                  <a:gd name="T16" fmla="*/ 10 w 190"/>
                  <a:gd name="T17" fmla="*/ 114 h 123"/>
                  <a:gd name="T18" fmla="*/ 10 w 190"/>
                  <a:gd name="T1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23">
                    <a:moveTo>
                      <a:pt x="0" y="123"/>
                    </a:moveTo>
                    <a:lnTo>
                      <a:pt x="190" y="123"/>
                    </a:lnTo>
                    <a:lnTo>
                      <a:pt x="190" y="0"/>
                    </a:lnTo>
                    <a:lnTo>
                      <a:pt x="0" y="0"/>
                    </a:lnTo>
                    <a:lnTo>
                      <a:pt x="0" y="123"/>
                    </a:lnTo>
                    <a:close/>
                    <a:moveTo>
                      <a:pt x="10" y="10"/>
                    </a:moveTo>
                    <a:lnTo>
                      <a:pt x="180" y="10"/>
                    </a:lnTo>
                    <a:lnTo>
                      <a:pt x="180" y="114"/>
                    </a:lnTo>
                    <a:lnTo>
                      <a:pt x="10" y="114"/>
                    </a:lnTo>
                    <a:lnTo>
                      <a:pt x="10" y="1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44" name="Freeform 91"/>
              <p:cNvSpPr/>
              <p:nvPr/>
            </p:nvSpPr>
            <p:spPr bwMode="auto">
              <a:xfrm>
                <a:off x="1871429" y="3743831"/>
                <a:ext cx="72257" cy="122838"/>
              </a:xfrm>
              <a:custGeom>
                <a:avLst/>
                <a:gdLst>
                  <a:gd name="T0" fmla="*/ 12 w 17"/>
                  <a:gd name="T1" fmla="*/ 0 h 29"/>
                  <a:gd name="T2" fmla="*/ 8 w 17"/>
                  <a:gd name="T3" fmla="*/ 0 h 29"/>
                  <a:gd name="T4" fmla="*/ 0 w 17"/>
                  <a:gd name="T5" fmla="*/ 7 h 29"/>
                  <a:gd name="T6" fmla="*/ 1 w 17"/>
                  <a:gd name="T7" fmla="*/ 9 h 29"/>
                  <a:gd name="T8" fmla="*/ 1 w 17"/>
                  <a:gd name="T9" fmla="*/ 9 h 29"/>
                  <a:gd name="T10" fmla="*/ 2 w 17"/>
                  <a:gd name="T11" fmla="*/ 10 h 29"/>
                  <a:gd name="T12" fmla="*/ 2 w 17"/>
                  <a:gd name="T13" fmla="*/ 10 h 29"/>
                  <a:gd name="T14" fmla="*/ 3 w 17"/>
                  <a:gd name="T15" fmla="*/ 9 h 29"/>
                  <a:gd name="T16" fmla="*/ 8 w 17"/>
                  <a:gd name="T17" fmla="*/ 5 h 29"/>
                  <a:gd name="T18" fmla="*/ 8 w 17"/>
                  <a:gd name="T19" fmla="*/ 7 h 29"/>
                  <a:gd name="T20" fmla="*/ 8 w 17"/>
                  <a:gd name="T21" fmla="*/ 25 h 29"/>
                  <a:gd name="T22" fmla="*/ 2 w 17"/>
                  <a:gd name="T23" fmla="*/ 25 h 29"/>
                  <a:gd name="T24" fmla="*/ 2 w 17"/>
                  <a:gd name="T25" fmla="*/ 29 h 29"/>
                  <a:gd name="T26" fmla="*/ 17 w 17"/>
                  <a:gd name="T27" fmla="*/ 29 h 29"/>
                  <a:gd name="T28" fmla="*/ 17 w 17"/>
                  <a:gd name="T29" fmla="*/ 25 h 29"/>
                  <a:gd name="T30" fmla="*/ 12 w 17"/>
                  <a:gd name="T31" fmla="*/ 25 h 29"/>
                  <a:gd name="T32" fmla="*/ 12 w 17"/>
                  <a:gd name="T33"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29">
                    <a:moveTo>
                      <a:pt x="12" y="0"/>
                    </a:moveTo>
                    <a:cubicBezTo>
                      <a:pt x="8" y="0"/>
                      <a:pt x="8" y="0"/>
                      <a:pt x="8" y="0"/>
                    </a:cubicBezTo>
                    <a:cubicBezTo>
                      <a:pt x="0" y="7"/>
                      <a:pt x="0" y="7"/>
                      <a:pt x="0" y="7"/>
                    </a:cubicBezTo>
                    <a:cubicBezTo>
                      <a:pt x="1" y="9"/>
                      <a:pt x="1" y="9"/>
                      <a:pt x="1" y="9"/>
                    </a:cubicBezTo>
                    <a:cubicBezTo>
                      <a:pt x="1" y="9"/>
                      <a:pt x="1" y="9"/>
                      <a:pt x="1" y="9"/>
                    </a:cubicBezTo>
                    <a:cubicBezTo>
                      <a:pt x="2" y="9"/>
                      <a:pt x="2" y="9"/>
                      <a:pt x="2" y="10"/>
                    </a:cubicBezTo>
                    <a:cubicBezTo>
                      <a:pt x="2" y="10"/>
                      <a:pt x="2" y="10"/>
                      <a:pt x="2" y="10"/>
                    </a:cubicBezTo>
                    <a:cubicBezTo>
                      <a:pt x="3" y="9"/>
                      <a:pt x="3" y="9"/>
                      <a:pt x="3" y="9"/>
                    </a:cubicBezTo>
                    <a:cubicBezTo>
                      <a:pt x="8" y="5"/>
                      <a:pt x="8" y="5"/>
                      <a:pt x="8" y="5"/>
                    </a:cubicBezTo>
                    <a:cubicBezTo>
                      <a:pt x="8" y="6"/>
                      <a:pt x="8" y="7"/>
                      <a:pt x="8" y="7"/>
                    </a:cubicBezTo>
                    <a:cubicBezTo>
                      <a:pt x="8" y="25"/>
                      <a:pt x="8" y="25"/>
                      <a:pt x="8" y="25"/>
                    </a:cubicBezTo>
                    <a:cubicBezTo>
                      <a:pt x="2" y="25"/>
                      <a:pt x="2" y="25"/>
                      <a:pt x="2" y="25"/>
                    </a:cubicBezTo>
                    <a:cubicBezTo>
                      <a:pt x="2" y="29"/>
                      <a:pt x="2" y="29"/>
                      <a:pt x="2" y="29"/>
                    </a:cubicBezTo>
                    <a:cubicBezTo>
                      <a:pt x="17" y="29"/>
                      <a:pt x="17" y="29"/>
                      <a:pt x="17" y="29"/>
                    </a:cubicBezTo>
                    <a:cubicBezTo>
                      <a:pt x="17" y="25"/>
                      <a:pt x="17" y="25"/>
                      <a:pt x="17" y="25"/>
                    </a:cubicBezTo>
                    <a:cubicBezTo>
                      <a:pt x="12" y="25"/>
                      <a:pt x="12" y="25"/>
                      <a:pt x="12" y="25"/>
                    </a:cubicBezTo>
                    <a:lnTo>
                      <a:pt x="12"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45" name="Freeform 92"/>
              <p:cNvSpPr/>
              <p:nvPr/>
            </p:nvSpPr>
            <p:spPr bwMode="auto">
              <a:xfrm>
                <a:off x="1965364" y="3743831"/>
                <a:ext cx="84903" cy="122838"/>
              </a:xfrm>
              <a:custGeom>
                <a:avLst/>
                <a:gdLst>
                  <a:gd name="T0" fmla="*/ 0 w 20"/>
                  <a:gd name="T1" fmla="*/ 3 h 29"/>
                  <a:gd name="T2" fmla="*/ 0 w 20"/>
                  <a:gd name="T3" fmla="*/ 3 h 29"/>
                  <a:gd name="T4" fmla="*/ 1 w 20"/>
                  <a:gd name="T5" fmla="*/ 4 h 29"/>
                  <a:gd name="T6" fmla="*/ 15 w 20"/>
                  <a:gd name="T7" fmla="*/ 4 h 29"/>
                  <a:gd name="T8" fmla="*/ 15 w 20"/>
                  <a:gd name="T9" fmla="*/ 5 h 29"/>
                  <a:gd name="T10" fmla="*/ 14 w 20"/>
                  <a:gd name="T11" fmla="*/ 6 h 29"/>
                  <a:gd name="T12" fmla="*/ 2 w 20"/>
                  <a:gd name="T13" fmla="*/ 29 h 29"/>
                  <a:gd name="T14" fmla="*/ 6 w 20"/>
                  <a:gd name="T15" fmla="*/ 29 h 29"/>
                  <a:gd name="T16" fmla="*/ 7 w 20"/>
                  <a:gd name="T17" fmla="*/ 28 h 29"/>
                  <a:gd name="T18" fmla="*/ 8 w 20"/>
                  <a:gd name="T19" fmla="*/ 27 h 29"/>
                  <a:gd name="T20" fmla="*/ 19 w 20"/>
                  <a:gd name="T21" fmla="*/ 4 h 29"/>
                  <a:gd name="T22" fmla="*/ 20 w 20"/>
                  <a:gd name="T23" fmla="*/ 3 h 29"/>
                  <a:gd name="T24" fmla="*/ 20 w 20"/>
                  <a:gd name="T25" fmla="*/ 2 h 29"/>
                  <a:gd name="T26" fmla="*/ 20 w 20"/>
                  <a:gd name="T27" fmla="*/ 0 h 29"/>
                  <a:gd name="T28" fmla="*/ 0 w 20"/>
                  <a:gd name="T29" fmla="*/ 0 h 29"/>
                  <a:gd name="T30" fmla="*/ 0 w 20"/>
                  <a:gd name="T31" fmla="*/ 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29">
                    <a:moveTo>
                      <a:pt x="0" y="3"/>
                    </a:moveTo>
                    <a:cubicBezTo>
                      <a:pt x="0" y="3"/>
                      <a:pt x="0" y="3"/>
                      <a:pt x="0" y="3"/>
                    </a:cubicBezTo>
                    <a:cubicBezTo>
                      <a:pt x="1" y="4"/>
                      <a:pt x="1" y="4"/>
                      <a:pt x="1" y="4"/>
                    </a:cubicBezTo>
                    <a:cubicBezTo>
                      <a:pt x="15" y="4"/>
                      <a:pt x="15" y="4"/>
                      <a:pt x="15" y="4"/>
                    </a:cubicBezTo>
                    <a:cubicBezTo>
                      <a:pt x="15" y="4"/>
                      <a:pt x="15" y="4"/>
                      <a:pt x="15" y="5"/>
                    </a:cubicBezTo>
                    <a:cubicBezTo>
                      <a:pt x="14" y="5"/>
                      <a:pt x="14" y="5"/>
                      <a:pt x="14" y="6"/>
                    </a:cubicBezTo>
                    <a:cubicBezTo>
                      <a:pt x="2" y="29"/>
                      <a:pt x="2" y="29"/>
                      <a:pt x="2" y="29"/>
                    </a:cubicBezTo>
                    <a:cubicBezTo>
                      <a:pt x="6" y="29"/>
                      <a:pt x="6" y="29"/>
                      <a:pt x="6" y="29"/>
                    </a:cubicBezTo>
                    <a:cubicBezTo>
                      <a:pt x="6" y="29"/>
                      <a:pt x="7" y="28"/>
                      <a:pt x="7" y="28"/>
                    </a:cubicBezTo>
                    <a:cubicBezTo>
                      <a:pt x="7" y="28"/>
                      <a:pt x="8" y="28"/>
                      <a:pt x="8" y="27"/>
                    </a:cubicBezTo>
                    <a:cubicBezTo>
                      <a:pt x="19" y="4"/>
                      <a:pt x="19" y="4"/>
                      <a:pt x="19" y="4"/>
                    </a:cubicBezTo>
                    <a:cubicBezTo>
                      <a:pt x="19" y="4"/>
                      <a:pt x="19" y="3"/>
                      <a:pt x="20" y="3"/>
                    </a:cubicBezTo>
                    <a:cubicBezTo>
                      <a:pt x="20" y="3"/>
                      <a:pt x="20" y="2"/>
                      <a:pt x="20" y="2"/>
                    </a:cubicBezTo>
                    <a:cubicBezTo>
                      <a:pt x="20" y="0"/>
                      <a:pt x="20" y="0"/>
                      <a:pt x="20" y="0"/>
                    </a:cubicBezTo>
                    <a:cubicBezTo>
                      <a:pt x="0" y="0"/>
                      <a:pt x="0" y="0"/>
                      <a:pt x="0" y="0"/>
                    </a:cubicBezTo>
                    <a:lnTo>
                      <a:pt x="0" y="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46" name="组合 145"/>
            <p:cNvGrpSpPr/>
            <p:nvPr/>
          </p:nvGrpSpPr>
          <p:grpSpPr>
            <a:xfrm>
              <a:off x="5371" y="6738"/>
              <a:ext cx="674" cy="430"/>
              <a:chOff x="3410513" y="3624606"/>
              <a:chExt cx="428126" cy="272772"/>
            </a:xfrm>
            <a:grpFill/>
          </p:grpSpPr>
          <p:sp>
            <p:nvSpPr>
              <p:cNvPr id="147" name="Freeform 94"/>
              <p:cNvSpPr>
                <a:spLocks noEditPoints="1"/>
              </p:cNvSpPr>
              <p:nvPr/>
            </p:nvSpPr>
            <p:spPr bwMode="auto">
              <a:xfrm>
                <a:off x="3461093" y="3675186"/>
                <a:ext cx="68645" cy="171612"/>
              </a:xfrm>
              <a:custGeom>
                <a:avLst/>
                <a:gdLst>
                  <a:gd name="T0" fmla="*/ 0 w 38"/>
                  <a:gd name="T1" fmla="*/ 95 h 95"/>
                  <a:gd name="T2" fmla="*/ 38 w 38"/>
                  <a:gd name="T3" fmla="*/ 95 h 95"/>
                  <a:gd name="T4" fmla="*/ 38 w 38"/>
                  <a:gd name="T5" fmla="*/ 0 h 95"/>
                  <a:gd name="T6" fmla="*/ 0 w 38"/>
                  <a:gd name="T7" fmla="*/ 0 h 95"/>
                  <a:gd name="T8" fmla="*/ 0 w 38"/>
                  <a:gd name="T9" fmla="*/ 95 h 95"/>
                  <a:gd name="T10" fmla="*/ 10 w 38"/>
                  <a:gd name="T11" fmla="*/ 9 h 95"/>
                  <a:gd name="T12" fmla="*/ 29 w 38"/>
                  <a:gd name="T13" fmla="*/ 9 h 95"/>
                  <a:gd name="T14" fmla="*/ 29 w 38"/>
                  <a:gd name="T15" fmla="*/ 85 h 95"/>
                  <a:gd name="T16" fmla="*/ 10 w 38"/>
                  <a:gd name="T17" fmla="*/ 85 h 95"/>
                  <a:gd name="T18" fmla="*/ 10 w 38"/>
                  <a:gd name="T19" fmla="*/ 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95">
                    <a:moveTo>
                      <a:pt x="0" y="95"/>
                    </a:moveTo>
                    <a:lnTo>
                      <a:pt x="38" y="95"/>
                    </a:lnTo>
                    <a:lnTo>
                      <a:pt x="38" y="0"/>
                    </a:lnTo>
                    <a:lnTo>
                      <a:pt x="0" y="0"/>
                    </a:lnTo>
                    <a:lnTo>
                      <a:pt x="0" y="95"/>
                    </a:lnTo>
                    <a:close/>
                    <a:moveTo>
                      <a:pt x="10" y="9"/>
                    </a:moveTo>
                    <a:lnTo>
                      <a:pt x="29" y="9"/>
                    </a:lnTo>
                    <a:lnTo>
                      <a:pt x="29" y="85"/>
                    </a:lnTo>
                    <a:lnTo>
                      <a:pt x="10" y="85"/>
                    </a:lnTo>
                    <a:lnTo>
                      <a:pt x="10" y="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48" name="Freeform 95"/>
              <p:cNvSpPr>
                <a:spLocks noEditPoints="1"/>
              </p:cNvSpPr>
              <p:nvPr/>
            </p:nvSpPr>
            <p:spPr bwMode="auto">
              <a:xfrm>
                <a:off x="3564059" y="3675186"/>
                <a:ext cx="68645" cy="171612"/>
              </a:xfrm>
              <a:custGeom>
                <a:avLst/>
                <a:gdLst>
                  <a:gd name="T0" fmla="*/ 0 w 38"/>
                  <a:gd name="T1" fmla="*/ 95 h 95"/>
                  <a:gd name="T2" fmla="*/ 38 w 38"/>
                  <a:gd name="T3" fmla="*/ 95 h 95"/>
                  <a:gd name="T4" fmla="*/ 38 w 38"/>
                  <a:gd name="T5" fmla="*/ 0 h 95"/>
                  <a:gd name="T6" fmla="*/ 0 w 38"/>
                  <a:gd name="T7" fmla="*/ 0 h 95"/>
                  <a:gd name="T8" fmla="*/ 0 w 38"/>
                  <a:gd name="T9" fmla="*/ 95 h 95"/>
                  <a:gd name="T10" fmla="*/ 10 w 38"/>
                  <a:gd name="T11" fmla="*/ 9 h 95"/>
                  <a:gd name="T12" fmla="*/ 29 w 38"/>
                  <a:gd name="T13" fmla="*/ 9 h 95"/>
                  <a:gd name="T14" fmla="*/ 29 w 38"/>
                  <a:gd name="T15" fmla="*/ 85 h 95"/>
                  <a:gd name="T16" fmla="*/ 10 w 38"/>
                  <a:gd name="T17" fmla="*/ 85 h 95"/>
                  <a:gd name="T18" fmla="*/ 10 w 38"/>
                  <a:gd name="T19" fmla="*/ 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95">
                    <a:moveTo>
                      <a:pt x="0" y="95"/>
                    </a:moveTo>
                    <a:lnTo>
                      <a:pt x="38" y="95"/>
                    </a:lnTo>
                    <a:lnTo>
                      <a:pt x="38" y="0"/>
                    </a:lnTo>
                    <a:lnTo>
                      <a:pt x="0" y="0"/>
                    </a:lnTo>
                    <a:lnTo>
                      <a:pt x="0" y="95"/>
                    </a:lnTo>
                    <a:close/>
                    <a:moveTo>
                      <a:pt x="10" y="9"/>
                    </a:moveTo>
                    <a:lnTo>
                      <a:pt x="29" y="9"/>
                    </a:lnTo>
                    <a:lnTo>
                      <a:pt x="29" y="85"/>
                    </a:lnTo>
                    <a:lnTo>
                      <a:pt x="10" y="85"/>
                    </a:lnTo>
                    <a:lnTo>
                      <a:pt x="10" y="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49" name="Freeform 96"/>
              <p:cNvSpPr>
                <a:spLocks noEditPoints="1"/>
              </p:cNvSpPr>
              <p:nvPr/>
            </p:nvSpPr>
            <p:spPr bwMode="auto">
              <a:xfrm>
                <a:off x="3410513" y="3624606"/>
                <a:ext cx="428126" cy="272772"/>
              </a:xfrm>
              <a:custGeom>
                <a:avLst/>
                <a:gdLst>
                  <a:gd name="T0" fmla="*/ 237 w 237"/>
                  <a:gd name="T1" fmla="*/ 37 h 151"/>
                  <a:gd name="T2" fmla="*/ 208 w 237"/>
                  <a:gd name="T3" fmla="*/ 37 h 151"/>
                  <a:gd name="T4" fmla="*/ 208 w 237"/>
                  <a:gd name="T5" fmla="*/ 0 h 151"/>
                  <a:gd name="T6" fmla="*/ 0 w 237"/>
                  <a:gd name="T7" fmla="*/ 0 h 151"/>
                  <a:gd name="T8" fmla="*/ 0 w 237"/>
                  <a:gd name="T9" fmla="*/ 151 h 151"/>
                  <a:gd name="T10" fmla="*/ 208 w 237"/>
                  <a:gd name="T11" fmla="*/ 151 h 151"/>
                  <a:gd name="T12" fmla="*/ 208 w 237"/>
                  <a:gd name="T13" fmla="*/ 113 h 151"/>
                  <a:gd name="T14" fmla="*/ 237 w 237"/>
                  <a:gd name="T15" fmla="*/ 113 h 151"/>
                  <a:gd name="T16" fmla="*/ 237 w 237"/>
                  <a:gd name="T17" fmla="*/ 37 h 151"/>
                  <a:gd name="T18" fmla="*/ 199 w 237"/>
                  <a:gd name="T19" fmla="*/ 141 h 151"/>
                  <a:gd name="T20" fmla="*/ 9 w 237"/>
                  <a:gd name="T21" fmla="*/ 141 h 151"/>
                  <a:gd name="T22" fmla="*/ 9 w 237"/>
                  <a:gd name="T23" fmla="*/ 9 h 151"/>
                  <a:gd name="T24" fmla="*/ 199 w 237"/>
                  <a:gd name="T25" fmla="*/ 9 h 151"/>
                  <a:gd name="T26" fmla="*/ 199 w 237"/>
                  <a:gd name="T27" fmla="*/ 37 h 151"/>
                  <a:gd name="T28" fmla="*/ 199 w 237"/>
                  <a:gd name="T29" fmla="*/ 113 h 151"/>
                  <a:gd name="T30" fmla="*/ 199 w 237"/>
                  <a:gd name="T31" fmla="*/ 141 h 151"/>
                  <a:gd name="T32" fmla="*/ 227 w 237"/>
                  <a:gd name="T33" fmla="*/ 104 h 151"/>
                  <a:gd name="T34" fmla="*/ 208 w 237"/>
                  <a:gd name="T35" fmla="*/ 104 h 151"/>
                  <a:gd name="T36" fmla="*/ 208 w 237"/>
                  <a:gd name="T37" fmla="*/ 47 h 151"/>
                  <a:gd name="T38" fmla="*/ 227 w 237"/>
                  <a:gd name="T39" fmla="*/ 47 h 151"/>
                  <a:gd name="T40" fmla="*/ 227 w 237"/>
                  <a:gd name="T41" fmla="*/ 10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7" h="151">
                    <a:moveTo>
                      <a:pt x="237" y="37"/>
                    </a:moveTo>
                    <a:lnTo>
                      <a:pt x="208" y="37"/>
                    </a:lnTo>
                    <a:lnTo>
                      <a:pt x="208" y="0"/>
                    </a:lnTo>
                    <a:lnTo>
                      <a:pt x="0" y="0"/>
                    </a:lnTo>
                    <a:lnTo>
                      <a:pt x="0" y="151"/>
                    </a:lnTo>
                    <a:lnTo>
                      <a:pt x="208" y="151"/>
                    </a:lnTo>
                    <a:lnTo>
                      <a:pt x="208" y="113"/>
                    </a:lnTo>
                    <a:lnTo>
                      <a:pt x="237" y="113"/>
                    </a:lnTo>
                    <a:lnTo>
                      <a:pt x="237" y="37"/>
                    </a:lnTo>
                    <a:close/>
                    <a:moveTo>
                      <a:pt x="199" y="141"/>
                    </a:moveTo>
                    <a:lnTo>
                      <a:pt x="9" y="141"/>
                    </a:lnTo>
                    <a:lnTo>
                      <a:pt x="9" y="9"/>
                    </a:lnTo>
                    <a:lnTo>
                      <a:pt x="199" y="9"/>
                    </a:lnTo>
                    <a:lnTo>
                      <a:pt x="199" y="37"/>
                    </a:lnTo>
                    <a:lnTo>
                      <a:pt x="199" y="113"/>
                    </a:lnTo>
                    <a:lnTo>
                      <a:pt x="199" y="141"/>
                    </a:lnTo>
                    <a:close/>
                    <a:moveTo>
                      <a:pt x="227" y="104"/>
                    </a:moveTo>
                    <a:lnTo>
                      <a:pt x="208" y="104"/>
                    </a:lnTo>
                    <a:lnTo>
                      <a:pt x="208" y="47"/>
                    </a:lnTo>
                    <a:lnTo>
                      <a:pt x="227" y="47"/>
                    </a:lnTo>
                    <a:lnTo>
                      <a:pt x="227" y="10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50" name="组合 149"/>
            <p:cNvGrpSpPr/>
            <p:nvPr/>
          </p:nvGrpSpPr>
          <p:grpSpPr>
            <a:xfrm>
              <a:off x="6691" y="6630"/>
              <a:ext cx="538" cy="617"/>
              <a:chOff x="4248699" y="3555962"/>
              <a:chExt cx="341417" cy="391997"/>
            </a:xfrm>
            <a:grpFill/>
          </p:grpSpPr>
          <p:sp>
            <p:nvSpPr>
              <p:cNvPr id="151" name="Freeform 97"/>
              <p:cNvSpPr>
                <a:spLocks noEditPoints="1"/>
              </p:cNvSpPr>
              <p:nvPr/>
            </p:nvSpPr>
            <p:spPr bwMode="auto">
              <a:xfrm>
                <a:off x="4248699" y="3812476"/>
                <a:ext cx="341417" cy="135483"/>
              </a:xfrm>
              <a:custGeom>
                <a:avLst/>
                <a:gdLst>
                  <a:gd name="T0" fmla="*/ 40 w 80"/>
                  <a:gd name="T1" fmla="*/ 0 h 32"/>
                  <a:gd name="T2" fmla="*/ 0 w 80"/>
                  <a:gd name="T3" fmla="*/ 32 h 32"/>
                  <a:gd name="T4" fmla="*/ 40 w 80"/>
                  <a:gd name="T5" fmla="*/ 32 h 32"/>
                  <a:gd name="T6" fmla="*/ 80 w 80"/>
                  <a:gd name="T7" fmla="*/ 32 h 32"/>
                  <a:gd name="T8" fmla="*/ 40 w 80"/>
                  <a:gd name="T9" fmla="*/ 0 h 32"/>
                  <a:gd name="T10" fmla="*/ 4 w 80"/>
                  <a:gd name="T11" fmla="*/ 28 h 32"/>
                  <a:gd name="T12" fmla="*/ 40 w 80"/>
                  <a:gd name="T13" fmla="*/ 4 h 32"/>
                  <a:gd name="T14" fmla="*/ 76 w 80"/>
                  <a:gd name="T15" fmla="*/ 28 h 32"/>
                  <a:gd name="T16" fmla="*/ 40 w 80"/>
                  <a:gd name="T17" fmla="*/ 28 h 32"/>
                  <a:gd name="T18" fmla="*/ 4 w 80"/>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32">
                    <a:moveTo>
                      <a:pt x="40" y="0"/>
                    </a:moveTo>
                    <a:cubicBezTo>
                      <a:pt x="8" y="0"/>
                      <a:pt x="0" y="18"/>
                      <a:pt x="0" y="32"/>
                    </a:cubicBezTo>
                    <a:cubicBezTo>
                      <a:pt x="40" y="32"/>
                      <a:pt x="40" y="32"/>
                      <a:pt x="40" y="32"/>
                    </a:cubicBezTo>
                    <a:cubicBezTo>
                      <a:pt x="80" y="32"/>
                      <a:pt x="80" y="32"/>
                      <a:pt x="80" y="32"/>
                    </a:cubicBezTo>
                    <a:cubicBezTo>
                      <a:pt x="80" y="18"/>
                      <a:pt x="72" y="0"/>
                      <a:pt x="40" y="0"/>
                    </a:cubicBezTo>
                    <a:close/>
                    <a:moveTo>
                      <a:pt x="4" y="28"/>
                    </a:moveTo>
                    <a:cubicBezTo>
                      <a:pt x="6" y="19"/>
                      <a:pt x="12" y="4"/>
                      <a:pt x="40" y="4"/>
                    </a:cubicBezTo>
                    <a:cubicBezTo>
                      <a:pt x="68" y="4"/>
                      <a:pt x="75" y="19"/>
                      <a:pt x="76" y="28"/>
                    </a:cubicBezTo>
                    <a:cubicBezTo>
                      <a:pt x="40" y="28"/>
                      <a:pt x="40" y="28"/>
                      <a:pt x="40" y="28"/>
                    </a:cubicBezTo>
                    <a:lnTo>
                      <a:pt x="4" y="2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52" name="Freeform 98"/>
              <p:cNvSpPr>
                <a:spLocks noEditPoints="1"/>
              </p:cNvSpPr>
              <p:nvPr/>
            </p:nvSpPr>
            <p:spPr bwMode="auto">
              <a:xfrm>
                <a:off x="4324570" y="3555962"/>
                <a:ext cx="189676" cy="222192"/>
              </a:xfrm>
              <a:custGeom>
                <a:avLst/>
                <a:gdLst>
                  <a:gd name="T0" fmla="*/ 22 w 44"/>
                  <a:gd name="T1" fmla="*/ 52 h 52"/>
                  <a:gd name="T2" fmla="*/ 44 w 44"/>
                  <a:gd name="T3" fmla="*/ 22 h 52"/>
                  <a:gd name="T4" fmla="*/ 22 w 44"/>
                  <a:gd name="T5" fmla="*/ 0 h 52"/>
                  <a:gd name="T6" fmla="*/ 0 w 44"/>
                  <a:gd name="T7" fmla="*/ 22 h 52"/>
                  <a:gd name="T8" fmla="*/ 22 w 44"/>
                  <a:gd name="T9" fmla="*/ 52 h 52"/>
                  <a:gd name="T10" fmla="*/ 22 w 44"/>
                  <a:gd name="T11" fmla="*/ 4 h 52"/>
                  <a:gd name="T12" fmla="*/ 40 w 44"/>
                  <a:gd name="T13" fmla="*/ 22 h 52"/>
                  <a:gd name="T14" fmla="*/ 22 w 44"/>
                  <a:gd name="T15" fmla="*/ 48 h 52"/>
                  <a:gd name="T16" fmla="*/ 4 w 44"/>
                  <a:gd name="T17" fmla="*/ 22 h 52"/>
                  <a:gd name="T18" fmla="*/ 22 w 44"/>
                  <a:gd name="T19" fmla="*/ 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2">
                    <a:moveTo>
                      <a:pt x="22" y="52"/>
                    </a:moveTo>
                    <a:cubicBezTo>
                      <a:pt x="34" y="52"/>
                      <a:pt x="44" y="36"/>
                      <a:pt x="44" y="22"/>
                    </a:cubicBezTo>
                    <a:cubicBezTo>
                      <a:pt x="44" y="8"/>
                      <a:pt x="34" y="0"/>
                      <a:pt x="22" y="0"/>
                    </a:cubicBezTo>
                    <a:cubicBezTo>
                      <a:pt x="10" y="0"/>
                      <a:pt x="0" y="8"/>
                      <a:pt x="0" y="22"/>
                    </a:cubicBezTo>
                    <a:cubicBezTo>
                      <a:pt x="0" y="36"/>
                      <a:pt x="10" y="52"/>
                      <a:pt x="22" y="52"/>
                    </a:cubicBezTo>
                    <a:close/>
                    <a:moveTo>
                      <a:pt x="22" y="4"/>
                    </a:moveTo>
                    <a:cubicBezTo>
                      <a:pt x="31" y="4"/>
                      <a:pt x="40" y="9"/>
                      <a:pt x="40" y="22"/>
                    </a:cubicBezTo>
                    <a:cubicBezTo>
                      <a:pt x="40" y="35"/>
                      <a:pt x="31" y="48"/>
                      <a:pt x="22" y="48"/>
                    </a:cubicBezTo>
                    <a:cubicBezTo>
                      <a:pt x="13" y="48"/>
                      <a:pt x="4" y="35"/>
                      <a:pt x="4" y="22"/>
                    </a:cubicBezTo>
                    <a:cubicBezTo>
                      <a:pt x="4" y="9"/>
                      <a:pt x="13" y="4"/>
                      <a:pt x="22" y="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53" name="组合 152"/>
            <p:cNvGrpSpPr/>
            <p:nvPr/>
          </p:nvGrpSpPr>
          <p:grpSpPr>
            <a:xfrm>
              <a:off x="7928" y="6684"/>
              <a:ext cx="649" cy="592"/>
              <a:chOff x="5034499" y="3590283"/>
              <a:chExt cx="411868" cy="375740"/>
            </a:xfrm>
            <a:grpFill/>
          </p:grpSpPr>
          <p:sp>
            <p:nvSpPr>
              <p:cNvPr id="154" name="Freeform 99"/>
              <p:cNvSpPr>
                <a:spLocks noEditPoints="1"/>
              </p:cNvSpPr>
              <p:nvPr/>
            </p:nvSpPr>
            <p:spPr bwMode="auto">
              <a:xfrm>
                <a:off x="5034499" y="3590283"/>
                <a:ext cx="411868" cy="272772"/>
              </a:xfrm>
              <a:custGeom>
                <a:avLst/>
                <a:gdLst>
                  <a:gd name="T0" fmla="*/ 41 w 228"/>
                  <a:gd name="T1" fmla="*/ 37 h 151"/>
                  <a:gd name="T2" fmla="*/ 31 w 228"/>
                  <a:gd name="T3" fmla="*/ 9 h 151"/>
                  <a:gd name="T4" fmla="*/ 57 w 228"/>
                  <a:gd name="T5" fmla="*/ 9 h 151"/>
                  <a:gd name="T6" fmla="*/ 57 w 228"/>
                  <a:gd name="T7" fmla="*/ 0 h 151"/>
                  <a:gd name="T8" fmla="*/ 26 w 228"/>
                  <a:gd name="T9" fmla="*/ 0 h 151"/>
                  <a:gd name="T10" fmla="*/ 0 w 228"/>
                  <a:gd name="T11" fmla="*/ 0 h 151"/>
                  <a:gd name="T12" fmla="*/ 0 w 228"/>
                  <a:gd name="T13" fmla="*/ 9 h 151"/>
                  <a:gd name="T14" fmla="*/ 19 w 228"/>
                  <a:gd name="T15" fmla="*/ 9 h 151"/>
                  <a:gd name="T16" fmla="*/ 29 w 228"/>
                  <a:gd name="T17" fmla="*/ 37 h 151"/>
                  <a:gd name="T18" fmla="*/ 38 w 228"/>
                  <a:gd name="T19" fmla="*/ 66 h 151"/>
                  <a:gd name="T20" fmla="*/ 67 w 228"/>
                  <a:gd name="T21" fmla="*/ 151 h 151"/>
                  <a:gd name="T22" fmla="*/ 190 w 228"/>
                  <a:gd name="T23" fmla="*/ 151 h 151"/>
                  <a:gd name="T24" fmla="*/ 228 w 228"/>
                  <a:gd name="T25" fmla="*/ 37 h 151"/>
                  <a:gd name="T26" fmla="*/ 41 w 228"/>
                  <a:gd name="T27" fmla="*/ 37 h 151"/>
                  <a:gd name="T28" fmla="*/ 183 w 228"/>
                  <a:gd name="T29" fmla="*/ 142 h 151"/>
                  <a:gd name="T30" fmla="*/ 74 w 228"/>
                  <a:gd name="T31" fmla="*/ 142 h 151"/>
                  <a:gd name="T32" fmla="*/ 48 w 228"/>
                  <a:gd name="T33" fmla="*/ 66 h 151"/>
                  <a:gd name="T34" fmla="*/ 50 w 228"/>
                  <a:gd name="T35" fmla="*/ 66 h 151"/>
                  <a:gd name="T36" fmla="*/ 43 w 228"/>
                  <a:gd name="T37" fmla="*/ 47 h 151"/>
                  <a:gd name="T38" fmla="*/ 213 w 228"/>
                  <a:gd name="T39" fmla="*/ 47 h 151"/>
                  <a:gd name="T40" fmla="*/ 183 w 228"/>
                  <a:gd name="T41" fmla="*/ 142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151">
                    <a:moveTo>
                      <a:pt x="41" y="37"/>
                    </a:moveTo>
                    <a:lnTo>
                      <a:pt x="31" y="9"/>
                    </a:lnTo>
                    <a:lnTo>
                      <a:pt x="57" y="9"/>
                    </a:lnTo>
                    <a:lnTo>
                      <a:pt x="57" y="0"/>
                    </a:lnTo>
                    <a:lnTo>
                      <a:pt x="26" y="0"/>
                    </a:lnTo>
                    <a:lnTo>
                      <a:pt x="0" y="0"/>
                    </a:lnTo>
                    <a:lnTo>
                      <a:pt x="0" y="9"/>
                    </a:lnTo>
                    <a:lnTo>
                      <a:pt x="19" y="9"/>
                    </a:lnTo>
                    <a:lnTo>
                      <a:pt x="29" y="37"/>
                    </a:lnTo>
                    <a:lnTo>
                      <a:pt x="38" y="66"/>
                    </a:lnTo>
                    <a:lnTo>
                      <a:pt x="67" y="151"/>
                    </a:lnTo>
                    <a:lnTo>
                      <a:pt x="190" y="151"/>
                    </a:lnTo>
                    <a:lnTo>
                      <a:pt x="228" y="37"/>
                    </a:lnTo>
                    <a:lnTo>
                      <a:pt x="41" y="37"/>
                    </a:lnTo>
                    <a:close/>
                    <a:moveTo>
                      <a:pt x="183" y="142"/>
                    </a:moveTo>
                    <a:lnTo>
                      <a:pt x="74" y="142"/>
                    </a:lnTo>
                    <a:lnTo>
                      <a:pt x="48" y="66"/>
                    </a:lnTo>
                    <a:lnTo>
                      <a:pt x="50" y="66"/>
                    </a:lnTo>
                    <a:lnTo>
                      <a:pt x="43" y="47"/>
                    </a:lnTo>
                    <a:lnTo>
                      <a:pt x="213" y="47"/>
                    </a:lnTo>
                    <a:lnTo>
                      <a:pt x="183" y="142"/>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55" name="Oval 100"/>
              <p:cNvSpPr>
                <a:spLocks noChangeArrowheads="1"/>
              </p:cNvSpPr>
              <p:nvPr/>
            </p:nvSpPr>
            <p:spPr bwMode="auto">
              <a:xfrm>
                <a:off x="5155531" y="3897378"/>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56" name="Oval 101"/>
              <p:cNvSpPr>
                <a:spLocks noChangeArrowheads="1"/>
              </p:cNvSpPr>
              <p:nvPr/>
            </p:nvSpPr>
            <p:spPr bwMode="auto">
              <a:xfrm>
                <a:off x="5309077" y="3897378"/>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57" name="组合 156"/>
            <p:cNvGrpSpPr/>
            <p:nvPr/>
          </p:nvGrpSpPr>
          <p:grpSpPr>
            <a:xfrm>
              <a:off x="9223" y="6630"/>
              <a:ext cx="646" cy="646"/>
              <a:chOff x="5856428" y="3555962"/>
              <a:chExt cx="410061" cy="410060"/>
            </a:xfrm>
            <a:grpFill/>
          </p:grpSpPr>
          <p:sp>
            <p:nvSpPr>
              <p:cNvPr id="158" name="Freeform 102"/>
              <p:cNvSpPr/>
              <p:nvPr/>
            </p:nvSpPr>
            <p:spPr bwMode="auto">
              <a:xfrm>
                <a:off x="6035265" y="3734798"/>
                <a:ext cx="231224" cy="231224"/>
              </a:xfrm>
              <a:custGeom>
                <a:avLst/>
                <a:gdLst>
                  <a:gd name="T0" fmla="*/ 69 w 128"/>
                  <a:gd name="T1" fmla="*/ 0 h 128"/>
                  <a:gd name="T2" fmla="*/ 64 w 128"/>
                  <a:gd name="T3" fmla="*/ 5 h 128"/>
                  <a:gd name="T4" fmla="*/ 64 w 128"/>
                  <a:gd name="T5" fmla="*/ 5 h 128"/>
                  <a:gd name="T6" fmla="*/ 62 w 128"/>
                  <a:gd name="T7" fmla="*/ 7 h 128"/>
                  <a:gd name="T8" fmla="*/ 62 w 128"/>
                  <a:gd name="T9" fmla="*/ 7 h 128"/>
                  <a:gd name="T10" fmla="*/ 62 w 128"/>
                  <a:gd name="T11" fmla="*/ 7 h 128"/>
                  <a:gd name="T12" fmla="*/ 48 w 128"/>
                  <a:gd name="T13" fmla="*/ 21 h 128"/>
                  <a:gd name="T14" fmla="*/ 55 w 128"/>
                  <a:gd name="T15" fmla="*/ 28 h 128"/>
                  <a:gd name="T16" fmla="*/ 69 w 128"/>
                  <a:gd name="T17" fmla="*/ 14 h 128"/>
                  <a:gd name="T18" fmla="*/ 114 w 128"/>
                  <a:gd name="T19" fmla="*/ 62 h 128"/>
                  <a:gd name="T20" fmla="*/ 62 w 128"/>
                  <a:gd name="T21" fmla="*/ 114 h 128"/>
                  <a:gd name="T22" fmla="*/ 15 w 128"/>
                  <a:gd name="T23" fmla="*/ 69 h 128"/>
                  <a:gd name="T24" fmla="*/ 29 w 128"/>
                  <a:gd name="T25" fmla="*/ 54 h 128"/>
                  <a:gd name="T26" fmla="*/ 22 w 128"/>
                  <a:gd name="T27" fmla="*/ 47 h 128"/>
                  <a:gd name="T28" fmla="*/ 7 w 128"/>
                  <a:gd name="T29" fmla="*/ 62 h 128"/>
                  <a:gd name="T30" fmla="*/ 7 w 128"/>
                  <a:gd name="T31" fmla="*/ 62 h 128"/>
                  <a:gd name="T32" fmla="*/ 0 w 128"/>
                  <a:gd name="T33" fmla="*/ 69 h 128"/>
                  <a:gd name="T34" fmla="*/ 62 w 128"/>
                  <a:gd name="T35" fmla="*/ 128 h 128"/>
                  <a:gd name="T36" fmla="*/ 128 w 128"/>
                  <a:gd name="T37" fmla="*/ 62 h 128"/>
                  <a:gd name="T38" fmla="*/ 69 w 128"/>
                  <a:gd name="T3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28">
                    <a:moveTo>
                      <a:pt x="69" y="0"/>
                    </a:moveTo>
                    <a:lnTo>
                      <a:pt x="64" y="5"/>
                    </a:lnTo>
                    <a:lnTo>
                      <a:pt x="64" y="5"/>
                    </a:lnTo>
                    <a:lnTo>
                      <a:pt x="62" y="7"/>
                    </a:lnTo>
                    <a:lnTo>
                      <a:pt x="62" y="7"/>
                    </a:lnTo>
                    <a:lnTo>
                      <a:pt x="62" y="7"/>
                    </a:lnTo>
                    <a:lnTo>
                      <a:pt x="48" y="21"/>
                    </a:lnTo>
                    <a:lnTo>
                      <a:pt x="55" y="28"/>
                    </a:lnTo>
                    <a:lnTo>
                      <a:pt x="69" y="14"/>
                    </a:lnTo>
                    <a:lnTo>
                      <a:pt x="114" y="62"/>
                    </a:lnTo>
                    <a:lnTo>
                      <a:pt x="62" y="114"/>
                    </a:lnTo>
                    <a:lnTo>
                      <a:pt x="15" y="69"/>
                    </a:lnTo>
                    <a:lnTo>
                      <a:pt x="29" y="54"/>
                    </a:lnTo>
                    <a:lnTo>
                      <a:pt x="22" y="47"/>
                    </a:lnTo>
                    <a:lnTo>
                      <a:pt x="7" y="62"/>
                    </a:lnTo>
                    <a:lnTo>
                      <a:pt x="7" y="62"/>
                    </a:lnTo>
                    <a:lnTo>
                      <a:pt x="0" y="69"/>
                    </a:lnTo>
                    <a:lnTo>
                      <a:pt x="62" y="128"/>
                    </a:lnTo>
                    <a:lnTo>
                      <a:pt x="128" y="62"/>
                    </a:lnTo>
                    <a:lnTo>
                      <a:pt x="69"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59" name="Freeform 103"/>
              <p:cNvSpPr/>
              <p:nvPr/>
            </p:nvSpPr>
            <p:spPr bwMode="auto">
              <a:xfrm>
                <a:off x="5975653" y="3675186"/>
                <a:ext cx="171612" cy="171612"/>
              </a:xfrm>
              <a:custGeom>
                <a:avLst/>
                <a:gdLst>
                  <a:gd name="T0" fmla="*/ 0 w 95"/>
                  <a:gd name="T1" fmla="*/ 7 h 95"/>
                  <a:gd name="T2" fmla="*/ 88 w 95"/>
                  <a:gd name="T3" fmla="*/ 95 h 95"/>
                  <a:gd name="T4" fmla="*/ 95 w 95"/>
                  <a:gd name="T5" fmla="*/ 87 h 95"/>
                  <a:gd name="T6" fmla="*/ 7 w 95"/>
                  <a:gd name="T7" fmla="*/ 0 h 95"/>
                  <a:gd name="T8" fmla="*/ 0 w 95"/>
                  <a:gd name="T9" fmla="*/ 7 h 95"/>
                </a:gdLst>
                <a:ahLst/>
                <a:cxnLst>
                  <a:cxn ang="0">
                    <a:pos x="T0" y="T1"/>
                  </a:cxn>
                  <a:cxn ang="0">
                    <a:pos x="T2" y="T3"/>
                  </a:cxn>
                  <a:cxn ang="0">
                    <a:pos x="T4" y="T5"/>
                  </a:cxn>
                  <a:cxn ang="0">
                    <a:pos x="T6" y="T7"/>
                  </a:cxn>
                  <a:cxn ang="0">
                    <a:pos x="T8" y="T9"/>
                  </a:cxn>
                </a:cxnLst>
                <a:rect l="0" t="0" r="r" b="b"/>
                <a:pathLst>
                  <a:path w="95" h="95">
                    <a:moveTo>
                      <a:pt x="0" y="7"/>
                    </a:moveTo>
                    <a:lnTo>
                      <a:pt x="88" y="95"/>
                    </a:lnTo>
                    <a:lnTo>
                      <a:pt x="95" y="87"/>
                    </a:lnTo>
                    <a:lnTo>
                      <a:pt x="7" y="0"/>
                    </a:lnTo>
                    <a:lnTo>
                      <a:pt x="0" y="7"/>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60" name="Freeform 104"/>
              <p:cNvSpPr/>
              <p:nvPr/>
            </p:nvSpPr>
            <p:spPr bwMode="auto">
              <a:xfrm>
                <a:off x="5856428" y="3555962"/>
                <a:ext cx="231224" cy="229418"/>
              </a:xfrm>
              <a:custGeom>
                <a:avLst/>
                <a:gdLst>
                  <a:gd name="T0" fmla="*/ 59 w 128"/>
                  <a:gd name="T1" fmla="*/ 113 h 127"/>
                  <a:gd name="T2" fmla="*/ 14 w 128"/>
                  <a:gd name="T3" fmla="*/ 66 h 127"/>
                  <a:gd name="T4" fmla="*/ 66 w 128"/>
                  <a:gd name="T5" fmla="*/ 14 h 127"/>
                  <a:gd name="T6" fmla="*/ 114 w 128"/>
                  <a:gd name="T7" fmla="*/ 59 h 127"/>
                  <a:gd name="T8" fmla="*/ 99 w 128"/>
                  <a:gd name="T9" fmla="*/ 73 h 127"/>
                  <a:gd name="T10" fmla="*/ 106 w 128"/>
                  <a:gd name="T11" fmla="*/ 80 h 127"/>
                  <a:gd name="T12" fmla="*/ 121 w 128"/>
                  <a:gd name="T13" fmla="*/ 66 h 127"/>
                  <a:gd name="T14" fmla="*/ 121 w 128"/>
                  <a:gd name="T15" fmla="*/ 66 h 127"/>
                  <a:gd name="T16" fmla="*/ 128 w 128"/>
                  <a:gd name="T17" fmla="*/ 59 h 127"/>
                  <a:gd name="T18" fmla="*/ 66 w 128"/>
                  <a:gd name="T19" fmla="*/ 0 h 127"/>
                  <a:gd name="T20" fmla="*/ 0 w 128"/>
                  <a:gd name="T21" fmla="*/ 66 h 127"/>
                  <a:gd name="T22" fmla="*/ 59 w 128"/>
                  <a:gd name="T23" fmla="*/ 127 h 127"/>
                  <a:gd name="T24" fmla="*/ 66 w 128"/>
                  <a:gd name="T25" fmla="*/ 120 h 127"/>
                  <a:gd name="T26" fmla="*/ 80 w 128"/>
                  <a:gd name="T27" fmla="*/ 106 h 127"/>
                  <a:gd name="T28" fmla="*/ 73 w 128"/>
                  <a:gd name="T29" fmla="*/ 99 h 127"/>
                  <a:gd name="T30" fmla="*/ 59 w 128"/>
                  <a:gd name="T31" fmla="*/ 11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8" h="127">
                    <a:moveTo>
                      <a:pt x="59" y="113"/>
                    </a:moveTo>
                    <a:lnTo>
                      <a:pt x="14" y="66"/>
                    </a:lnTo>
                    <a:lnTo>
                      <a:pt x="66" y="14"/>
                    </a:lnTo>
                    <a:lnTo>
                      <a:pt x="114" y="59"/>
                    </a:lnTo>
                    <a:lnTo>
                      <a:pt x="99" y="73"/>
                    </a:lnTo>
                    <a:lnTo>
                      <a:pt x="106" y="80"/>
                    </a:lnTo>
                    <a:lnTo>
                      <a:pt x="121" y="66"/>
                    </a:lnTo>
                    <a:lnTo>
                      <a:pt x="121" y="66"/>
                    </a:lnTo>
                    <a:lnTo>
                      <a:pt x="128" y="59"/>
                    </a:lnTo>
                    <a:lnTo>
                      <a:pt x="66" y="0"/>
                    </a:lnTo>
                    <a:lnTo>
                      <a:pt x="0" y="66"/>
                    </a:lnTo>
                    <a:lnTo>
                      <a:pt x="59" y="127"/>
                    </a:lnTo>
                    <a:lnTo>
                      <a:pt x="66" y="120"/>
                    </a:lnTo>
                    <a:lnTo>
                      <a:pt x="80" y="106"/>
                    </a:lnTo>
                    <a:lnTo>
                      <a:pt x="73" y="99"/>
                    </a:lnTo>
                    <a:lnTo>
                      <a:pt x="59" y="113"/>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61" name="组合 160"/>
            <p:cNvGrpSpPr/>
            <p:nvPr/>
          </p:nvGrpSpPr>
          <p:grpSpPr>
            <a:xfrm>
              <a:off x="10514" y="6641"/>
              <a:ext cx="649" cy="620"/>
              <a:chOff x="6676550" y="3563187"/>
              <a:chExt cx="411868" cy="393803"/>
            </a:xfrm>
            <a:grpFill/>
          </p:grpSpPr>
          <p:sp>
            <p:nvSpPr>
              <p:cNvPr id="162" name="Freeform 105"/>
              <p:cNvSpPr>
                <a:spLocks noEditPoints="1"/>
              </p:cNvSpPr>
              <p:nvPr/>
            </p:nvSpPr>
            <p:spPr bwMode="auto">
              <a:xfrm>
                <a:off x="6676550" y="3563187"/>
                <a:ext cx="411868" cy="393803"/>
              </a:xfrm>
              <a:custGeom>
                <a:avLst/>
                <a:gdLst>
                  <a:gd name="T0" fmla="*/ 114 w 228"/>
                  <a:gd name="T1" fmla="*/ 22 h 218"/>
                  <a:gd name="T2" fmla="*/ 140 w 228"/>
                  <a:gd name="T3" fmla="*/ 76 h 218"/>
                  <a:gd name="T4" fmla="*/ 142 w 228"/>
                  <a:gd name="T5" fmla="*/ 81 h 218"/>
                  <a:gd name="T6" fmla="*/ 147 w 228"/>
                  <a:gd name="T7" fmla="*/ 81 h 218"/>
                  <a:gd name="T8" fmla="*/ 206 w 228"/>
                  <a:gd name="T9" fmla="*/ 90 h 218"/>
                  <a:gd name="T10" fmla="*/ 164 w 228"/>
                  <a:gd name="T11" fmla="*/ 133 h 218"/>
                  <a:gd name="T12" fmla="*/ 161 w 228"/>
                  <a:gd name="T13" fmla="*/ 135 h 218"/>
                  <a:gd name="T14" fmla="*/ 161 w 228"/>
                  <a:gd name="T15" fmla="*/ 140 h 218"/>
                  <a:gd name="T16" fmla="*/ 171 w 228"/>
                  <a:gd name="T17" fmla="*/ 199 h 218"/>
                  <a:gd name="T18" fmla="*/ 119 w 228"/>
                  <a:gd name="T19" fmla="*/ 173 h 218"/>
                  <a:gd name="T20" fmla="*/ 114 w 228"/>
                  <a:gd name="T21" fmla="*/ 171 h 218"/>
                  <a:gd name="T22" fmla="*/ 109 w 228"/>
                  <a:gd name="T23" fmla="*/ 173 h 218"/>
                  <a:gd name="T24" fmla="*/ 57 w 228"/>
                  <a:gd name="T25" fmla="*/ 199 h 218"/>
                  <a:gd name="T26" fmla="*/ 67 w 228"/>
                  <a:gd name="T27" fmla="*/ 140 h 218"/>
                  <a:gd name="T28" fmla="*/ 67 w 228"/>
                  <a:gd name="T29" fmla="*/ 135 h 218"/>
                  <a:gd name="T30" fmla="*/ 64 w 228"/>
                  <a:gd name="T31" fmla="*/ 133 h 218"/>
                  <a:gd name="T32" fmla="*/ 22 w 228"/>
                  <a:gd name="T33" fmla="*/ 90 h 218"/>
                  <a:gd name="T34" fmla="*/ 81 w 228"/>
                  <a:gd name="T35" fmla="*/ 81 h 218"/>
                  <a:gd name="T36" fmla="*/ 86 w 228"/>
                  <a:gd name="T37" fmla="*/ 81 h 218"/>
                  <a:gd name="T38" fmla="*/ 88 w 228"/>
                  <a:gd name="T39" fmla="*/ 76 h 218"/>
                  <a:gd name="T40" fmla="*/ 114 w 228"/>
                  <a:gd name="T41" fmla="*/ 22 h 218"/>
                  <a:gd name="T42" fmla="*/ 114 w 228"/>
                  <a:gd name="T43" fmla="*/ 0 h 218"/>
                  <a:gd name="T44" fmla="*/ 79 w 228"/>
                  <a:gd name="T45" fmla="*/ 71 h 218"/>
                  <a:gd name="T46" fmla="*/ 0 w 228"/>
                  <a:gd name="T47" fmla="*/ 83 h 218"/>
                  <a:gd name="T48" fmla="*/ 57 w 228"/>
                  <a:gd name="T49" fmla="*/ 140 h 218"/>
                  <a:gd name="T50" fmla="*/ 43 w 228"/>
                  <a:gd name="T51" fmla="*/ 218 h 218"/>
                  <a:gd name="T52" fmla="*/ 114 w 228"/>
                  <a:gd name="T53" fmla="*/ 180 h 218"/>
                  <a:gd name="T54" fmla="*/ 185 w 228"/>
                  <a:gd name="T55" fmla="*/ 218 h 218"/>
                  <a:gd name="T56" fmla="*/ 171 w 228"/>
                  <a:gd name="T57" fmla="*/ 140 h 218"/>
                  <a:gd name="T58" fmla="*/ 228 w 228"/>
                  <a:gd name="T59" fmla="*/ 83 h 218"/>
                  <a:gd name="T60" fmla="*/ 150 w 228"/>
                  <a:gd name="T61" fmla="*/ 71 h 218"/>
                  <a:gd name="T62" fmla="*/ 114 w 228"/>
                  <a:gd name="T63" fmla="*/ 0 h 218"/>
                  <a:gd name="T64" fmla="*/ 114 w 228"/>
                  <a:gd name="T65"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8" h="218">
                    <a:moveTo>
                      <a:pt x="114" y="22"/>
                    </a:moveTo>
                    <a:lnTo>
                      <a:pt x="140" y="76"/>
                    </a:lnTo>
                    <a:lnTo>
                      <a:pt x="142" y="81"/>
                    </a:lnTo>
                    <a:lnTo>
                      <a:pt x="147" y="81"/>
                    </a:lnTo>
                    <a:lnTo>
                      <a:pt x="206" y="90"/>
                    </a:lnTo>
                    <a:lnTo>
                      <a:pt x="164" y="133"/>
                    </a:lnTo>
                    <a:lnTo>
                      <a:pt x="161" y="135"/>
                    </a:lnTo>
                    <a:lnTo>
                      <a:pt x="161" y="140"/>
                    </a:lnTo>
                    <a:lnTo>
                      <a:pt x="171" y="199"/>
                    </a:lnTo>
                    <a:lnTo>
                      <a:pt x="119" y="173"/>
                    </a:lnTo>
                    <a:lnTo>
                      <a:pt x="114" y="171"/>
                    </a:lnTo>
                    <a:lnTo>
                      <a:pt x="109" y="173"/>
                    </a:lnTo>
                    <a:lnTo>
                      <a:pt x="57" y="199"/>
                    </a:lnTo>
                    <a:lnTo>
                      <a:pt x="67" y="140"/>
                    </a:lnTo>
                    <a:lnTo>
                      <a:pt x="67" y="135"/>
                    </a:lnTo>
                    <a:lnTo>
                      <a:pt x="64" y="133"/>
                    </a:lnTo>
                    <a:lnTo>
                      <a:pt x="22" y="90"/>
                    </a:lnTo>
                    <a:lnTo>
                      <a:pt x="81" y="81"/>
                    </a:lnTo>
                    <a:lnTo>
                      <a:pt x="86" y="81"/>
                    </a:lnTo>
                    <a:lnTo>
                      <a:pt x="88" y="76"/>
                    </a:lnTo>
                    <a:lnTo>
                      <a:pt x="114" y="22"/>
                    </a:lnTo>
                    <a:close/>
                    <a:moveTo>
                      <a:pt x="114" y="0"/>
                    </a:moveTo>
                    <a:lnTo>
                      <a:pt x="79" y="71"/>
                    </a:lnTo>
                    <a:lnTo>
                      <a:pt x="0" y="83"/>
                    </a:lnTo>
                    <a:lnTo>
                      <a:pt x="57" y="140"/>
                    </a:lnTo>
                    <a:lnTo>
                      <a:pt x="43" y="218"/>
                    </a:lnTo>
                    <a:lnTo>
                      <a:pt x="114" y="180"/>
                    </a:lnTo>
                    <a:lnTo>
                      <a:pt x="185" y="218"/>
                    </a:lnTo>
                    <a:lnTo>
                      <a:pt x="171" y="140"/>
                    </a:lnTo>
                    <a:lnTo>
                      <a:pt x="228" y="83"/>
                    </a:lnTo>
                    <a:lnTo>
                      <a:pt x="150" y="71"/>
                    </a:lnTo>
                    <a:lnTo>
                      <a:pt x="114" y="0"/>
                    </a:lnTo>
                    <a:lnTo>
                      <a:pt x="114"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63" name="Freeform 106"/>
              <p:cNvSpPr>
                <a:spLocks noEditPoints="1"/>
              </p:cNvSpPr>
              <p:nvPr/>
            </p:nvSpPr>
            <p:spPr bwMode="auto">
              <a:xfrm>
                <a:off x="6676550" y="3563187"/>
                <a:ext cx="411868" cy="393803"/>
              </a:xfrm>
              <a:custGeom>
                <a:avLst/>
                <a:gdLst>
                  <a:gd name="T0" fmla="*/ 114 w 228"/>
                  <a:gd name="T1" fmla="*/ 22 h 218"/>
                  <a:gd name="T2" fmla="*/ 140 w 228"/>
                  <a:gd name="T3" fmla="*/ 76 h 218"/>
                  <a:gd name="T4" fmla="*/ 142 w 228"/>
                  <a:gd name="T5" fmla="*/ 81 h 218"/>
                  <a:gd name="T6" fmla="*/ 147 w 228"/>
                  <a:gd name="T7" fmla="*/ 81 h 218"/>
                  <a:gd name="T8" fmla="*/ 206 w 228"/>
                  <a:gd name="T9" fmla="*/ 90 h 218"/>
                  <a:gd name="T10" fmla="*/ 164 w 228"/>
                  <a:gd name="T11" fmla="*/ 133 h 218"/>
                  <a:gd name="T12" fmla="*/ 161 w 228"/>
                  <a:gd name="T13" fmla="*/ 135 h 218"/>
                  <a:gd name="T14" fmla="*/ 161 w 228"/>
                  <a:gd name="T15" fmla="*/ 140 h 218"/>
                  <a:gd name="T16" fmla="*/ 171 w 228"/>
                  <a:gd name="T17" fmla="*/ 199 h 218"/>
                  <a:gd name="T18" fmla="*/ 119 w 228"/>
                  <a:gd name="T19" fmla="*/ 173 h 218"/>
                  <a:gd name="T20" fmla="*/ 114 w 228"/>
                  <a:gd name="T21" fmla="*/ 171 h 218"/>
                  <a:gd name="T22" fmla="*/ 109 w 228"/>
                  <a:gd name="T23" fmla="*/ 173 h 218"/>
                  <a:gd name="T24" fmla="*/ 57 w 228"/>
                  <a:gd name="T25" fmla="*/ 199 h 218"/>
                  <a:gd name="T26" fmla="*/ 67 w 228"/>
                  <a:gd name="T27" fmla="*/ 140 h 218"/>
                  <a:gd name="T28" fmla="*/ 67 w 228"/>
                  <a:gd name="T29" fmla="*/ 135 h 218"/>
                  <a:gd name="T30" fmla="*/ 64 w 228"/>
                  <a:gd name="T31" fmla="*/ 133 h 218"/>
                  <a:gd name="T32" fmla="*/ 22 w 228"/>
                  <a:gd name="T33" fmla="*/ 90 h 218"/>
                  <a:gd name="T34" fmla="*/ 81 w 228"/>
                  <a:gd name="T35" fmla="*/ 81 h 218"/>
                  <a:gd name="T36" fmla="*/ 86 w 228"/>
                  <a:gd name="T37" fmla="*/ 81 h 218"/>
                  <a:gd name="T38" fmla="*/ 88 w 228"/>
                  <a:gd name="T39" fmla="*/ 76 h 218"/>
                  <a:gd name="T40" fmla="*/ 114 w 228"/>
                  <a:gd name="T41" fmla="*/ 22 h 218"/>
                  <a:gd name="T42" fmla="*/ 114 w 228"/>
                  <a:gd name="T43" fmla="*/ 0 h 218"/>
                  <a:gd name="T44" fmla="*/ 79 w 228"/>
                  <a:gd name="T45" fmla="*/ 71 h 218"/>
                  <a:gd name="T46" fmla="*/ 0 w 228"/>
                  <a:gd name="T47" fmla="*/ 83 h 218"/>
                  <a:gd name="T48" fmla="*/ 57 w 228"/>
                  <a:gd name="T49" fmla="*/ 140 h 218"/>
                  <a:gd name="T50" fmla="*/ 43 w 228"/>
                  <a:gd name="T51" fmla="*/ 218 h 218"/>
                  <a:gd name="T52" fmla="*/ 114 w 228"/>
                  <a:gd name="T53" fmla="*/ 180 h 218"/>
                  <a:gd name="T54" fmla="*/ 185 w 228"/>
                  <a:gd name="T55" fmla="*/ 218 h 218"/>
                  <a:gd name="T56" fmla="*/ 171 w 228"/>
                  <a:gd name="T57" fmla="*/ 140 h 218"/>
                  <a:gd name="T58" fmla="*/ 228 w 228"/>
                  <a:gd name="T59" fmla="*/ 83 h 218"/>
                  <a:gd name="T60" fmla="*/ 150 w 228"/>
                  <a:gd name="T61" fmla="*/ 71 h 218"/>
                  <a:gd name="T62" fmla="*/ 114 w 228"/>
                  <a:gd name="T63" fmla="*/ 0 h 218"/>
                  <a:gd name="T64" fmla="*/ 114 w 228"/>
                  <a:gd name="T65"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8" h="218">
                    <a:moveTo>
                      <a:pt x="114" y="22"/>
                    </a:moveTo>
                    <a:lnTo>
                      <a:pt x="140" y="76"/>
                    </a:lnTo>
                    <a:lnTo>
                      <a:pt x="142" y="81"/>
                    </a:lnTo>
                    <a:lnTo>
                      <a:pt x="147" y="81"/>
                    </a:lnTo>
                    <a:lnTo>
                      <a:pt x="206" y="90"/>
                    </a:lnTo>
                    <a:lnTo>
                      <a:pt x="164" y="133"/>
                    </a:lnTo>
                    <a:lnTo>
                      <a:pt x="161" y="135"/>
                    </a:lnTo>
                    <a:lnTo>
                      <a:pt x="161" y="140"/>
                    </a:lnTo>
                    <a:lnTo>
                      <a:pt x="171" y="199"/>
                    </a:lnTo>
                    <a:lnTo>
                      <a:pt x="119" y="173"/>
                    </a:lnTo>
                    <a:lnTo>
                      <a:pt x="114" y="171"/>
                    </a:lnTo>
                    <a:lnTo>
                      <a:pt x="109" y="173"/>
                    </a:lnTo>
                    <a:lnTo>
                      <a:pt x="57" y="199"/>
                    </a:lnTo>
                    <a:lnTo>
                      <a:pt x="67" y="140"/>
                    </a:lnTo>
                    <a:lnTo>
                      <a:pt x="67" y="135"/>
                    </a:lnTo>
                    <a:lnTo>
                      <a:pt x="64" y="133"/>
                    </a:lnTo>
                    <a:lnTo>
                      <a:pt x="22" y="90"/>
                    </a:lnTo>
                    <a:lnTo>
                      <a:pt x="81" y="81"/>
                    </a:lnTo>
                    <a:lnTo>
                      <a:pt x="86" y="81"/>
                    </a:lnTo>
                    <a:lnTo>
                      <a:pt x="88" y="76"/>
                    </a:lnTo>
                    <a:lnTo>
                      <a:pt x="114" y="22"/>
                    </a:lnTo>
                    <a:moveTo>
                      <a:pt x="114" y="0"/>
                    </a:moveTo>
                    <a:lnTo>
                      <a:pt x="79" y="71"/>
                    </a:lnTo>
                    <a:lnTo>
                      <a:pt x="0" y="83"/>
                    </a:lnTo>
                    <a:lnTo>
                      <a:pt x="57" y="140"/>
                    </a:lnTo>
                    <a:lnTo>
                      <a:pt x="43" y="218"/>
                    </a:lnTo>
                    <a:lnTo>
                      <a:pt x="114" y="180"/>
                    </a:lnTo>
                    <a:lnTo>
                      <a:pt x="185" y="218"/>
                    </a:lnTo>
                    <a:lnTo>
                      <a:pt x="171" y="140"/>
                    </a:lnTo>
                    <a:lnTo>
                      <a:pt x="228" y="83"/>
                    </a:lnTo>
                    <a:lnTo>
                      <a:pt x="150" y="71"/>
                    </a:lnTo>
                    <a:lnTo>
                      <a:pt x="114" y="0"/>
                    </a:lnTo>
                    <a:lnTo>
                      <a:pt x="114" y="0"/>
                    </a:lnTo>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64" name="组合 163"/>
            <p:cNvGrpSpPr/>
            <p:nvPr/>
          </p:nvGrpSpPr>
          <p:grpSpPr>
            <a:xfrm>
              <a:off x="10460" y="7916"/>
              <a:ext cx="757" cy="666"/>
              <a:chOff x="6642227" y="4372471"/>
              <a:chExt cx="480513" cy="422706"/>
            </a:xfrm>
            <a:grpFill/>
          </p:grpSpPr>
          <p:sp>
            <p:nvSpPr>
              <p:cNvPr id="165" name="Freeform 107"/>
              <p:cNvSpPr>
                <a:spLocks noEditPoints="1"/>
              </p:cNvSpPr>
              <p:nvPr/>
            </p:nvSpPr>
            <p:spPr bwMode="auto">
              <a:xfrm>
                <a:off x="6745195" y="4444728"/>
                <a:ext cx="274578" cy="272772"/>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32 w 64"/>
                  <a:gd name="T11" fmla="*/ 60 h 64"/>
                  <a:gd name="T12" fmla="*/ 4 w 64"/>
                  <a:gd name="T13" fmla="*/ 32 h 64"/>
                  <a:gd name="T14" fmla="*/ 32 w 64"/>
                  <a:gd name="T15" fmla="*/ 4 h 64"/>
                  <a:gd name="T16" fmla="*/ 60 w 64"/>
                  <a:gd name="T17" fmla="*/ 32 h 64"/>
                  <a:gd name="T18" fmla="*/ 32 w 64"/>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50"/>
                      <a:pt x="14" y="64"/>
                      <a:pt x="32" y="64"/>
                    </a:cubicBezTo>
                    <a:cubicBezTo>
                      <a:pt x="50" y="64"/>
                      <a:pt x="64" y="50"/>
                      <a:pt x="64" y="32"/>
                    </a:cubicBezTo>
                    <a:cubicBezTo>
                      <a:pt x="64" y="14"/>
                      <a:pt x="50" y="0"/>
                      <a:pt x="32" y="0"/>
                    </a:cubicBezTo>
                    <a:close/>
                    <a:moveTo>
                      <a:pt x="32" y="60"/>
                    </a:moveTo>
                    <a:cubicBezTo>
                      <a:pt x="17" y="60"/>
                      <a:pt x="4" y="47"/>
                      <a:pt x="4" y="32"/>
                    </a:cubicBezTo>
                    <a:cubicBezTo>
                      <a:pt x="4" y="17"/>
                      <a:pt x="17" y="4"/>
                      <a:pt x="32" y="4"/>
                    </a:cubicBezTo>
                    <a:cubicBezTo>
                      <a:pt x="47" y="4"/>
                      <a:pt x="60" y="17"/>
                      <a:pt x="60" y="32"/>
                    </a:cubicBezTo>
                    <a:cubicBezTo>
                      <a:pt x="60" y="47"/>
                      <a:pt x="47" y="60"/>
                      <a:pt x="32" y="6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66" name="Freeform 108"/>
              <p:cNvSpPr>
                <a:spLocks noEditPoints="1"/>
              </p:cNvSpPr>
              <p:nvPr/>
            </p:nvSpPr>
            <p:spPr bwMode="auto">
              <a:xfrm>
                <a:off x="6797581" y="4495309"/>
                <a:ext cx="84903" cy="171612"/>
              </a:xfrm>
              <a:custGeom>
                <a:avLst/>
                <a:gdLst>
                  <a:gd name="T0" fmla="*/ 0 w 20"/>
                  <a:gd name="T1" fmla="*/ 20 h 40"/>
                  <a:gd name="T2" fmla="*/ 20 w 20"/>
                  <a:gd name="T3" fmla="*/ 40 h 40"/>
                  <a:gd name="T4" fmla="*/ 20 w 20"/>
                  <a:gd name="T5" fmla="*/ 0 h 40"/>
                  <a:gd name="T6" fmla="*/ 0 w 20"/>
                  <a:gd name="T7" fmla="*/ 20 h 40"/>
                  <a:gd name="T8" fmla="*/ 16 w 20"/>
                  <a:gd name="T9" fmla="*/ 5 h 40"/>
                  <a:gd name="T10" fmla="*/ 16 w 20"/>
                  <a:gd name="T11" fmla="*/ 35 h 40"/>
                  <a:gd name="T12" fmla="*/ 4 w 20"/>
                  <a:gd name="T13" fmla="*/ 20 h 40"/>
                  <a:gd name="T14" fmla="*/ 16 w 20"/>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40">
                    <a:moveTo>
                      <a:pt x="0" y="20"/>
                    </a:moveTo>
                    <a:cubicBezTo>
                      <a:pt x="0" y="31"/>
                      <a:pt x="9" y="40"/>
                      <a:pt x="20" y="40"/>
                    </a:cubicBezTo>
                    <a:cubicBezTo>
                      <a:pt x="20" y="0"/>
                      <a:pt x="20" y="0"/>
                      <a:pt x="20" y="0"/>
                    </a:cubicBezTo>
                    <a:cubicBezTo>
                      <a:pt x="9" y="0"/>
                      <a:pt x="0" y="9"/>
                      <a:pt x="0" y="20"/>
                    </a:cubicBezTo>
                    <a:close/>
                    <a:moveTo>
                      <a:pt x="16" y="5"/>
                    </a:moveTo>
                    <a:cubicBezTo>
                      <a:pt x="16" y="35"/>
                      <a:pt x="16" y="35"/>
                      <a:pt x="16" y="35"/>
                    </a:cubicBezTo>
                    <a:cubicBezTo>
                      <a:pt x="9" y="34"/>
                      <a:pt x="4" y="27"/>
                      <a:pt x="4" y="20"/>
                    </a:cubicBezTo>
                    <a:cubicBezTo>
                      <a:pt x="4" y="13"/>
                      <a:pt x="9" y="6"/>
                      <a:pt x="16" y="5"/>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67" name="Freeform 109"/>
              <p:cNvSpPr/>
              <p:nvPr/>
            </p:nvSpPr>
            <p:spPr bwMode="auto">
              <a:xfrm>
                <a:off x="6642227" y="4572985"/>
                <a:ext cx="68645" cy="16258"/>
              </a:xfrm>
              <a:custGeom>
                <a:avLst/>
                <a:gdLst>
                  <a:gd name="T0" fmla="*/ 0 w 16"/>
                  <a:gd name="T1" fmla="*/ 0 h 4"/>
                  <a:gd name="T2" fmla="*/ 0 w 16"/>
                  <a:gd name="T3" fmla="*/ 4 h 4"/>
                  <a:gd name="T4" fmla="*/ 16 w 16"/>
                  <a:gd name="T5" fmla="*/ 4 h 4"/>
                  <a:gd name="T6" fmla="*/ 16 w 16"/>
                  <a:gd name="T7" fmla="*/ 2 h 4"/>
                  <a:gd name="T8" fmla="*/ 16 w 16"/>
                  <a:gd name="T9" fmla="*/ 0 h 4"/>
                  <a:gd name="T10" fmla="*/ 0 w 16"/>
                  <a:gd name="T11" fmla="*/ 0 h 4"/>
                </a:gdLst>
                <a:ahLst/>
                <a:cxnLst>
                  <a:cxn ang="0">
                    <a:pos x="T0" y="T1"/>
                  </a:cxn>
                  <a:cxn ang="0">
                    <a:pos x="T2" y="T3"/>
                  </a:cxn>
                  <a:cxn ang="0">
                    <a:pos x="T4" y="T5"/>
                  </a:cxn>
                  <a:cxn ang="0">
                    <a:pos x="T6" y="T7"/>
                  </a:cxn>
                  <a:cxn ang="0">
                    <a:pos x="T8" y="T9"/>
                  </a:cxn>
                  <a:cxn ang="0">
                    <a:pos x="T10" y="T11"/>
                  </a:cxn>
                </a:cxnLst>
                <a:rect l="0" t="0" r="r" b="b"/>
                <a:pathLst>
                  <a:path w="16" h="4">
                    <a:moveTo>
                      <a:pt x="0" y="0"/>
                    </a:moveTo>
                    <a:cubicBezTo>
                      <a:pt x="0" y="4"/>
                      <a:pt x="0" y="4"/>
                      <a:pt x="0" y="4"/>
                    </a:cubicBezTo>
                    <a:cubicBezTo>
                      <a:pt x="16" y="4"/>
                      <a:pt x="16" y="4"/>
                      <a:pt x="16" y="4"/>
                    </a:cubicBezTo>
                    <a:cubicBezTo>
                      <a:pt x="16" y="3"/>
                      <a:pt x="16" y="3"/>
                      <a:pt x="16" y="2"/>
                    </a:cubicBezTo>
                    <a:cubicBezTo>
                      <a:pt x="16" y="1"/>
                      <a:pt x="16" y="1"/>
                      <a:pt x="16" y="0"/>
                    </a:cubicBezTo>
                    <a:lnTo>
                      <a:pt x="0"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68" name="Freeform 110"/>
              <p:cNvSpPr/>
              <p:nvPr/>
            </p:nvSpPr>
            <p:spPr bwMode="auto">
              <a:xfrm>
                <a:off x="7054095" y="4572985"/>
                <a:ext cx="68645" cy="16258"/>
              </a:xfrm>
              <a:custGeom>
                <a:avLst/>
                <a:gdLst>
                  <a:gd name="T0" fmla="*/ 0 w 16"/>
                  <a:gd name="T1" fmla="*/ 0 h 4"/>
                  <a:gd name="T2" fmla="*/ 0 w 16"/>
                  <a:gd name="T3" fmla="*/ 2 h 4"/>
                  <a:gd name="T4" fmla="*/ 0 w 16"/>
                  <a:gd name="T5" fmla="*/ 4 h 4"/>
                  <a:gd name="T6" fmla="*/ 16 w 16"/>
                  <a:gd name="T7" fmla="*/ 4 h 4"/>
                  <a:gd name="T8" fmla="*/ 16 w 16"/>
                  <a:gd name="T9" fmla="*/ 0 h 4"/>
                  <a:gd name="T10" fmla="*/ 0 w 16"/>
                  <a:gd name="T11" fmla="*/ 0 h 4"/>
                </a:gdLst>
                <a:ahLst/>
                <a:cxnLst>
                  <a:cxn ang="0">
                    <a:pos x="T0" y="T1"/>
                  </a:cxn>
                  <a:cxn ang="0">
                    <a:pos x="T2" y="T3"/>
                  </a:cxn>
                  <a:cxn ang="0">
                    <a:pos x="T4" y="T5"/>
                  </a:cxn>
                  <a:cxn ang="0">
                    <a:pos x="T6" y="T7"/>
                  </a:cxn>
                  <a:cxn ang="0">
                    <a:pos x="T8" y="T9"/>
                  </a:cxn>
                  <a:cxn ang="0">
                    <a:pos x="T10" y="T11"/>
                  </a:cxn>
                </a:cxnLst>
                <a:rect l="0" t="0" r="r" b="b"/>
                <a:pathLst>
                  <a:path w="16" h="4">
                    <a:moveTo>
                      <a:pt x="0" y="0"/>
                    </a:moveTo>
                    <a:cubicBezTo>
                      <a:pt x="0" y="1"/>
                      <a:pt x="0" y="1"/>
                      <a:pt x="0" y="2"/>
                    </a:cubicBezTo>
                    <a:cubicBezTo>
                      <a:pt x="0" y="3"/>
                      <a:pt x="0" y="3"/>
                      <a:pt x="0" y="4"/>
                    </a:cubicBezTo>
                    <a:cubicBezTo>
                      <a:pt x="16" y="4"/>
                      <a:pt x="16" y="4"/>
                      <a:pt x="16" y="4"/>
                    </a:cubicBezTo>
                    <a:cubicBezTo>
                      <a:pt x="16" y="0"/>
                      <a:pt x="16" y="0"/>
                      <a:pt x="16" y="0"/>
                    </a:cubicBezTo>
                    <a:lnTo>
                      <a:pt x="0"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69" name="Freeform 111"/>
              <p:cNvSpPr/>
              <p:nvPr/>
            </p:nvSpPr>
            <p:spPr bwMode="auto">
              <a:xfrm>
                <a:off x="6754226" y="4722920"/>
                <a:ext cx="50580" cy="72257"/>
              </a:xfrm>
              <a:custGeom>
                <a:avLst/>
                <a:gdLst>
                  <a:gd name="T0" fmla="*/ 8 w 12"/>
                  <a:gd name="T1" fmla="*/ 0 h 17"/>
                  <a:gd name="T2" fmla="*/ 0 w 12"/>
                  <a:gd name="T3" fmla="*/ 15 h 17"/>
                  <a:gd name="T4" fmla="*/ 4 w 12"/>
                  <a:gd name="T5" fmla="*/ 17 h 17"/>
                  <a:gd name="T6" fmla="*/ 12 w 12"/>
                  <a:gd name="T7" fmla="*/ 2 h 17"/>
                  <a:gd name="T8" fmla="*/ 10 w 12"/>
                  <a:gd name="T9" fmla="*/ 2 h 17"/>
                  <a:gd name="T10" fmla="*/ 8 w 12"/>
                  <a:gd name="T11" fmla="*/ 0 h 17"/>
                </a:gdLst>
                <a:ahLst/>
                <a:cxnLst>
                  <a:cxn ang="0">
                    <a:pos x="T0" y="T1"/>
                  </a:cxn>
                  <a:cxn ang="0">
                    <a:pos x="T2" y="T3"/>
                  </a:cxn>
                  <a:cxn ang="0">
                    <a:pos x="T4" y="T5"/>
                  </a:cxn>
                  <a:cxn ang="0">
                    <a:pos x="T6" y="T7"/>
                  </a:cxn>
                  <a:cxn ang="0">
                    <a:pos x="T8" y="T9"/>
                  </a:cxn>
                  <a:cxn ang="0">
                    <a:pos x="T10" y="T11"/>
                  </a:cxn>
                </a:cxnLst>
                <a:rect l="0" t="0" r="r" b="b"/>
                <a:pathLst>
                  <a:path w="12" h="17">
                    <a:moveTo>
                      <a:pt x="8" y="0"/>
                    </a:moveTo>
                    <a:cubicBezTo>
                      <a:pt x="0" y="15"/>
                      <a:pt x="0" y="15"/>
                      <a:pt x="0" y="15"/>
                    </a:cubicBezTo>
                    <a:cubicBezTo>
                      <a:pt x="4" y="17"/>
                      <a:pt x="4" y="17"/>
                      <a:pt x="4" y="17"/>
                    </a:cubicBezTo>
                    <a:cubicBezTo>
                      <a:pt x="12" y="2"/>
                      <a:pt x="12" y="2"/>
                      <a:pt x="12" y="2"/>
                    </a:cubicBezTo>
                    <a:cubicBezTo>
                      <a:pt x="11" y="2"/>
                      <a:pt x="11" y="2"/>
                      <a:pt x="10" y="2"/>
                    </a:cubicBezTo>
                    <a:cubicBezTo>
                      <a:pt x="9" y="1"/>
                      <a:pt x="9" y="1"/>
                      <a:pt x="8"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70" name="Freeform 112"/>
              <p:cNvSpPr/>
              <p:nvPr/>
            </p:nvSpPr>
            <p:spPr bwMode="auto">
              <a:xfrm>
                <a:off x="6960160" y="4372471"/>
                <a:ext cx="50580" cy="66839"/>
              </a:xfrm>
              <a:custGeom>
                <a:avLst/>
                <a:gdLst>
                  <a:gd name="T0" fmla="*/ 4 w 12"/>
                  <a:gd name="T1" fmla="*/ 16 h 16"/>
                  <a:gd name="T2" fmla="*/ 12 w 12"/>
                  <a:gd name="T3" fmla="*/ 2 h 16"/>
                  <a:gd name="T4" fmla="*/ 8 w 12"/>
                  <a:gd name="T5" fmla="*/ 0 h 16"/>
                  <a:gd name="T6" fmla="*/ 0 w 12"/>
                  <a:gd name="T7" fmla="*/ 14 h 16"/>
                  <a:gd name="T8" fmla="*/ 2 w 12"/>
                  <a:gd name="T9" fmla="*/ 14 h 16"/>
                  <a:gd name="T10" fmla="*/ 4 w 12"/>
                  <a:gd name="T11" fmla="*/ 16 h 16"/>
                </a:gdLst>
                <a:ahLst/>
                <a:cxnLst>
                  <a:cxn ang="0">
                    <a:pos x="T0" y="T1"/>
                  </a:cxn>
                  <a:cxn ang="0">
                    <a:pos x="T2" y="T3"/>
                  </a:cxn>
                  <a:cxn ang="0">
                    <a:pos x="T4" y="T5"/>
                  </a:cxn>
                  <a:cxn ang="0">
                    <a:pos x="T6" y="T7"/>
                  </a:cxn>
                  <a:cxn ang="0">
                    <a:pos x="T8" y="T9"/>
                  </a:cxn>
                  <a:cxn ang="0">
                    <a:pos x="T10" y="T11"/>
                  </a:cxn>
                </a:cxnLst>
                <a:rect l="0" t="0" r="r" b="b"/>
                <a:pathLst>
                  <a:path w="12" h="16">
                    <a:moveTo>
                      <a:pt x="4" y="16"/>
                    </a:moveTo>
                    <a:cubicBezTo>
                      <a:pt x="12" y="2"/>
                      <a:pt x="12" y="2"/>
                      <a:pt x="12" y="2"/>
                    </a:cubicBezTo>
                    <a:cubicBezTo>
                      <a:pt x="8" y="0"/>
                      <a:pt x="8" y="0"/>
                      <a:pt x="8" y="0"/>
                    </a:cubicBezTo>
                    <a:cubicBezTo>
                      <a:pt x="0" y="14"/>
                      <a:pt x="0" y="14"/>
                      <a:pt x="0" y="14"/>
                    </a:cubicBezTo>
                    <a:cubicBezTo>
                      <a:pt x="1" y="14"/>
                      <a:pt x="1" y="14"/>
                      <a:pt x="2" y="14"/>
                    </a:cubicBezTo>
                    <a:cubicBezTo>
                      <a:pt x="3" y="15"/>
                      <a:pt x="3" y="15"/>
                      <a:pt x="4" y="16"/>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71" name="Freeform 113"/>
              <p:cNvSpPr/>
              <p:nvPr/>
            </p:nvSpPr>
            <p:spPr bwMode="auto">
              <a:xfrm>
                <a:off x="6960160" y="4722920"/>
                <a:ext cx="50580" cy="72257"/>
              </a:xfrm>
              <a:custGeom>
                <a:avLst/>
                <a:gdLst>
                  <a:gd name="T0" fmla="*/ 2 w 12"/>
                  <a:gd name="T1" fmla="*/ 2 h 17"/>
                  <a:gd name="T2" fmla="*/ 0 w 12"/>
                  <a:gd name="T3" fmla="*/ 2 h 17"/>
                  <a:gd name="T4" fmla="*/ 8 w 12"/>
                  <a:gd name="T5" fmla="*/ 17 h 17"/>
                  <a:gd name="T6" fmla="*/ 12 w 12"/>
                  <a:gd name="T7" fmla="*/ 15 h 17"/>
                  <a:gd name="T8" fmla="*/ 4 w 12"/>
                  <a:gd name="T9" fmla="*/ 0 h 17"/>
                  <a:gd name="T10" fmla="*/ 2 w 12"/>
                  <a:gd name="T11" fmla="*/ 2 h 17"/>
                </a:gdLst>
                <a:ahLst/>
                <a:cxnLst>
                  <a:cxn ang="0">
                    <a:pos x="T0" y="T1"/>
                  </a:cxn>
                  <a:cxn ang="0">
                    <a:pos x="T2" y="T3"/>
                  </a:cxn>
                  <a:cxn ang="0">
                    <a:pos x="T4" y="T5"/>
                  </a:cxn>
                  <a:cxn ang="0">
                    <a:pos x="T6" y="T7"/>
                  </a:cxn>
                  <a:cxn ang="0">
                    <a:pos x="T8" y="T9"/>
                  </a:cxn>
                  <a:cxn ang="0">
                    <a:pos x="T10" y="T11"/>
                  </a:cxn>
                </a:cxnLst>
                <a:rect l="0" t="0" r="r" b="b"/>
                <a:pathLst>
                  <a:path w="12" h="17">
                    <a:moveTo>
                      <a:pt x="2" y="2"/>
                    </a:moveTo>
                    <a:cubicBezTo>
                      <a:pt x="1" y="2"/>
                      <a:pt x="1" y="2"/>
                      <a:pt x="0" y="2"/>
                    </a:cubicBezTo>
                    <a:cubicBezTo>
                      <a:pt x="8" y="17"/>
                      <a:pt x="8" y="17"/>
                      <a:pt x="8" y="17"/>
                    </a:cubicBezTo>
                    <a:cubicBezTo>
                      <a:pt x="12" y="15"/>
                      <a:pt x="12" y="15"/>
                      <a:pt x="12" y="15"/>
                    </a:cubicBezTo>
                    <a:cubicBezTo>
                      <a:pt x="4" y="0"/>
                      <a:pt x="4" y="0"/>
                      <a:pt x="4" y="0"/>
                    </a:cubicBezTo>
                    <a:cubicBezTo>
                      <a:pt x="3" y="1"/>
                      <a:pt x="3" y="1"/>
                      <a:pt x="2" y="2"/>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72" name="Freeform 114"/>
              <p:cNvSpPr/>
              <p:nvPr/>
            </p:nvSpPr>
            <p:spPr bwMode="auto">
              <a:xfrm>
                <a:off x="6754226" y="4372471"/>
                <a:ext cx="50580" cy="66839"/>
              </a:xfrm>
              <a:custGeom>
                <a:avLst/>
                <a:gdLst>
                  <a:gd name="T0" fmla="*/ 10 w 12"/>
                  <a:gd name="T1" fmla="*/ 14 h 16"/>
                  <a:gd name="T2" fmla="*/ 12 w 12"/>
                  <a:gd name="T3" fmla="*/ 14 h 16"/>
                  <a:gd name="T4" fmla="*/ 4 w 12"/>
                  <a:gd name="T5" fmla="*/ 0 h 16"/>
                  <a:gd name="T6" fmla="*/ 0 w 12"/>
                  <a:gd name="T7" fmla="*/ 2 h 16"/>
                  <a:gd name="T8" fmla="*/ 8 w 12"/>
                  <a:gd name="T9" fmla="*/ 16 h 16"/>
                  <a:gd name="T10" fmla="*/ 10 w 12"/>
                  <a:gd name="T11" fmla="*/ 14 h 16"/>
                </a:gdLst>
                <a:ahLst/>
                <a:cxnLst>
                  <a:cxn ang="0">
                    <a:pos x="T0" y="T1"/>
                  </a:cxn>
                  <a:cxn ang="0">
                    <a:pos x="T2" y="T3"/>
                  </a:cxn>
                  <a:cxn ang="0">
                    <a:pos x="T4" y="T5"/>
                  </a:cxn>
                  <a:cxn ang="0">
                    <a:pos x="T6" y="T7"/>
                  </a:cxn>
                  <a:cxn ang="0">
                    <a:pos x="T8" y="T9"/>
                  </a:cxn>
                  <a:cxn ang="0">
                    <a:pos x="T10" y="T11"/>
                  </a:cxn>
                </a:cxnLst>
                <a:rect l="0" t="0" r="r" b="b"/>
                <a:pathLst>
                  <a:path w="12" h="16">
                    <a:moveTo>
                      <a:pt x="10" y="14"/>
                    </a:moveTo>
                    <a:cubicBezTo>
                      <a:pt x="11" y="14"/>
                      <a:pt x="11" y="14"/>
                      <a:pt x="12" y="14"/>
                    </a:cubicBezTo>
                    <a:cubicBezTo>
                      <a:pt x="4" y="0"/>
                      <a:pt x="4" y="0"/>
                      <a:pt x="4" y="0"/>
                    </a:cubicBezTo>
                    <a:cubicBezTo>
                      <a:pt x="0" y="2"/>
                      <a:pt x="0" y="2"/>
                      <a:pt x="0" y="2"/>
                    </a:cubicBezTo>
                    <a:cubicBezTo>
                      <a:pt x="8" y="16"/>
                      <a:pt x="8" y="16"/>
                      <a:pt x="8" y="16"/>
                    </a:cubicBezTo>
                    <a:cubicBezTo>
                      <a:pt x="9" y="15"/>
                      <a:pt x="9" y="15"/>
                      <a:pt x="10" y="1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73" name="组合 172"/>
            <p:cNvGrpSpPr/>
            <p:nvPr/>
          </p:nvGrpSpPr>
          <p:grpSpPr>
            <a:xfrm>
              <a:off x="9302" y="7947"/>
              <a:ext cx="512" cy="595"/>
              <a:chOff x="5907008" y="4392341"/>
              <a:chExt cx="325159" cy="377546"/>
            </a:xfrm>
            <a:grpFill/>
          </p:grpSpPr>
          <p:sp>
            <p:nvSpPr>
              <p:cNvPr id="174" name="Freeform 115"/>
              <p:cNvSpPr>
                <a:spLocks noEditPoints="1"/>
              </p:cNvSpPr>
              <p:nvPr/>
            </p:nvSpPr>
            <p:spPr bwMode="auto">
              <a:xfrm>
                <a:off x="5907008" y="4444728"/>
                <a:ext cx="121032" cy="222192"/>
              </a:xfrm>
              <a:custGeom>
                <a:avLst/>
                <a:gdLst>
                  <a:gd name="T0" fmla="*/ 28 w 28"/>
                  <a:gd name="T1" fmla="*/ 30 h 52"/>
                  <a:gd name="T2" fmla="*/ 28 w 28"/>
                  <a:gd name="T3" fmla="*/ 0 h 52"/>
                  <a:gd name="T4" fmla="*/ 0 w 28"/>
                  <a:gd name="T5" fmla="*/ 32 h 52"/>
                  <a:gd name="T6" fmla="*/ 7 w 28"/>
                  <a:gd name="T7" fmla="*/ 52 h 52"/>
                  <a:gd name="T8" fmla="*/ 28 w 28"/>
                  <a:gd name="T9" fmla="*/ 30 h 52"/>
                  <a:gd name="T10" fmla="*/ 24 w 28"/>
                  <a:gd name="T11" fmla="*/ 5 h 52"/>
                  <a:gd name="T12" fmla="*/ 24 w 28"/>
                  <a:gd name="T13" fmla="*/ 29 h 52"/>
                  <a:gd name="T14" fmla="*/ 7 w 28"/>
                  <a:gd name="T15" fmla="*/ 45 h 52"/>
                  <a:gd name="T16" fmla="*/ 4 w 28"/>
                  <a:gd name="T17" fmla="*/ 32 h 52"/>
                  <a:gd name="T18" fmla="*/ 24 w 28"/>
                  <a:gd name="T19" fmla="*/ 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52">
                    <a:moveTo>
                      <a:pt x="28" y="30"/>
                    </a:moveTo>
                    <a:cubicBezTo>
                      <a:pt x="28" y="0"/>
                      <a:pt x="28" y="0"/>
                      <a:pt x="28" y="0"/>
                    </a:cubicBezTo>
                    <a:cubicBezTo>
                      <a:pt x="12" y="2"/>
                      <a:pt x="0" y="16"/>
                      <a:pt x="0" y="32"/>
                    </a:cubicBezTo>
                    <a:cubicBezTo>
                      <a:pt x="0" y="39"/>
                      <a:pt x="3" y="46"/>
                      <a:pt x="7" y="52"/>
                    </a:cubicBezTo>
                    <a:lnTo>
                      <a:pt x="28" y="30"/>
                    </a:lnTo>
                    <a:close/>
                    <a:moveTo>
                      <a:pt x="24" y="5"/>
                    </a:moveTo>
                    <a:cubicBezTo>
                      <a:pt x="24" y="29"/>
                      <a:pt x="24" y="29"/>
                      <a:pt x="24" y="29"/>
                    </a:cubicBezTo>
                    <a:cubicBezTo>
                      <a:pt x="7" y="45"/>
                      <a:pt x="7" y="45"/>
                      <a:pt x="7" y="45"/>
                    </a:cubicBezTo>
                    <a:cubicBezTo>
                      <a:pt x="5" y="41"/>
                      <a:pt x="4" y="37"/>
                      <a:pt x="4" y="32"/>
                    </a:cubicBezTo>
                    <a:cubicBezTo>
                      <a:pt x="4" y="19"/>
                      <a:pt x="12" y="9"/>
                      <a:pt x="24" y="5"/>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75" name="Freeform 116"/>
              <p:cNvSpPr>
                <a:spLocks noEditPoints="1"/>
              </p:cNvSpPr>
              <p:nvPr/>
            </p:nvSpPr>
            <p:spPr bwMode="auto">
              <a:xfrm>
                <a:off x="5925073" y="4392341"/>
                <a:ext cx="307094" cy="377546"/>
              </a:xfrm>
              <a:custGeom>
                <a:avLst/>
                <a:gdLst>
                  <a:gd name="T0" fmla="*/ 32 w 72"/>
                  <a:gd name="T1" fmla="*/ 0 h 88"/>
                  <a:gd name="T2" fmla="*/ 32 w 72"/>
                  <a:gd name="T3" fmla="*/ 46 h 88"/>
                  <a:gd name="T4" fmla="*/ 0 w 72"/>
                  <a:gd name="T5" fmla="*/ 78 h 88"/>
                  <a:gd name="T6" fmla="*/ 28 w 72"/>
                  <a:gd name="T7" fmla="*/ 88 h 88"/>
                  <a:gd name="T8" fmla="*/ 72 w 72"/>
                  <a:gd name="T9" fmla="*/ 44 h 88"/>
                  <a:gd name="T10" fmla="*/ 32 w 72"/>
                  <a:gd name="T11" fmla="*/ 0 h 88"/>
                  <a:gd name="T12" fmla="*/ 28 w 72"/>
                  <a:gd name="T13" fmla="*/ 84 h 88"/>
                  <a:gd name="T14" fmla="*/ 6 w 72"/>
                  <a:gd name="T15" fmla="*/ 77 h 88"/>
                  <a:gd name="T16" fmla="*/ 35 w 72"/>
                  <a:gd name="T17" fmla="*/ 48 h 88"/>
                  <a:gd name="T18" fmla="*/ 36 w 72"/>
                  <a:gd name="T19" fmla="*/ 47 h 88"/>
                  <a:gd name="T20" fmla="*/ 36 w 72"/>
                  <a:gd name="T21" fmla="*/ 46 h 88"/>
                  <a:gd name="T22" fmla="*/ 36 w 72"/>
                  <a:gd name="T23" fmla="*/ 5 h 88"/>
                  <a:gd name="T24" fmla="*/ 68 w 72"/>
                  <a:gd name="T25" fmla="*/ 44 h 88"/>
                  <a:gd name="T26" fmla="*/ 28 w 72"/>
                  <a:gd name="T27"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88">
                    <a:moveTo>
                      <a:pt x="32" y="0"/>
                    </a:moveTo>
                    <a:cubicBezTo>
                      <a:pt x="32" y="46"/>
                      <a:pt x="32" y="46"/>
                      <a:pt x="32" y="46"/>
                    </a:cubicBezTo>
                    <a:cubicBezTo>
                      <a:pt x="0" y="78"/>
                      <a:pt x="0" y="78"/>
                      <a:pt x="0" y="78"/>
                    </a:cubicBezTo>
                    <a:cubicBezTo>
                      <a:pt x="7" y="84"/>
                      <a:pt x="17" y="88"/>
                      <a:pt x="28" y="88"/>
                    </a:cubicBezTo>
                    <a:cubicBezTo>
                      <a:pt x="52" y="88"/>
                      <a:pt x="72" y="68"/>
                      <a:pt x="72" y="44"/>
                    </a:cubicBezTo>
                    <a:cubicBezTo>
                      <a:pt x="72" y="21"/>
                      <a:pt x="54" y="2"/>
                      <a:pt x="32" y="0"/>
                    </a:cubicBezTo>
                    <a:close/>
                    <a:moveTo>
                      <a:pt x="28" y="84"/>
                    </a:moveTo>
                    <a:cubicBezTo>
                      <a:pt x="20" y="84"/>
                      <a:pt x="12" y="82"/>
                      <a:pt x="6" y="77"/>
                    </a:cubicBezTo>
                    <a:cubicBezTo>
                      <a:pt x="35" y="48"/>
                      <a:pt x="35" y="48"/>
                      <a:pt x="35" y="48"/>
                    </a:cubicBezTo>
                    <a:cubicBezTo>
                      <a:pt x="36" y="47"/>
                      <a:pt x="36" y="47"/>
                      <a:pt x="36" y="47"/>
                    </a:cubicBezTo>
                    <a:cubicBezTo>
                      <a:pt x="36" y="46"/>
                      <a:pt x="36" y="46"/>
                      <a:pt x="36" y="46"/>
                    </a:cubicBezTo>
                    <a:cubicBezTo>
                      <a:pt x="36" y="5"/>
                      <a:pt x="36" y="5"/>
                      <a:pt x="36" y="5"/>
                    </a:cubicBezTo>
                    <a:cubicBezTo>
                      <a:pt x="55" y="9"/>
                      <a:pt x="68" y="25"/>
                      <a:pt x="68" y="44"/>
                    </a:cubicBezTo>
                    <a:cubicBezTo>
                      <a:pt x="68" y="66"/>
                      <a:pt x="50" y="84"/>
                      <a:pt x="28" y="8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176" name="Freeform 117"/>
            <p:cNvSpPr>
              <a:spLocks noEditPoints="1"/>
            </p:cNvSpPr>
            <p:nvPr/>
          </p:nvSpPr>
          <p:spPr bwMode="auto">
            <a:xfrm>
              <a:off x="4051" y="8030"/>
              <a:ext cx="646" cy="430"/>
            </a:xfrm>
            <a:custGeom>
              <a:avLst/>
              <a:gdLst>
                <a:gd name="T0" fmla="*/ 59 w 96"/>
                <a:gd name="T1" fmla="*/ 4 h 64"/>
                <a:gd name="T2" fmla="*/ 82 w 96"/>
                <a:gd name="T3" fmla="*/ 26 h 64"/>
                <a:gd name="T4" fmla="*/ 82 w 96"/>
                <a:gd name="T5" fmla="*/ 29 h 64"/>
                <a:gd name="T6" fmla="*/ 81 w 96"/>
                <a:gd name="T7" fmla="*/ 32 h 64"/>
                <a:gd name="T8" fmla="*/ 84 w 96"/>
                <a:gd name="T9" fmla="*/ 33 h 64"/>
                <a:gd name="T10" fmla="*/ 92 w 96"/>
                <a:gd name="T11" fmla="*/ 46 h 64"/>
                <a:gd name="T12" fmla="*/ 78 w 96"/>
                <a:gd name="T13" fmla="*/ 60 h 64"/>
                <a:gd name="T14" fmla="*/ 19 w 96"/>
                <a:gd name="T15" fmla="*/ 60 h 64"/>
                <a:gd name="T16" fmla="*/ 4 w 96"/>
                <a:gd name="T17" fmla="*/ 45 h 64"/>
                <a:gd name="T18" fmla="*/ 16 w 96"/>
                <a:gd name="T19" fmla="*/ 30 h 64"/>
                <a:gd name="T20" fmla="*/ 20 w 96"/>
                <a:gd name="T21" fmla="*/ 30 h 64"/>
                <a:gd name="T22" fmla="*/ 20 w 96"/>
                <a:gd name="T23" fmla="*/ 26 h 64"/>
                <a:gd name="T24" fmla="*/ 20 w 96"/>
                <a:gd name="T25" fmla="*/ 25 h 64"/>
                <a:gd name="T26" fmla="*/ 29 w 96"/>
                <a:gd name="T27" fmla="*/ 15 h 64"/>
                <a:gd name="T28" fmla="*/ 34 w 96"/>
                <a:gd name="T29" fmla="*/ 17 h 64"/>
                <a:gd name="T30" fmla="*/ 37 w 96"/>
                <a:gd name="T31" fmla="*/ 19 h 64"/>
                <a:gd name="T32" fmla="*/ 39 w 96"/>
                <a:gd name="T33" fmla="*/ 15 h 64"/>
                <a:gd name="T34" fmla="*/ 59 w 96"/>
                <a:gd name="T35" fmla="*/ 4 h 64"/>
                <a:gd name="T36" fmla="*/ 59 w 96"/>
                <a:gd name="T37" fmla="*/ 0 h 64"/>
                <a:gd name="T38" fmla="*/ 36 w 96"/>
                <a:gd name="T39" fmla="*/ 13 h 64"/>
                <a:gd name="T40" fmla="*/ 29 w 96"/>
                <a:gd name="T41" fmla="*/ 11 h 64"/>
                <a:gd name="T42" fmla="*/ 16 w 96"/>
                <a:gd name="T43" fmla="*/ 25 h 64"/>
                <a:gd name="T44" fmla="*/ 16 w 96"/>
                <a:gd name="T45" fmla="*/ 27 h 64"/>
                <a:gd name="T46" fmla="*/ 0 w 96"/>
                <a:gd name="T47" fmla="*/ 45 h 64"/>
                <a:gd name="T48" fmla="*/ 19 w 96"/>
                <a:gd name="T49" fmla="*/ 64 h 64"/>
                <a:gd name="T50" fmla="*/ 78 w 96"/>
                <a:gd name="T51" fmla="*/ 64 h 64"/>
                <a:gd name="T52" fmla="*/ 96 w 96"/>
                <a:gd name="T53" fmla="*/ 46 h 64"/>
                <a:gd name="T54" fmla="*/ 86 w 96"/>
                <a:gd name="T55" fmla="*/ 30 h 64"/>
                <a:gd name="T56" fmla="*/ 86 w 96"/>
                <a:gd name="T57" fmla="*/ 26 h 64"/>
                <a:gd name="T58" fmla="*/ 59 w 96"/>
                <a:gd name="T5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 h="64">
                  <a:moveTo>
                    <a:pt x="59" y="4"/>
                  </a:moveTo>
                  <a:cubicBezTo>
                    <a:pt x="72" y="4"/>
                    <a:pt x="82" y="14"/>
                    <a:pt x="82" y="26"/>
                  </a:cubicBezTo>
                  <a:cubicBezTo>
                    <a:pt x="82" y="27"/>
                    <a:pt x="82" y="28"/>
                    <a:pt x="82" y="29"/>
                  </a:cubicBezTo>
                  <a:cubicBezTo>
                    <a:pt x="81" y="32"/>
                    <a:pt x="81" y="32"/>
                    <a:pt x="81" y="32"/>
                  </a:cubicBezTo>
                  <a:cubicBezTo>
                    <a:pt x="84" y="33"/>
                    <a:pt x="84" y="33"/>
                    <a:pt x="84" y="33"/>
                  </a:cubicBezTo>
                  <a:cubicBezTo>
                    <a:pt x="89" y="36"/>
                    <a:pt x="92" y="41"/>
                    <a:pt x="92" y="46"/>
                  </a:cubicBezTo>
                  <a:cubicBezTo>
                    <a:pt x="92" y="54"/>
                    <a:pt x="86" y="60"/>
                    <a:pt x="78" y="60"/>
                  </a:cubicBezTo>
                  <a:cubicBezTo>
                    <a:pt x="19" y="60"/>
                    <a:pt x="19" y="60"/>
                    <a:pt x="19" y="60"/>
                  </a:cubicBezTo>
                  <a:cubicBezTo>
                    <a:pt x="11" y="60"/>
                    <a:pt x="4" y="53"/>
                    <a:pt x="4" y="45"/>
                  </a:cubicBezTo>
                  <a:cubicBezTo>
                    <a:pt x="4" y="38"/>
                    <a:pt x="9" y="32"/>
                    <a:pt x="16" y="30"/>
                  </a:cubicBezTo>
                  <a:cubicBezTo>
                    <a:pt x="20" y="30"/>
                    <a:pt x="20" y="30"/>
                    <a:pt x="20" y="30"/>
                  </a:cubicBezTo>
                  <a:cubicBezTo>
                    <a:pt x="20" y="26"/>
                    <a:pt x="20" y="26"/>
                    <a:pt x="20" y="26"/>
                  </a:cubicBezTo>
                  <a:cubicBezTo>
                    <a:pt x="20" y="26"/>
                    <a:pt x="20" y="25"/>
                    <a:pt x="20" y="25"/>
                  </a:cubicBezTo>
                  <a:cubicBezTo>
                    <a:pt x="20" y="20"/>
                    <a:pt x="24" y="15"/>
                    <a:pt x="29" y="15"/>
                  </a:cubicBezTo>
                  <a:cubicBezTo>
                    <a:pt x="31" y="15"/>
                    <a:pt x="33" y="16"/>
                    <a:pt x="34" y="17"/>
                  </a:cubicBezTo>
                  <a:cubicBezTo>
                    <a:pt x="37" y="19"/>
                    <a:pt x="37" y="19"/>
                    <a:pt x="37" y="19"/>
                  </a:cubicBezTo>
                  <a:cubicBezTo>
                    <a:pt x="39" y="15"/>
                    <a:pt x="39" y="15"/>
                    <a:pt x="39" y="15"/>
                  </a:cubicBezTo>
                  <a:cubicBezTo>
                    <a:pt x="44" y="8"/>
                    <a:pt x="51" y="4"/>
                    <a:pt x="59" y="4"/>
                  </a:cubicBezTo>
                  <a:moveTo>
                    <a:pt x="59" y="0"/>
                  </a:moveTo>
                  <a:cubicBezTo>
                    <a:pt x="49" y="0"/>
                    <a:pt x="41" y="5"/>
                    <a:pt x="36" y="13"/>
                  </a:cubicBezTo>
                  <a:cubicBezTo>
                    <a:pt x="34" y="12"/>
                    <a:pt x="32" y="11"/>
                    <a:pt x="29" y="11"/>
                  </a:cubicBezTo>
                  <a:cubicBezTo>
                    <a:pt x="22" y="11"/>
                    <a:pt x="16" y="18"/>
                    <a:pt x="16" y="25"/>
                  </a:cubicBezTo>
                  <a:cubicBezTo>
                    <a:pt x="16" y="26"/>
                    <a:pt x="16" y="26"/>
                    <a:pt x="16" y="27"/>
                  </a:cubicBezTo>
                  <a:cubicBezTo>
                    <a:pt x="7" y="28"/>
                    <a:pt x="0" y="36"/>
                    <a:pt x="0" y="45"/>
                  </a:cubicBezTo>
                  <a:cubicBezTo>
                    <a:pt x="0" y="56"/>
                    <a:pt x="9" y="64"/>
                    <a:pt x="19" y="64"/>
                  </a:cubicBezTo>
                  <a:cubicBezTo>
                    <a:pt x="78" y="64"/>
                    <a:pt x="78" y="64"/>
                    <a:pt x="78" y="64"/>
                  </a:cubicBezTo>
                  <a:cubicBezTo>
                    <a:pt x="88" y="64"/>
                    <a:pt x="96" y="56"/>
                    <a:pt x="96" y="46"/>
                  </a:cubicBezTo>
                  <a:cubicBezTo>
                    <a:pt x="96" y="39"/>
                    <a:pt x="92" y="33"/>
                    <a:pt x="86" y="30"/>
                  </a:cubicBezTo>
                  <a:cubicBezTo>
                    <a:pt x="86" y="29"/>
                    <a:pt x="86" y="27"/>
                    <a:pt x="86" y="26"/>
                  </a:cubicBezTo>
                  <a:cubicBezTo>
                    <a:pt x="86" y="12"/>
                    <a:pt x="74" y="0"/>
                    <a:pt x="59"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177" name="组合 176"/>
            <p:cNvGrpSpPr/>
            <p:nvPr/>
          </p:nvGrpSpPr>
          <p:grpSpPr>
            <a:xfrm>
              <a:off x="5342" y="8030"/>
              <a:ext cx="649" cy="430"/>
              <a:chOff x="3392449" y="4444728"/>
              <a:chExt cx="411868" cy="272772"/>
            </a:xfrm>
            <a:grpFill/>
          </p:grpSpPr>
          <p:sp>
            <p:nvSpPr>
              <p:cNvPr id="178" name="Freeform 118"/>
              <p:cNvSpPr>
                <a:spLocks noEditPoints="1"/>
              </p:cNvSpPr>
              <p:nvPr/>
            </p:nvSpPr>
            <p:spPr bwMode="auto">
              <a:xfrm>
                <a:off x="3392449" y="4444728"/>
                <a:ext cx="411868" cy="272772"/>
              </a:xfrm>
              <a:custGeom>
                <a:avLst/>
                <a:gdLst>
                  <a:gd name="T0" fmla="*/ 85 w 96"/>
                  <a:gd name="T1" fmla="*/ 31 h 64"/>
                  <a:gd name="T2" fmla="*/ 85 w 96"/>
                  <a:gd name="T3" fmla="*/ 26 h 64"/>
                  <a:gd name="T4" fmla="*/ 60 w 96"/>
                  <a:gd name="T5" fmla="*/ 0 h 64"/>
                  <a:gd name="T6" fmla="*/ 36 w 96"/>
                  <a:gd name="T7" fmla="*/ 15 h 64"/>
                  <a:gd name="T8" fmla="*/ 29 w 96"/>
                  <a:gd name="T9" fmla="*/ 12 h 64"/>
                  <a:gd name="T10" fmla="*/ 16 w 96"/>
                  <a:gd name="T11" fmla="*/ 25 h 64"/>
                  <a:gd name="T12" fmla="*/ 17 w 96"/>
                  <a:gd name="T13" fmla="*/ 28 h 64"/>
                  <a:gd name="T14" fmla="*/ 0 w 96"/>
                  <a:gd name="T15" fmla="*/ 46 h 64"/>
                  <a:gd name="T16" fmla="*/ 18 w 96"/>
                  <a:gd name="T17" fmla="*/ 64 h 64"/>
                  <a:gd name="T18" fmla="*/ 79 w 96"/>
                  <a:gd name="T19" fmla="*/ 64 h 64"/>
                  <a:gd name="T20" fmla="*/ 96 w 96"/>
                  <a:gd name="T21" fmla="*/ 47 h 64"/>
                  <a:gd name="T22" fmla="*/ 85 w 96"/>
                  <a:gd name="T23" fmla="*/ 31 h 64"/>
                  <a:gd name="T24" fmla="*/ 79 w 96"/>
                  <a:gd name="T25" fmla="*/ 60 h 64"/>
                  <a:gd name="T26" fmla="*/ 18 w 96"/>
                  <a:gd name="T27" fmla="*/ 60 h 64"/>
                  <a:gd name="T28" fmla="*/ 4 w 96"/>
                  <a:gd name="T29" fmla="*/ 46 h 64"/>
                  <a:gd name="T30" fmla="*/ 17 w 96"/>
                  <a:gd name="T31" fmla="*/ 32 h 64"/>
                  <a:gd name="T32" fmla="*/ 22 w 96"/>
                  <a:gd name="T33" fmla="*/ 31 h 64"/>
                  <a:gd name="T34" fmla="*/ 20 w 96"/>
                  <a:gd name="T35" fmla="*/ 27 h 64"/>
                  <a:gd name="T36" fmla="*/ 20 w 96"/>
                  <a:gd name="T37" fmla="*/ 25 h 64"/>
                  <a:gd name="T38" fmla="*/ 29 w 96"/>
                  <a:gd name="T39" fmla="*/ 16 h 64"/>
                  <a:gd name="T40" fmla="*/ 34 w 96"/>
                  <a:gd name="T41" fmla="*/ 18 h 64"/>
                  <a:gd name="T42" fmla="*/ 38 w 96"/>
                  <a:gd name="T43" fmla="*/ 21 h 64"/>
                  <a:gd name="T44" fmla="*/ 40 w 96"/>
                  <a:gd name="T45" fmla="*/ 17 h 64"/>
                  <a:gd name="T46" fmla="*/ 60 w 96"/>
                  <a:gd name="T47" fmla="*/ 4 h 64"/>
                  <a:gd name="T48" fmla="*/ 81 w 96"/>
                  <a:gd name="T49" fmla="*/ 26 h 64"/>
                  <a:gd name="T50" fmla="*/ 81 w 96"/>
                  <a:gd name="T51" fmla="*/ 30 h 64"/>
                  <a:gd name="T52" fmla="*/ 80 w 96"/>
                  <a:gd name="T53" fmla="*/ 33 h 64"/>
                  <a:gd name="T54" fmla="*/ 83 w 96"/>
                  <a:gd name="T55" fmla="*/ 34 h 64"/>
                  <a:gd name="T56" fmla="*/ 92 w 96"/>
                  <a:gd name="T57" fmla="*/ 47 h 64"/>
                  <a:gd name="T58" fmla="*/ 79 w 96"/>
                  <a:gd name="T5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 h="64">
                    <a:moveTo>
                      <a:pt x="85" y="31"/>
                    </a:moveTo>
                    <a:cubicBezTo>
                      <a:pt x="85" y="29"/>
                      <a:pt x="85" y="27"/>
                      <a:pt x="85" y="26"/>
                    </a:cubicBezTo>
                    <a:cubicBezTo>
                      <a:pt x="85" y="12"/>
                      <a:pt x="74" y="0"/>
                      <a:pt x="60" y="0"/>
                    </a:cubicBezTo>
                    <a:cubicBezTo>
                      <a:pt x="50" y="0"/>
                      <a:pt x="41" y="6"/>
                      <a:pt x="36" y="15"/>
                    </a:cubicBezTo>
                    <a:cubicBezTo>
                      <a:pt x="34" y="13"/>
                      <a:pt x="31" y="12"/>
                      <a:pt x="29" y="12"/>
                    </a:cubicBezTo>
                    <a:cubicBezTo>
                      <a:pt x="22" y="12"/>
                      <a:pt x="16" y="18"/>
                      <a:pt x="16" y="25"/>
                    </a:cubicBezTo>
                    <a:cubicBezTo>
                      <a:pt x="16" y="26"/>
                      <a:pt x="16" y="27"/>
                      <a:pt x="17" y="28"/>
                    </a:cubicBezTo>
                    <a:cubicBezTo>
                      <a:pt x="7" y="29"/>
                      <a:pt x="0" y="36"/>
                      <a:pt x="0" y="46"/>
                    </a:cubicBezTo>
                    <a:cubicBezTo>
                      <a:pt x="0" y="56"/>
                      <a:pt x="8" y="64"/>
                      <a:pt x="18" y="64"/>
                    </a:cubicBezTo>
                    <a:cubicBezTo>
                      <a:pt x="79" y="64"/>
                      <a:pt x="79" y="64"/>
                      <a:pt x="79" y="64"/>
                    </a:cubicBezTo>
                    <a:cubicBezTo>
                      <a:pt x="88" y="64"/>
                      <a:pt x="96" y="56"/>
                      <a:pt x="96" y="47"/>
                    </a:cubicBezTo>
                    <a:cubicBezTo>
                      <a:pt x="96" y="40"/>
                      <a:pt x="92" y="33"/>
                      <a:pt x="85" y="31"/>
                    </a:cubicBezTo>
                    <a:close/>
                    <a:moveTo>
                      <a:pt x="79" y="60"/>
                    </a:moveTo>
                    <a:cubicBezTo>
                      <a:pt x="18" y="60"/>
                      <a:pt x="18" y="60"/>
                      <a:pt x="18" y="60"/>
                    </a:cubicBezTo>
                    <a:cubicBezTo>
                      <a:pt x="10" y="60"/>
                      <a:pt x="4" y="54"/>
                      <a:pt x="4" y="46"/>
                    </a:cubicBezTo>
                    <a:cubicBezTo>
                      <a:pt x="4" y="39"/>
                      <a:pt x="10" y="32"/>
                      <a:pt x="17" y="32"/>
                    </a:cubicBezTo>
                    <a:cubicBezTo>
                      <a:pt x="22" y="31"/>
                      <a:pt x="22" y="31"/>
                      <a:pt x="22" y="31"/>
                    </a:cubicBezTo>
                    <a:cubicBezTo>
                      <a:pt x="20" y="27"/>
                      <a:pt x="20" y="27"/>
                      <a:pt x="20" y="27"/>
                    </a:cubicBezTo>
                    <a:cubicBezTo>
                      <a:pt x="20" y="26"/>
                      <a:pt x="20" y="25"/>
                      <a:pt x="20" y="25"/>
                    </a:cubicBezTo>
                    <a:cubicBezTo>
                      <a:pt x="20" y="20"/>
                      <a:pt x="24" y="16"/>
                      <a:pt x="29" y="16"/>
                    </a:cubicBezTo>
                    <a:cubicBezTo>
                      <a:pt x="30" y="16"/>
                      <a:pt x="32" y="17"/>
                      <a:pt x="34" y="18"/>
                    </a:cubicBezTo>
                    <a:cubicBezTo>
                      <a:pt x="38" y="21"/>
                      <a:pt x="38" y="21"/>
                      <a:pt x="38" y="21"/>
                    </a:cubicBezTo>
                    <a:cubicBezTo>
                      <a:pt x="40" y="17"/>
                      <a:pt x="40" y="17"/>
                      <a:pt x="40" y="17"/>
                    </a:cubicBezTo>
                    <a:cubicBezTo>
                      <a:pt x="43" y="9"/>
                      <a:pt x="51" y="4"/>
                      <a:pt x="60" y="4"/>
                    </a:cubicBezTo>
                    <a:cubicBezTo>
                      <a:pt x="72" y="4"/>
                      <a:pt x="81" y="14"/>
                      <a:pt x="81" y="26"/>
                    </a:cubicBezTo>
                    <a:cubicBezTo>
                      <a:pt x="81" y="27"/>
                      <a:pt x="81" y="29"/>
                      <a:pt x="81" y="30"/>
                    </a:cubicBezTo>
                    <a:cubicBezTo>
                      <a:pt x="80" y="33"/>
                      <a:pt x="80" y="33"/>
                      <a:pt x="80" y="33"/>
                    </a:cubicBezTo>
                    <a:cubicBezTo>
                      <a:pt x="83" y="34"/>
                      <a:pt x="83" y="34"/>
                      <a:pt x="83" y="34"/>
                    </a:cubicBezTo>
                    <a:cubicBezTo>
                      <a:pt x="89" y="36"/>
                      <a:pt x="92" y="41"/>
                      <a:pt x="92" y="47"/>
                    </a:cubicBezTo>
                    <a:cubicBezTo>
                      <a:pt x="92" y="54"/>
                      <a:pt x="86" y="60"/>
                      <a:pt x="79" y="6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79" name="Freeform 119"/>
              <p:cNvSpPr/>
              <p:nvPr/>
            </p:nvSpPr>
            <p:spPr bwMode="auto">
              <a:xfrm>
                <a:off x="3538769" y="4554921"/>
                <a:ext cx="119225" cy="119225"/>
              </a:xfrm>
              <a:custGeom>
                <a:avLst/>
                <a:gdLst>
                  <a:gd name="T0" fmla="*/ 66 w 66"/>
                  <a:gd name="T1" fmla="*/ 14 h 66"/>
                  <a:gd name="T2" fmla="*/ 52 w 66"/>
                  <a:gd name="T3" fmla="*/ 0 h 66"/>
                  <a:gd name="T4" fmla="*/ 33 w 66"/>
                  <a:gd name="T5" fmla="*/ 19 h 66"/>
                  <a:gd name="T6" fmla="*/ 14 w 66"/>
                  <a:gd name="T7" fmla="*/ 0 h 66"/>
                  <a:gd name="T8" fmla="*/ 0 w 66"/>
                  <a:gd name="T9" fmla="*/ 14 h 66"/>
                  <a:gd name="T10" fmla="*/ 19 w 66"/>
                  <a:gd name="T11" fmla="*/ 33 h 66"/>
                  <a:gd name="T12" fmla="*/ 0 w 66"/>
                  <a:gd name="T13" fmla="*/ 52 h 66"/>
                  <a:gd name="T14" fmla="*/ 14 w 66"/>
                  <a:gd name="T15" fmla="*/ 66 h 66"/>
                  <a:gd name="T16" fmla="*/ 33 w 66"/>
                  <a:gd name="T17" fmla="*/ 48 h 66"/>
                  <a:gd name="T18" fmla="*/ 52 w 66"/>
                  <a:gd name="T19" fmla="*/ 66 h 66"/>
                  <a:gd name="T20" fmla="*/ 66 w 66"/>
                  <a:gd name="T21" fmla="*/ 52 h 66"/>
                  <a:gd name="T22" fmla="*/ 47 w 66"/>
                  <a:gd name="T23" fmla="*/ 33 h 66"/>
                  <a:gd name="T24" fmla="*/ 66 w 66"/>
                  <a:gd name="T25"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66" y="14"/>
                    </a:moveTo>
                    <a:lnTo>
                      <a:pt x="52" y="0"/>
                    </a:lnTo>
                    <a:lnTo>
                      <a:pt x="33" y="19"/>
                    </a:lnTo>
                    <a:lnTo>
                      <a:pt x="14" y="0"/>
                    </a:lnTo>
                    <a:lnTo>
                      <a:pt x="0" y="14"/>
                    </a:lnTo>
                    <a:lnTo>
                      <a:pt x="19" y="33"/>
                    </a:lnTo>
                    <a:lnTo>
                      <a:pt x="0" y="52"/>
                    </a:lnTo>
                    <a:lnTo>
                      <a:pt x="14" y="66"/>
                    </a:lnTo>
                    <a:lnTo>
                      <a:pt x="33" y="48"/>
                    </a:lnTo>
                    <a:lnTo>
                      <a:pt x="52" y="66"/>
                    </a:lnTo>
                    <a:lnTo>
                      <a:pt x="66" y="52"/>
                    </a:lnTo>
                    <a:lnTo>
                      <a:pt x="47" y="33"/>
                    </a:lnTo>
                    <a:lnTo>
                      <a:pt x="66" y="1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80" name="组合 179"/>
            <p:cNvGrpSpPr/>
            <p:nvPr/>
          </p:nvGrpSpPr>
          <p:grpSpPr>
            <a:xfrm>
              <a:off x="6637" y="8030"/>
              <a:ext cx="646" cy="430"/>
              <a:chOff x="4214377" y="4444728"/>
              <a:chExt cx="410062" cy="272772"/>
            </a:xfrm>
            <a:grpFill/>
          </p:grpSpPr>
          <p:sp>
            <p:nvSpPr>
              <p:cNvPr id="181" name="Freeform 120"/>
              <p:cNvSpPr>
                <a:spLocks noEditPoints="1"/>
              </p:cNvSpPr>
              <p:nvPr/>
            </p:nvSpPr>
            <p:spPr bwMode="auto">
              <a:xfrm>
                <a:off x="4214377" y="4444728"/>
                <a:ext cx="410062" cy="272772"/>
              </a:xfrm>
              <a:custGeom>
                <a:avLst/>
                <a:gdLst>
                  <a:gd name="T0" fmla="*/ 85 w 96"/>
                  <a:gd name="T1" fmla="*/ 31 h 64"/>
                  <a:gd name="T2" fmla="*/ 85 w 96"/>
                  <a:gd name="T3" fmla="*/ 26 h 64"/>
                  <a:gd name="T4" fmla="*/ 60 w 96"/>
                  <a:gd name="T5" fmla="*/ 0 h 64"/>
                  <a:gd name="T6" fmla="*/ 36 w 96"/>
                  <a:gd name="T7" fmla="*/ 15 h 64"/>
                  <a:gd name="T8" fmla="*/ 29 w 96"/>
                  <a:gd name="T9" fmla="*/ 12 h 64"/>
                  <a:gd name="T10" fmla="*/ 16 w 96"/>
                  <a:gd name="T11" fmla="*/ 25 h 64"/>
                  <a:gd name="T12" fmla="*/ 17 w 96"/>
                  <a:gd name="T13" fmla="*/ 28 h 64"/>
                  <a:gd name="T14" fmla="*/ 0 w 96"/>
                  <a:gd name="T15" fmla="*/ 46 h 64"/>
                  <a:gd name="T16" fmla="*/ 18 w 96"/>
                  <a:gd name="T17" fmla="*/ 64 h 64"/>
                  <a:gd name="T18" fmla="*/ 79 w 96"/>
                  <a:gd name="T19" fmla="*/ 64 h 64"/>
                  <a:gd name="T20" fmla="*/ 96 w 96"/>
                  <a:gd name="T21" fmla="*/ 47 h 64"/>
                  <a:gd name="T22" fmla="*/ 85 w 96"/>
                  <a:gd name="T23" fmla="*/ 31 h 64"/>
                  <a:gd name="T24" fmla="*/ 79 w 96"/>
                  <a:gd name="T25" fmla="*/ 60 h 64"/>
                  <a:gd name="T26" fmla="*/ 18 w 96"/>
                  <a:gd name="T27" fmla="*/ 60 h 64"/>
                  <a:gd name="T28" fmla="*/ 4 w 96"/>
                  <a:gd name="T29" fmla="*/ 46 h 64"/>
                  <a:gd name="T30" fmla="*/ 17 w 96"/>
                  <a:gd name="T31" fmla="*/ 32 h 64"/>
                  <a:gd name="T32" fmla="*/ 22 w 96"/>
                  <a:gd name="T33" fmla="*/ 31 h 64"/>
                  <a:gd name="T34" fmla="*/ 20 w 96"/>
                  <a:gd name="T35" fmla="*/ 27 h 64"/>
                  <a:gd name="T36" fmla="*/ 20 w 96"/>
                  <a:gd name="T37" fmla="*/ 25 h 64"/>
                  <a:gd name="T38" fmla="*/ 29 w 96"/>
                  <a:gd name="T39" fmla="*/ 16 h 64"/>
                  <a:gd name="T40" fmla="*/ 34 w 96"/>
                  <a:gd name="T41" fmla="*/ 18 h 64"/>
                  <a:gd name="T42" fmla="*/ 38 w 96"/>
                  <a:gd name="T43" fmla="*/ 21 h 64"/>
                  <a:gd name="T44" fmla="*/ 40 w 96"/>
                  <a:gd name="T45" fmla="*/ 17 h 64"/>
                  <a:gd name="T46" fmla="*/ 60 w 96"/>
                  <a:gd name="T47" fmla="*/ 4 h 64"/>
                  <a:gd name="T48" fmla="*/ 81 w 96"/>
                  <a:gd name="T49" fmla="*/ 26 h 64"/>
                  <a:gd name="T50" fmla="*/ 81 w 96"/>
                  <a:gd name="T51" fmla="*/ 30 h 64"/>
                  <a:gd name="T52" fmla="*/ 80 w 96"/>
                  <a:gd name="T53" fmla="*/ 33 h 64"/>
                  <a:gd name="T54" fmla="*/ 83 w 96"/>
                  <a:gd name="T55" fmla="*/ 34 h 64"/>
                  <a:gd name="T56" fmla="*/ 92 w 96"/>
                  <a:gd name="T57" fmla="*/ 47 h 64"/>
                  <a:gd name="T58" fmla="*/ 79 w 96"/>
                  <a:gd name="T5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 h="64">
                    <a:moveTo>
                      <a:pt x="85" y="31"/>
                    </a:moveTo>
                    <a:cubicBezTo>
                      <a:pt x="85" y="29"/>
                      <a:pt x="85" y="28"/>
                      <a:pt x="85" y="26"/>
                    </a:cubicBezTo>
                    <a:cubicBezTo>
                      <a:pt x="85" y="12"/>
                      <a:pt x="74" y="0"/>
                      <a:pt x="60" y="0"/>
                    </a:cubicBezTo>
                    <a:cubicBezTo>
                      <a:pt x="50" y="0"/>
                      <a:pt x="41" y="6"/>
                      <a:pt x="36" y="15"/>
                    </a:cubicBezTo>
                    <a:cubicBezTo>
                      <a:pt x="34" y="13"/>
                      <a:pt x="31" y="12"/>
                      <a:pt x="29" y="12"/>
                    </a:cubicBezTo>
                    <a:cubicBezTo>
                      <a:pt x="22" y="12"/>
                      <a:pt x="16" y="18"/>
                      <a:pt x="16" y="25"/>
                    </a:cubicBezTo>
                    <a:cubicBezTo>
                      <a:pt x="16" y="26"/>
                      <a:pt x="16" y="27"/>
                      <a:pt x="17" y="28"/>
                    </a:cubicBezTo>
                    <a:cubicBezTo>
                      <a:pt x="7" y="29"/>
                      <a:pt x="0" y="36"/>
                      <a:pt x="0" y="46"/>
                    </a:cubicBezTo>
                    <a:cubicBezTo>
                      <a:pt x="0" y="56"/>
                      <a:pt x="8" y="64"/>
                      <a:pt x="18" y="64"/>
                    </a:cubicBezTo>
                    <a:cubicBezTo>
                      <a:pt x="79" y="64"/>
                      <a:pt x="79" y="64"/>
                      <a:pt x="79" y="64"/>
                    </a:cubicBezTo>
                    <a:cubicBezTo>
                      <a:pt x="88" y="64"/>
                      <a:pt x="96" y="56"/>
                      <a:pt x="96" y="47"/>
                    </a:cubicBezTo>
                    <a:cubicBezTo>
                      <a:pt x="96" y="40"/>
                      <a:pt x="92" y="33"/>
                      <a:pt x="85" y="31"/>
                    </a:cubicBezTo>
                    <a:close/>
                    <a:moveTo>
                      <a:pt x="79" y="60"/>
                    </a:moveTo>
                    <a:cubicBezTo>
                      <a:pt x="18" y="60"/>
                      <a:pt x="18" y="60"/>
                      <a:pt x="18" y="60"/>
                    </a:cubicBezTo>
                    <a:cubicBezTo>
                      <a:pt x="10" y="60"/>
                      <a:pt x="4" y="54"/>
                      <a:pt x="4" y="46"/>
                    </a:cubicBezTo>
                    <a:cubicBezTo>
                      <a:pt x="4" y="39"/>
                      <a:pt x="10" y="32"/>
                      <a:pt x="17" y="32"/>
                    </a:cubicBezTo>
                    <a:cubicBezTo>
                      <a:pt x="22" y="31"/>
                      <a:pt x="22" y="31"/>
                      <a:pt x="22" y="31"/>
                    </a:cubicBezTo>
                    <a:cubicBezTo>
                      <a:pt x="20" y="27"/>
                      <a:pt x="20" y="27"/>
                      <a:pt x="20" y="27"/>
                    </a:cubicBezTo>
                    <a:cubicBezTo>
                      <a:pt x="20" y="26"/>
                      <a:pt x="20" y="25"/>
                      <a:pt x="20" y="25"/>
                    </a:cubicBezTo>
                    <a:cubicBezTo>
                      <a:pt x="20" y="20"/>
                      <a:pt x="24" y="16"/>
                      <a:pt x="29" y="16"/>
                    </a:cubicBezTo>
                    <a:cubicBezTo>
                      <a:pt x="30" y="16"/>
                      <a:pt x="32" y="17"/>
                      <a:pt x="34" y="18"/>
                    </a:cubicBezTo>
                    <a:cubicBezTo>
                      <a:pt x="38" y="21"/>
                      <a:pt x="38" y="21"/>
                      <a:pt x="38" y="21"/>
                    </a:cubicBezTo>
                    <a:cubicBezTo>
                      <a:pt x="40" y="17"/>
                      <a:pt x="40" y="17"/>
                      <a:pt x="40" y="17"/>
                    </a:cubicBezTo>
                    <a:cubicBezTo>
                      <a:pt x="43" y="9"/>
                      <a:pt x="51" y="4"/>
                      <a:pt x="60" y="4"/>
                    </a:cubicBezTo>
                    <a:cubicBezTo>
                      <a:pt x="72" y="4"/>
                      <a:pt x="81" y="14"/>
                      <a:pt x="81" y="26"/>
                    </a:cubicBezTo>
                    <a:cubicBezTo>
                      <a:pt x="81" y="27"/>
                      <a:pt x="81" y="29"/>
                      <a:pt x="81" y="30"/>
                    </a:cubicBezTo>
                    <a:cubicBezTo>
                      <a:pt x="80" y="33"/>
                      <a:pt x="80" y="33"/>
                      <a:pt x="80" y="33"/>
                    </a:cubicBezTo>
                    <a:cubicBezTo>
                      <a:pt x="83" y="34"/>
                      <a:pt x="83" y="34"/>
                      <a:pt x="83" y="34"/>
                    </a:cubicBezTo>
                    <a:cubicBezTo>
                      <a:pt x="89" y="36"/>
                      <a:pt x="92" y="41"/>
                      <a:pt x="92" y="47"/>
                    </a:cubicBezTo>
                    <a:cubicBezTo>
                      <a:pt x="92" y="54"/>
                      <a:pt x="86" y="60"/>
                      <a:pt x="79" y="6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82" name="Freeform 121"/>
              <p:cNvSpPr/>
              <p:nvPr/>
            </p:nvSpPr>
            <p:spPr bwMode="auto">
              <a:xfrm>
                <a:off x="4358892" y="4547695"/>
                <a:ext cx="121032" cy="153548"/>
              </a:xfrm>
              <a:custGeom>
                <a:avLst/>
                <a:gdLst>
                  <a:gd name="T0" fmla="*/ 43 w 67"/>
                  <a:gd name="T1" fmla="*/ 0 h 85"/>
                  <a:gd name="T2" fmla="*/ 24 w 67"/>
                  <a:gd name="T3" fmla="*/ 0 h 85"/>
                  <a:gd name="T4" fmla="*/ 24 w 67"/>
                  <a:gd name="T5" fmla="*/ 37 h 85"/>
                  <a:gd name="T6" fmla="*/ 0 w 67"/>
                  <a:gd name="T7" fmla="*/ 37 h 85"/>
                  <a:gd name="T8" fmla="*/ 34 w 67"/>
                  <a:gd name="T9" fmla="*/ 85 h 85"/>
                  <a:gd name="T10" fmla="*/ 67 w 67"/>
                  <a:gd name="T11" fmla="*/ 37 h 85"/>
                  <a:gd name="T12" fmla="*/ 43 w 67"/>
                  <a:gd name="T13" fmla="*/ 37 h 85"/>
                  <a:gd name="T14" fmla="*/ 43 w 67"/>
                  <a:gd name="T15" fmla="*/ 0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85">
                    <a:moveTo>
                      <a:pt x="43" y="0"/>
                    </a:moveTo>
                    <a:lnTo>
                      <a:pt x="24" y="0"/>
                    </a:lnTo>
                    <a:lnTo>
                      <a:pt x="24" y="37"/>
                    </a:lnTo>
                    <a:lnTo>
                      <a:pt x="0" y="37"/>
                    </a:lnTo>
                    <a:lnTo>
                      <a:pt x="34" y="85"/>
                    </a:lnTo>
                    <a:lnTo>
                      <a:pt x="67" y="37"/>
                    </a:lnTo>
                    <a:lnTo>
                      <a:pt x="43" y="37"/>
                    </a:lnTo>
                    <a:lnTo>
                      <a:pt x="43"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183" name="Freeform 122"/>
            <p:cNvSpPr>
              <a:spLocks noEditPoints="1"/>
            </p:cNvSpPr>
            <p:nvPr/>
          </p:nvSpPr>
          <p:spPr bwMode="auto">
            <a:xfrm>
              <a:off x="7928" y="8030"/>
              <a:ext cx="649" cy="430"/>
            </a:xfrm>
            <a:custGeom>
              <a:avLst/>
              <a:gdLst>
                <a:gd name="T0" fmla="*/ 85 w 96"/>
                <a:gd name="T1" fmla="*/ 31 h 64"/>
                <a:gd name="T2" fmla="*/ 85 w 96"/>
                <a:gd name="T3" fmla="*/ 26 h 64"/>
                <a:gd name="T4" fmla="*/ 60 w 96"/>
                <a:gd name="T5" fmla="*/ 0 h 64"/>
                <a:gd name="T6" fmla="*/ 36 w 96"/>
                <a:gd name="T7" fmla="*/ 15 h 64"/>
                <a:gd name="T8" fmla="*/ 29 w 96"/>
                <a:gd name="T9" fmla="*/ 12 h 64"/>
                <a:gd name="T10" fmla="*/ 16 w 96"/>
                <a:gd name="T11" fmla="*/ 25 h 64"/>
                <a:gd name="T12" fmla="*/ 17 w 96"/>
                <a:gd name="T13" fmla="*/ 28 h 64"/>
                <a:gd name="T14" fmla="*/ 0 w 96"/>
                <a:gd name="T15" fmla="*/ 46 h 64"/>
                <a:gd name="T16" fmla="*/ 18 w 96"/>
                <a:gd name="T17" fmla="*/ 64 h 64"/>
                <a:gd name="T18" fmla="*/ 79 w 96"/>
                <a:gd name="T19" fmla="*/ 64 h 64"/>
                <a:gd name="T20" fmla="*/ 96 w 96"/>
                <a:gd name="T21" fmla="*/ 47 h 64"/>
                <a:gd name="T22" fmla="*/ 85 w 96"/>
                <a:gd name="T23" fmla="*/ 31 h 64"/>
                <a:gd name="T24" fmla="*/ 79 w 96"/>
                <a:gd name="T25" fmla="*/ 60 h 64"/>
                <a:gd name="T26" fmla="*/ 52 w 96"/>
                <a:gd name="T27" fmla="*/ 60 h 64"/>
                <a:gd name="T28" fmla="*/ 52 w 96"/>
                <a:gd name="T29" fmla="*/ 44 h 64"/>
                <a:gd name="T30" fmla="*/ 62 w 96"/>
                <a:gd name="T31" fmla="*/ 44 h 64"/>
                <a:gd name="T32" fmla="*/ 48 w 96"/>
                <a:gd name="T33" fmla="*/ 24 h 64"/>
                <a:gd name="T34" fmla="*/ 34 w 96"/>
                <a:gd name="T35" fmla="*/ 44 h 64"/>
                <a:gd name="T36" fmla="*/ 44 w 96"/>
                <a:gd name="T37" fmla="*/ 44 h 64"/>
                <a:gd name="T38" fmla="*/ 44 w 96"/>
                <a:gd name="T39" fmla="*/ 60 h 64"/>
                <a:gd name="T40" fmla="*/ 18 w 96"/>
                <a:gd name="T41" fmla="*/ 60 h 64"/>
                <a:gd name="T42" fmla="*/ 4 w 96"/>
                <a:gd name="T43" fmla="*/ 46 h 64"/>
                <a:gd name="T44" fmla="*/ 17 w 96"/>
                <a:gd name="T45" fmla="*/ 32 h 64"/>
                <a:gd name="T46" fmla="*/ 22 w 96"/>
                <a:gd name="T47" fmla="*/ 31 h 64"/>
                <a:gd name="T48" fmla="*/ 20 w 96"/>
                <a:gd name="T49" fmla="*/ 27 h 64"/>
                <a:gd name="T50" fmla="*/ 20 w 96"/>
                <a:gd name="T51" fmla="*/ 25 h 64"/>
                <a:gd name="T52" fmla="*/ 29 w 96"/>
                <a:gd name="T53" fmla="*/ 16 h 64"/>
                <a:gd name="T54" fmla="*/ 34 w 96"/>
                <a:gd name="T55" fmla="*/ 18 h 64"/>
                <a:gd name="T56" fmla="*/ 38 w 96"/>
                <a:gd name="T57" fmla="*/ 21 h 64"/>
                <a:gd name="T58" fmla="*/ 40 w 96"/>
                <a:gd name="T59" fmla="*/ 17 h 64"/>
                <a:gd name="T60" fmla="*/ 60 w 96"/>
                <a:gd name="T61" fmla="*/ 4 h 64"/>
                <a:gd name="T62" fmla="*/ 81 w 96"/>
                <a:gd name="T63" fmla="*/ 26 h 64"/>
                <a:gd name="T64" fmla="*/ 81 w 96"/>
                <a:gd name="T65" fmla="*/ 30 h 64"/>
                <a:gd name="T66" fmla="*/ 80 w 96"/>
                <a:gd name="T67" fmla="*/ 33 h 64"/>
                <a:gd name="T68" fmla="*/ 83 w 96"/>
                <a:gd name="T69" fmla="*/ 34 h 64"/>
                <a:gd name="T70" fmla="*/ 92 w 96"/>
                <a:gd name="T71" fmla="*/ 47 h 64"/>
                <a:gd name="T72" fmla="*/ 79 w 96"/>
                <a:gd name="T73"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6" h="64">
                  <a:moveTo>
                    <a:pt x="85" y="31"/>
                  </a:moveTo>
                  <a:cubicBezTo>
                    <a:pt x="85" y="29"/>
                    <a:pt x="85" y="27"/>
                    <a:pt x="85" y="26"/>
                  </a:cubicBezTo>
                  <a:cubicBezTo>
                    <a:pt x="85" y="12"/>
                    <a:pt x="74" y="0"/>
                    <a:pt x="60" y="0"/>
                  </a:cubicBezTo>
                  <a:cubicBezTo>
                    <a:pt x="50" y="0"/>
                    <a:pt x="41" y="6"/>
                    <a:pt x="36" y="15"/>
                  </a:cubicBezTo>
                  <a:cubicBezTo>
                    <a:pt x="34" y="13"/>
                    <a:pt x="31" y="12"/>
                    <a:pt x="29" y="12"/>
                  </a:cubicBezTo>
                  <a:cubicBezTo>
                    <a:pt x="22" y="12"/>
                    <a:pt x="16" y="18"/>
                    <a:pt x="16" y="25"/>
                  </a:cubicBezTo>
                  <a:cubicBezTo>
                    <a:pt x="16" y="26"/>
                    <a:pt x="16" y="27"/>
                    <a:pt x="17" y="28"/>
                  </a:cubicBezTo>
                  <a:cubicBezTo>
                    <a:pt x="7" y="29"/>
                    <a:pt x="0" y="36"/>
                    <a:pt x="0" y="46"/>
                  </a:cubicBezTo>
                  <a:cubicBezTo>
                    <a:pt x="0" y="56"/>
                    <a:pt x="8" y="64"/>
                    <a:pt x="18" y="64"/>
                  </a:cubicBezTo>
                  <a:cubicBezTo>
                    <a:pt x="79" y="64"/>
                    <a:pt x="79" y="64"/>
                    <a:pt x="79" y="64"/>
                  </a:cubicBezTo>
                  <a:cubicBezTo>
                    <a:pt x="88" y="64"/>
                    <a:pt x="96" y="56"/>
                    <a:pt x="96" y="47"/>
                  </a:cubicBezTo>
                  <a:cubicBezTo>
                    <a:pt x="96" y="40"/>
                    <a:pt x="92" y="33"/>
                    <a:pt x="85" y="31"/>
                  </a:cubicBezTo>
                  <a:close/>
                  <a:moveTo>
                    <a:pt x="79" y="60"/>
                  </a:moveTo>
                  <a:cubicBezTo>
                    <a:pt x="52" y="60"/>
                    <a:pt x="52" y="60"/>
                    <a:pt x="52" y="60"/>
                  </a:cubicBezTo>
                  <a:cubicBezTo>
                    <a:pt x="52" y="44"/>
                    <a:pt x="52" y="44"/>
                    <a:pt x="52" y="44"/>
                  </a:cubicBezTo>
                  <a:cubicBezTo>
                    <a:pt x="62" y="44"/>
                    <a:pt x="62" y="44"/>
                    <a:pt x="62" y="44"/>
                  </a:cubicBezTo>
                  <a:cubicBezTo>
                    <a:pt x="48" y="24"/>
                    <a:pt x="48" y="24"/>
                    <a:pt x="48" y="24"/>
                  </a:cubicBezTo>
                  <a:cubicBezTo>
                    <a:pt x="34" y="44"/>
                    <a:pt x="34" y="44"/>
                    <a:pt x="34" y="44"/>
                  </a:cubicBezTo>
                  <a:cubicBezTo>
                    <a:pt x="44" y="44"/>
                    <a:pt x="44" y="44"/>
                    <a:pt x="44" y="44"/>
                  </a:cubicBezTo>
                  <a:cubicBezTo>
                    <a:pt x="44" y="60"/>
                    <a:pt x="44" y="60"/>
                    <a:pt x="44" y="60"/>
                  </a:cubicBezTo>
                  <a:cubicBezTo>
                    <a:pt x="18" y="60"/>
                    <a:pt x="18" y="60"/>
                    <a:pt x="18" y="60"/>
                  </a:cubicBezTo>
                  <a:cubicBezTo>
                    <a:pt x="10" y="60"/>
                    <a:pt x="4" y="54"/>
                    <a:pt x="4" y="46"/>
                  </a:cubicBezTo>
                  <a:cubicBezTo>
                    <a:pt x="4" y="39"/>
                    <a:pt x="10" y="32"/>
                    <a:pt x="17" y="32"/>
                  </a:cubicBezTo>
                  <a:cubicBezTo>
                    <a:pt x="22" y="31"/>
                    <a:pt x="22" y="31"/>
                    <a:pt x="22" y="31"/>
                  </a:cubicBezTo>
                  <a:cubicBezTo>
                    <a:pt x="20" y="27"/>
                    <a:pt x="20" y="27"/>
                    <a:pt x="20" y="27"/>
                  </a:cubicBezTo>
                  <a:cubicBezTo>
                    <a:pt x="20" y="26"/>
                    <a:pt x="20" y="25"/>
                    <a:pt x="20" y="25"/>
                  </a:cubicBezTo>
                  <a:cubicBezTo>
                    <a:pt x="20" y="20"/>
                    <a:pt x="24" y="16"/>
                    <a:pt x="29" y="16"/>
                  </a:cubicBezTo>
                  <a:cubicBezTo>
                    <a:pt x="30" y="16"/>
                    <a:pt x="32" y="17"/>
                    <a:pt x="34" y="18"/>
                  </a:cubicBezTo>
                  <a:cubicBezTo>
                    <a:pt x="38" y="21"/>
                    <a:pt x="38" y="21"/>
                    <a:pt x="38" y="21"/>
                  </a:cubicBezTo>
                  <a:cubicBezTo>
                    <a:pt x="40" y="17"/>
                    <a:pt x="40" y="17"/>
                    <a:pt x="40" y="17"/>
                  </a:cubicBezTo>
                  <a:cubicBezTo>
                    <a:pt x="43" y="9"/>
                    <a:pt x="51" y="4"/>
                    <a:pt x="60" y="4"/>
                  </a:cubicBezTo>
                  <a:cubicBezTo>
                    <a:pt x="72" y="4"/>
                    <a:pt x="81" y="14"/>
                    <a:pt x="81" y="26"/>
                  </a:cubicBezTo>
                  <a:cubicBezTo>
                    <a:pt x="81" y="27"/>
                    <a:pt x="81" y="29"/>
                    <a:pt x="81" y="30"/>
                  </a:cubicBezTo>
                  <a:cubicBezTo>
                    <a:pt x="80" y="33"/>
                    <a:pt x="80" y="33"/>
                    <a:pt x="80" y="33"/>
                  </a:cubicBezTo>
                  <a:cubicBezTo>
                    <a:pt x="83" y="34"/>
                    <a:pt x="83" y="34"/>
                    <a:pt x="83" y="34"/>
                  </a:cubicBezTo>
                  <a:cubicBezTo>
                    <a:pt x="89" y="36"/>
                    <a:pt x="92" y="41"/>
                    <a:pt x="92" y="47"/>
                  </a:cubicBezTo>
                  <a:cubicBezTo>
                    <a:pt x="92" y="54"/>
                    <a:pt x="86" y="60"/>
                    <a:pt x="79" y="6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84" name="Freeform 123"/>
            <p:cNvSpPr>
              <a:spLocks noEditPoints="1"/>
            </p:cNvSpPr>
            <p:nvPr/>
          </p:nvSpPr>
          <p:spPr bwMode="auto">
            <a:xfrm>
              <a:off x="1491" y="8015"/>
              <a:ext cx="595" cy="512"/>
            </a:xfrm>
            <a:custGeom>
              <a:avLst/>
              <a:gdLst>
                <a:gd name="T0" fmla="*/ 66 w 88"/>
                <a:gd name="T1" fmla="*/ 4 h 76"/>
                <a:gd name="T2" fmla="*/ 84 w 88"/>
                <a:gd name="T3" fmla="*/ 22 h 76"/>
                <a:gd name="T4" fmla="*/ 83 w 88"/>
                <a:gd name="T5" fmla="*/ 28 h 76"/>
                <a:gd name="T6" fmla="*/ 44 w 88"/>
                <a:gd name="T7" fmla="*/ 71 h 76"/>
                <a:gd name="T8" fmla="*/ 5 w 88"/>
                <a:gd name="T9" fmla="*/ 28 h 76"/>
                <a:gd name="T10" fmla="*/ 4 w 88"/>
                <a:gd name="T11" fmla="*/ 22 h 76"/>
                <a:gd name="T12" fmla="*/ 22 w 88"/>
                <a:gd name="T13" fmla="*/ 4 h 76"/>
                <a:gd name="T14" fmla="*/ 40 w 88"/>
                <a:gd name="T15" fmla="*/ 22 h 76"/>
                <a:gd name="T16" fmla="*/ 48 w 88"/>
                <a:gd name="T17" fmla="*/ 22 h 76"/>
                <a:gd name="T18" fmla="*/ 66 w 88"/>
                <a:gd name="T19" fmla="*/ 4 h 76"/>
                <a:gd name="T20" fmla="*/ 66 w 88"/>
                <a:gd name="T21" fmla="*/ 0 h 76"/>
                <a:gd name="T22" fmla="*/ 44 w 88"/>
                <a:gd name="T23" fmla="*/ 22 h 76"/>
                <a:gd name="T24" fmla="*/ 22 w 88"/>
                <a:gd name="T25" fmla="*/ 0 h 76"/>
                <a:gd name="T26" fmla="*/ 0 w 88"/>
                <a:gd name="T27" fmla="*/ 22 h 76"/>
                <a:gd name="T28" fmla="*/ 1 w 88"/>
                <a:gd name="T29" fmla="*/ 29 h 76"/>
                <a:gd name="T30" fmla="*/ 44 w 88"/>
                <a:gd name="T31" fmla="*/ 76 h 76"/>
                <a:gd name="T32" fmla="*/ 87 w 88"/>
                <a:gd name="T33" fmla="*/ 29 h 76"/>
                <a:gd name="T34" fmla="*/ 88 w 88"/>
                <a:gd name="T35" fmla="*/ 22 h 76"/>
                <a:gd name="T36" fmla="*/ 66 w 88"/>
                <a:gd name="T3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8" h="76">
                  <a:moveTo>
                    <a:pt x="66" y="4"/>
                  </a:moveTo>
                  <a:cubicBezTo>
                    <a:pt x="76" y="4"/>
                    <a:pt x="84" y="12"/>
                    <a:pt x="84" y="22"/>
                  </a:cubicBezTo>
                  <a:cubicBezTo>
                    <a:pt x="84" y="24"/>
                    <a:pt x="84" y="26"/>
                    <a:pt x="83" y="28"/>
                  </a:cubicBezTo>
                  <a:cubicBezTo>
                    <a:pt x="77" y="45"/>
                    <a:pt x="52" y="65"/>
                    <a:pt x="44" y="71"/>
                  </a:cubicBezTo>
                  <a:cubicBezTo>
                    <a:pt x="36" y="65"/>
                    <a:pt x="11" y="45"/>
                    <a:pt x="5" y="28"/>
                  </a:cubicBezTo>
                  <a:cubicBezTo>
                    <a:pt x="4" y="26"/>
                    <a:pt x="4" y="24"/>
                    <a:pt x="4" y="22"/>
                  </a:cubicBezTo>
                  <a:cubicBezTo>
                    <a:pt x="4" y="12"/>
                    <a:pt x="12" y="4"/>
                    <a:pt x="22" y="4"/>
                  </a:cubicBezTo>
                  <a:cubicBezTo>
                    <a:pt x="32" y="4"/>
                    <a:pt x="40" y="12"/>
                    <a:pt x="40" y="22"/>
                  </a:cubicBezTo>
                  <a:cubicBezTo>
                    <a:pt x="48" y="22"/>
                    <a:pt x="48" y="22"/>
                    <a:pt x="48" y="22"/>
                  </a:cubicBezTo>
                  <a:cubicBezTo>
                    <a:pt x="48" y="12"/>
                    <a:pt x="56" y="4"/>
                    <a:pt x="66" y="4"/>
                  </a:cubicBezTo>
                  <a:moveTo>
                    <a:pt x="66" y="0"/>
                  </a:moveTo>
                  <a:cubicBezTo>
                    <a:pt x="54" y="0"/>
                    <a:pt x="44" y="10"/>
                    <a:pt x="44" y="22"/>
                  </a:cubicBezTo>
                  <a:cubicBezTo>
                    <a:pt x="44" y="10"/>
                    <a:pt x="34" y="0"/>
                    <a:pt x="22" y="0"/>
                  </a:cubicBezTo>
                  <a:cubicBezTo>
                    <a:pt x="10" y="0"/>
                    <a:pt x="0" y="10"/>
                    <a:pt x="0" y="22"/>
                  </a:cubicBezTo>
                  <a:cubicBezTo>
                    <a:pt x="0" y="25"/>
                    <a:pt x="0" y="27"/>
                    <a:pt x="1" y="29"/>
                  </a:cubicBezTo>
                  <a:cubicBezTo>
                    <a:pt x="9" y="51"/>
                    <a:pt x="44" y="76"/>
                    <a:pt x="44" y="76"/>
                  </a:cubicBezTo>
                  <a:cubicBezTo>
                    <a:pt x="44" y="76"/>
                    <a:pt x="79" y="51"/>
                    <a:pt x="87" y="29"/>
                  </a:cubicBezTo>
                  <a:cubicBezTo>
                    <a:pt x="88" y="27"/>
                    <a:pt x="88" y="25"/>
                    <a:pt x="88" y="22"/>
                  </a:cubicBezTo>
                  <a:cubicBezTo>
                    <a:pt x="88" y="10"/>
                    <a:pt x="78" y="0"/>
                    <a:pt x="66"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85" name="Freeform 124"/>
            <p:cNvSpPr>
              <a:spLocks noEditPoints="1"/>
            </p:cNvSpPr>
            <p:nvPr/>
          </p:nvSpPr>
          <p:spPr bwMode="auto">
            <a:xfrm>
              <a:off x="9277" y="4044"/>
              <a:ext cx="592" cy="592"/>
            </a:xfrm>
            <a:custGeom>
              <a:avLst/>
              <a:gdLst>
                <a:gd name="T0" fmla="*/ 132 w 208"/>
                <a:gd name="T1" fmla="*/ 0 h 208"/>
                <a:gd name="T2" fmla="*/ 0 w 208"/>
                <a:gd name="T3" fmla="*/ 133 h 208"/>
                <a:gd name="T4" fmla="*/ 0 w 208"/>
                <a:gd name="T5" fmla="*/ 140 h 208"/>
                <a:gd name="T6" fmla="*/ 0 w 208"/>
                <a:gd name="T7" fmla="*/ 140 h 208"/>
                <a:gd name="T8" fmla="*/ 0 w 208"/>
                <a:gd name="T9" fmla="*/ 140 h 208"/>
                <a:gd name="T10" fmla="*/ 0 w 208"/>
                <a:gd name="T11" fmla="*/ 208 h 208"/>
                <a:gd name="T12" fmla="*/ 76 w 208"/>
                <a:gd name="T13" fmla="*/ 208 h 208"/>
                <a:gd name="T14" fmla="*/ 208 w 208"/>
                <a:gd name="T15" fmla="*/ 76 h 208"/>
                <a:gd name="T16" fmla="*/ 132 w 208"/>
                <a:gd name="T17" fmla="*/ 0 h 208"/>
                <a:gd name="T18" fmla="*/ 151 w 208"/>
                <a:gd name="T19" fmla="*/ 31 h 208"/>
                <a:gd name="T20" fmla="*/ 28 w 208"/>
                <a:gd name="T21" fmla="*/ 154 h 208"/>
                <a:gd name="T22" fmla="*/ 9 w 208"/>
                <a:gd name="T23" fmla="*/ 135 h 208"/>
                <a:gd name="T24" fmla="*/ 132 w 208"/>
                <a:gd name="T25" fmla="*/ 14 h 208"/>
                <a:gd name="T26" fmla="*/ 151 w 208"/>
                <a:gd name="T27" fmla="*/ 31 h 208"/>
                <a:gd name="T28" fmla="*/ 9 w 208"/>
                <a:gd name="T29" fmla="*/ 149 h 208"/>
                <a:gd name="T30" fmla="*/ 59 w 208"/>
                <a:gd name="T31" fmla="*/ 199 h 208"/>
                <a:gd name="T32" fmla="*/ 9 w 208"/>
                <a:gd name="T33" fmla="*/ 199 h 208"/>
                <a:gd name="T34" fmla="*/ 9 w 208"/>
                <a:gd name="T35" fmla="*/ 149 h 208"/>
                <a:gd name="T36" fmla="*/ 73 w 208"/>
                <a:gd name="T37" fmla="*/ 199 h 208"/>
                <a:gd name="T38" fmla="*/ 35 w 208"/>
                <a:gd name="T39" fmla="*/ 161 h 208"/>
                <a:gd name="T40" fmla="*/ 158 w 208"/>
                <a:gd name="T41" fmla="*/ 38 h 208"/>
                <a:gd name="T42" fmla="*/ 194 w 208"/>
                <a:gd name="T43" fmla="*/ 76 h 208"/>
                <a:gd name="T44" fmla="*/ 73 w 208"/>
                <a:gd name="T45" fmla="*/ 19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8" h="208">
                  <a:moveTo>
                    <a:pt x="132" y="0"/>
                  </a:moveTo>
                  <a:lnTo>
                    <a:pt x="0" y="133"/>
                  </a:lnTo>
                  <a:lnTo>
                    <a:pt x="0" y="140"/>
                  </a:lnTo>
                  <a:lnTo>
                    <a:pt x="0" y="140"/>
                  </a:lnTo>
                  <a:lnTo>
                    <a:pt x="0" y="140"/>
                  </a:lnTo>
                  <a:lnTo>
                    <a:pt x="0" y="208"/>
                  </a:lnTo>
                  <a:lnTo>
                    <a:pt x="76" y="208"/>
                  </a:lnTo>
                  <a:lnTo>
                    <a:pt x="208" y="76"/>
                  </a:lnTo>
                  <a:lnTo>
                    <a:pt x="132" y="0"/>
                  </a:lnTo>
                  <a:close/>
                  <a:moveTo>
                    <a:pt x="151" y="31"/>
                  </a:moveTo>
                  <a:lnTo>
                    <a:pt x="28" y="154"/>
                  </a:lnTo>
                  <a:lnTo>
                    <a:pt x="9" y="135"/>
                  </a:lnTo>
                  <a:lnTo>
                    <a:pt x="132" y="14"/>
                  </a:lnTo>
                  <a:lnTo>
                    <a:pt x="151" y="31"/>
                  </a:lnTo>
                  <a:close/>
                  <a:moveTo>
                    <a:pt x="9" y="149"/>
                  </a:moveTo>
                  <a:lnTo>
                    <a:pt x="59" y="199"/>
                  </a:lnTo>
                  <a:lnTo>
                    <a:pt x="9" y="199"/>
                  </a:lnTo>
                  <a:lnTo>
                    <a:pt x="9" y="149"/>
                  </a:lnTo>
                  <a:close/>
                  <a:moveTo>
                    <a:pt x="73" y="199"/>
                  </a:moveTo>
                  <a:lnTo>
                    <a:pt x="35" y="161"/>
                  </a:lnTo>
                  <a:lnTo>
                    <a:pt x="158" y="38"/>
                  </a:lnTo>
                  <a:lnTo>
                    <a:pt x="194" y="76"/>
                  </a:lnTo>
                  <a:lnTo>
                    <a:pt x="73" y="19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86" name="Freeform 125"/>
            <p:cNvSpPr>
              <a:spLocks noEditPoints="1"/>
            </p:cNvSpPr>
            <p:nvPr/>
          </p:nvSpPr>
          <p:spPr bwMode="auto">
            <a:xfrm>
              <a:off x="10597" y="9213"/>
              <a:ext cx="484" cy="592"/>
            </a:xfrm>
            <a:custGeom>
              <a:avLst/>
              <a:gdLst>
                <a:gd name="T0" fmla="*/ 94 w 170"/>
                <a:gd name="T1" fmla="*/ 57 h 208"/>
                <a:gd name="T2" fmla="*/ 132 w 170"/>
                <a:gd name="T3" fmla="*/ 38 h 208"/>
                <a:gd name="T4" fmla="*/ 104 w 170"/>
                <a:gd name="T5" fmla="*/ 10 h 208"/>
                <a:gd name="T6" fmla="*/ 87 w 170"/>
                <a:gd name="T7" fmla="*/ 57 h 208"/>
                <a:gd name="T8" fmla="*/ 83 w 170"/>
                <a:gd name="T9" fmla="*/ 57 h 208"/>
                <a:gd name="T10" fmla="*/ 57 w 170"/>
                <a:gd name="T11" fmla="*/ 0 h 208"/>
                <a:gd name="T12" fmla="*/ 28 w 170"/>
                <a:gd name="T13" fmla="*/ 29 h 208"/>
                <a:gd name="T14" fmla="*/ 76 w 170"/>
                <a:gd name="T15" fmla="*/ 57 h 208"/>
                <a:gd name="T16" fmla="*/ 0 w 170"/>
                <a:gd name="T17" fmla="*/ 57 h 208"/>
                <a:gd name="T18" fmla="*/ 0 w 170"/>
                <a:gd name="T19" fmla="*/ 123 h 208"/>
                <a:gd name="T20" fmla="*/ 9 w 170"/>
                <a:gd name="T21" fmla="*/ 123 h 208"/>
                <a:gd name="T22" fmla="*/ 9 w 170"/>
                <a:gd name="T23" fmla="*/ 208 h 208"/>
                <a:gd name="T24" fmla="*/ 161 w 170"/>
                <a:gd name="T25" fmla="*/ 208 h 208"/>
                <a:gd name="T26" fmla="*/ 161 w 170"/>
                <a:gd name="T27" fmla="*/ 123 h 208"/>
                <a:gd name="T28" fmla="*/ 170 w 170"/>
                <a:gd name="T29" fmla="*/ 123 h 208"/>
                <a:gd name="T30" fmla="*/ 170 w 170"/>
                <a:gd name="T31" fmla="*/ 57 h 208"/>
                <a:gd name="T32" fmla="*/ 94 w 170"/>
                <a:gd name="T33" fmla="*/ 57 h 208"/>
                <a:gd name="T34" fmla="*/ 109 w 170"/>
                <a:gd name="T35" fmla="*/ 26 h 208"/>
                <a:gd name="T36" fmla="*/ 116 w 170"/>
                <a:gd name="T37" fmla="*/ 36 h 208"/>
                <a:gd name="T38" fmla="*/ 102 w 170"/>
                <a:gd name="T39" fmla="*/ 43 h 208"/>
                <a:gd name="T40" fmla="*/ 109 w 170"/>
                <a:gd name="T41" fmla="*/ 26 h 208"/>
                <a:gd name="T42" fmla="*/ 42 w 170"/>
                <a:gd name="T43" fmla="*/ 26 h 208"/>
                <a:gd name="T44" fmla="*/ 54 w 170"/>
                <a:gd name="T45" fmla="*/ 17 h 208"/>
                <a:gd name="T46" fmla="*/ 64 w 170"/>
                <a:gd name="T47" fmla="*/ 38 h 208"/>
                <a:gd name="T48" fmla="*/ 42 w 170"/>
                <a:gd name="T49" fmla="*/ 26 h 208"/>
                <a:gd name="T50" fmla="*/ 9 w 170"/>
                <a:gd name="T51" fmla="*/ 114 h 208"/>
                <a:gd name="T52" fmla="*/ 9 w 170"/>
                <a:gd name="T53" fmla="*/ 66 h 208"/>
                <a:gd name="T54" fmla="*/ 76 w 170"/>
                <a:gd name="T55" fmla="*/ 66 h 208"/>
                <a:gd name="T56" fmla="*/ 76 w 170"/>
                <a:gd name="T57" fmla="*/ 114 h 208"/>
                <a:gd name="T58" fmla="*/ 19 w 170"/>
                <a:gd name="T59" fmla="*/ 114 h 208"/>
                <a:gd name="T60" fmla="*/ 14 w 170"/>
                <a:gd name="T61" fmla="*/ 114 h 208"/>
                <a:gd name="T62" fmla="*/ 9 w 170"/>
                <a:gd name="T63" fmla="*/ 114 h 208"/>
                <a:gd name="T64" fmla="*/ 9 w 170"/>
                <a:gd name="T65" fmla="*/ 114 h 208"/>
                <a:gd name="T66" fmla="*/ 19 w 170"/>
                <a:gd name="T67" fmla="*/ 123 h 208"/>
                <a:gd name="T68" fmla="*/ 76 w 170"/>
                <a:gd name="T69" fmla="*/ 123 h 208"/>
                <a:gd name="T70" fmla="*/ 76 w 170"/>
                <a:gd name="T71" fmla="*/ 199 h 208"/>
                <a:gd name="T72" fmla="*/ 19 w 170"/>
                <a:gd name="T73" fmla="*/ 199 h 208"/>
                <a:gd name="T74" fmla="*/ 19 w 170"/>
                <a:gd name="T75" fmla="*/ 123 h 208"/>
                <a:gd name="T76" fmla="*/ 151 w 170"/>
                <a:gd name="T77" fmla="*/ 199 h 208"/>
                <a:gd name="T78" fmla="*/ 94 w 170"/>
                <a:gd name="T79" fmla="*/ 199 h 208"/>
                <a:gd name="T80" fmla="*/ 94 w 170"/>
                <a:gd name="T81" fmla="*/ 123 h 208"/>
                <a:gd name="T82" fmla="*/ 151 w 170"/>
                <a:gd name="T83" fmla="*/ 123 h 208"/>
                <a:gd name="T84" fmla="*/ 151 w 170"/>
                <a:gd name="T85" fmla="*/ 199 h 208"/>
                <a:gd name="T86" fmla="*/ 161 w 170"/>
                <a:gd name="T87" fmla="*/ 114 h 208"/>
                <a:gd name="T88" fmla="*/ 161 w 170"/>
                <a:gd name="T89" fmla="*/ 114 h 208"/>
                <a:gd name="T90" fmla="*/ 156 w 170"/>
                <a:gd name="T91" fmla="*/ 114 h 208"/>
                <a:gd name="T92" fmla="*/ 151 w 170"/>
                <a:gd name="T93" fmla="*/ 114 h 208"/>
                <a:gd name="T94" fmla="*/ 94 w 170"/>
                <a:gd name="T95" fmla="*/ 114 h 208"/>
                <a:gd name="T96" fmla="*/ 94 w 170"/>
                <a:gd name="T97" fmla="*/ 66 h 208"/>
                <a:gd name="T98" fmla="*/ 161 w 170"/>
                <a:gd name="T99" fmla="*/ 66 h 208"/>
                <a:gd name="T100" fmla="*/ 161 w 170"/>
                <a:gd name="T10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0" h="208">
                  <a:moveTo>
                    <a:pt x="94" y="57"/>
                  </a:moveTo>
                  <a:lnTo>
                    <a:pt x="132" y="38"/>
                  </a:lnTo>
                  <a:lnTo>
                    <a:pt x="104" y="10"/>
                  </a:lnTo>
                  <a:lnTo>
                    <a:pt x="87" y="57"/>
                  </a:lnTo>
                  <a:lnTo>
                    <a:pt x="83" y="57"/>
                  </a:lnTo>
                  <a:lnTo>
                    <a:pt x="57" y="0"/>
                  </a:lnTo>
                  <a:lnTo>
                    <a:pt x="28" y="29"/>
                  </a:lnTo>
                  <a:lnTo>
                    <a:pt x="76" y="57"/>
                  </a:lnTo>
                  <a:lnTo>
                    <a:pt x="0" y="57"/>
                  </a:lnTo>
                  <a:lnTo>
                    <a:pt x="0" y="123"/>
                  </a:lnTo>
                  <a:lnTo>
                    <a:pt x="9" y="123"/>
                  </a:lnTo>
                  <a:lnTo>
                    <a:pt x="9" y="208"/>
                  </a:lnTo>
                  <a:lnTo>
                    <a:pt x="161" y="208"/>
                  </a:lnTo>
                  <a:lnTo>
                    <a:pt x="161" y="123"/>
                  </a:lnTo>
                  <a:lnTo>
                    <a:pt x="170" y="123"/>
                  </a:lnTo>
                  <a:lnTo>
                    <a:pt x="170" y="57"/>
                  </a:lnTo>
                  <a:lnTo>
                    <a:pt x="94" y="57"/>
                  </a:lnTo>
                  <a:close/>
                  <a:moveTo>
                    <a:pt x="109" y="26"/>
                  </a:moveTo>
                  <a:lnTo>
                    <a:pt x="116" y="36"/>
                  </a:lnTo>
                  <a:lnTo>
                    <a:pt x="102" y="43"/>
                  </a:lnTo>
                  <a:lnTo>
                    <a:pt x="109" y="26"/>
                  </a:lnTo>
                  <a:close/>
                  <a:moveTo>
                    <a:pt x="42" y="26"/>
                  </a:moveTo>
                  <a:lnTo>
                    <a:pt x="54" y="17"/>
                  </a:lnTo>
                  <a:lnTo>
                    <a:pt x="64" y="38"/>
                  </a:lnTo>
                  <a:lnTo>
                    <a:pt x="42" y="26"/>
                  </a:lnTo>
                  <a:close/>
                  <a:moveTo>
                    <a:pt x="9" y="114"/>
                  </a:moveTo>
                  <a:lnTo>
                    <a:pt x="9" y="66"/>
                  </a:lnTo>
                  <a:lnTo>
                    <a:pt x="76" y="66"/>
                  </a:lnTo>
                  <a:lnTo>
                    <a:pt x="76" y="114"/>
                  </a:lnTo>
                  <a:lnTo>
                    <a:pt x="19" y="114"/>
                  </a:lnTo>
                  <a:lnTo>
                    <a:pt x="14" y="114"/>
                  </a:lnTo>
                  <a:lnTo>
                    <a:pt x="9" y="114"/>
                  </a:lnTo>
                  <a:lnTo>
                    <a:pt x="9" y="114"/>
                  </a:lnTo>
                  <a:close/>
                  <a:moveTo>
                    <a:pt x="19" y="123"/>
                  </a:moveTo>
                  <a:lnTo>
                    <a:pt x="76" y="123"/>
                  </a:lnTo>
                  <a:lnTo>
                    <a:pt x="76" y="199"/>
                  </a:lnTo>
                  <a:lnTo>
                    <a:pt x="19" y="199"/>
                  </a:lnTo>
                  <a:lnTo>
                    <a:pt x="19" y="123"/>
                  </a:lnTo>
                  <a:close/>
                  <a:moveTo>
                    <a:pt x="151" y="199"/>
                  </a:moveTo>
                  <a:lnTo>
                    <a:pt x="94" y="199"/>
                  </a:lnTo>
                  <a:lnTo>
                    <a:pt x="94" y="123"/>
                  </a:lnTo>
                  <a:lnTo>
                    <a:pt x="151" y="123"/>
                  </a:lnTo>
                  <a:lnTo>
                    <a:pt x="151" y="199"/>
                  </a:lnTo>
                  <a:close/>
                  <a:moveTo>
                    <a:pt x="161" y="114"/>
                  </a:moveTo>
                  <a:lnTo>
                    <a:pt x="161" y="114"/>
                  </a:lnTo>
                  <a:lnTo>
                    <a:pt x="156" y="114"/>
                  </a:lnTo>
                  <a:lnTo>
                    <a:pt x="151" y="114"/>
                  </a:lnTo>
                  <a:lnTo>
                    <a:pt x="94" y="114"/>
                  </a:lnTo>
                  <a:lnTo>
                    <a:pt x="94" y="66"/>
                  </a:lnTo>
                  <a:lnTo>
                    <a:pt x="161" y="66"/>
                  </a:lnTo>
                  <a:lnTo>
                    <a:pt x="161" y="11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187" name="组合 186"/>
            <p:cNvGrpSpPr/>
            <p:nvPr/>
          </p:nvGrpSpPr>
          <p:grpSpPr>
            <a:xfrm>
              <a:off x="9356" y="9213"/>
              <a:ext cx="378" cy="646"/>
              <a:chOff x="5941330" y="5196206"/>
              <a:chExt cx="240257" cy="410062"/>
            </a:xfrm>
            <a:grpFill/>
          </p:grpSpPr>
          <p:sp>
            <p:nvSpPr>
              <p:cNvPr id="188" name="Freeform 126"/>
              <p:cNvSpPr>
                <a:spLocks noEditPoints="1"/>
              </p:cNvSpPr>
              <p:nvPr/>
            </p:nvSpPr>
            <p:spPr bwMode="auto">
              <a:xfrm>
                <a:off x="5941330" y="5196206"/>
                <a:ext cx="240257" cy="410062"/>
              </a:xfrm>
              <a:custGeom>
                <a:avLst/>
                <a:gdLst>
                  <a:gd name="T0" fmla="*/ 51 w 56"/>
                  <a:gd name="T1" fmla="*/ 5 h 96"/>
                  <a:gd name="T2" fmla="*/ 40 w 56"/>
                  <a:gd name="T3" fmla="*/ 0 h 96"/>
                  <a:gd name="T4" fmla="*/ 16 w 56"/>
                  <a:gd name="T5" fmla="*/ 0 h 96"/>
                  <a:gd name="T6" fmla="*/ 5 w 56"/>
                  <a:gd name="T7" fmla="*/ 5 h 96"/>
                  <a:gd name="T8" fmla="*/ 0 w 56"/>
                  <a:gd name="T9" fmla="*/ 16 h 96"/>
                  <a:gd name="T10" fmla="*/ 0 w 56"/>
                  <a:gd name="T11" fmla="*/ 80 h 96"/>
                  <a:gd name="T12" fmla="*/ 5 w 56"/>
                  <a:gd name="T13" fmla="*/ 91 h 96"/>
                  <a:gd name="T14" fmla="*/ 16 w 56"/>
                  <a:gd name="T15" fmla="*/ 96 h 96"/>
                  <a:gd name="T16" fmla="*/ 40 w 56"/>
                  <a:gd name="T17" fmla="*/ 96 h 96"/>
                  <a:gd name="T18" fmla="*/ 51 w 56"/>
                  <a:gd name="T19" fmla="*/ 91 h 96"/>
                  <a:gd name="T20" fmla="*/ 56 w 56"/>
                  <a:gd name="T21" fmla="*/ 80 h 96"/>
                  <a:gd name="T22" fmla="*/ 56 w 56"/>
                  <a:gd name="T23" fmla="*/ 16 h 96"/>
                  <a:gd name="T24" fmla="*/ 51 w 56"/>
                  <a:gd name="T25" fmla="*/ 5 h 96"/>
                  <a:gd name="T26" fmla="*/ 8 w 56"/>
                  <a:gd name="T27" fmla="*/ 8 h 96"/>
                  <a:gd name="T28" fmla="*/ 16 w 56"/>
                  <a:gd name="T29" fmla="*/ 4 h 96"/>
                  <a:gd name="T30" fmla="*/ 40 w 56"/>
                  <a:gd name="T31" fmla="*/ 4 h 96"/>
                  <a:gd name="T32" fmla="*/ 48 w 56"/>
                  <a:gd name="T33" fmla="*/ 8 h 96"/>
                  <a:gd name="T34" fmla="*/ 52 w 56"/>
                  <a:gd name="T35" fmla="*/ 16 h 96"/>
                  <a:gd name="T36" fmla="*/ 4 w 56"/>
                  <a:gd name="T37" fmla="*/ 16 h 96"/>
                  <a:gd name="T38" fmla="*/ 8 w 56"/>
                  <a:gd name="T39" fmla="*/ 8 h 96"/>
                  <a:gd name="T40" fmla="*/ 52 w 56"/>
                  <a:gd name="T41" fmla="*/ 20 h 96"/>
                  <a:gd name="T42" fmla="*/ 52 w 56"/>
                  <a:gd name="T43" fmla="*/ 76 h 96"/>
                  <a:gd name="T44" fmla="*/ 4 w 56"/>
                  <a:gd name="T45" fmla="*/ 76 h 96"/>
                  <a:gd name="T46" fmla="*/ 4 w 56"/>
                  <a:gd name="T47" fmla="*/ 20 h 96"/>
                  <a:gd name="T48" fmla="*/ 52 w 56"/>
                  <a:gd name="T49" fmla="*/ 20 h 96"/>
                  <a:gd name="T50" fmla="*/ 20 w 56"/>
                  <a:gd name="T51" fmla="*/ 92 h 96"/>
                  <a:gd name="T52" fmla="*/ 20 w 56"/>
                  <a:gd name="T53" fmla="*/ 88 h 96"/>
                  <a:gd name="T54" fmla="*/ 36 w 56"/>
                  <a:gd name="T55" fmla="*/ 88 h 96"/>
                  <a:gd name="T56" fmla="*/ 36 w 56"/>
                  <a:gd name="T57" fmla="*/ 92 h 96"/>
                  <a:gd name="T58" fmla="*/ 20 w 56"/>
                  <a:gd name="T59" fmla="*/ 92 h 96"/>
                  <a:gd name="T60" fmla="*/ 48 w 56"/>
                  <a:gd name="T61" fmla="*/ 88 h 96"/>
                  <a:gd name="T62" fmla="*/ 40 w 56"/>
                  <a:gd name="T63" fmla="*/ 92 h 96"/>
                  <a:gd name="T64" fmla="*/ 40 w 56"/>
                  <a:gd name="T65" fmla="*/ 84 h 96"/>
                  <a:gd name="T66" fmla="*/ 16 w 56"/>
                  <a:gd name="T67" fmla="*/ 84 h 96"/>
                  <a:gd name="T68" fmla="*/ 16 w 56"/>
                  <a:gd name="T69" fmla="*/ 92 h 96"/>
                  <a:gd name="T70" fmla="*/ 8 w 56"/>
                  <a:gd name="T71" fmla="*/ 88 h 96"/>
                  <a:gd name="T72" fmla="*/ 4 w 56"/>
                  <a:gd name="T73" fmla="*/ 80 h 96"/>
                  <a:gd name="T74" fmla="*/ 52 w 56"/>
                  <a:gd name="T75" fmla="*/ 80 h 96"/>
                  <a:gd name="T76" fmla="*/ 48 w 56"/>
                  <a:gd name="T77" fmla="*/ 8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6" h="96">
                    <a:moveTo>
                      <a:pt x="51" y="5"/>
                    </a:moveTo>
                    <a:cubicBezTo>
                      <a:pt x="48" y="2"/>
                      <a:pt x="44" y="0"/>
                      <a:pt x="40" y="0"/>
                    </a:cubicBezTo>
                    <a:cubicBezTo>
                      <a:pt x="16" y="0"/>
                      <a:pt x="16" y="0"/>
                      <a:pt x="16" y="0"/>
                    </a:cubicBezTo>
                    <a:cubicBezTo>
                      <a:pt x="12" y="0"/>
                      <a:pt x="8" y="2"/>
                      <a:pt x="5" y="5"/>
                    </a:cubicBezTo>
                    <a:cubicBezTo>
                      <a:pt x="2" y="8"/>
                      <a:pt x="0" y="12"/>
                      <a:pt x="0" y="16"/>
                    </a:cubicBezTo>
                    <a:cubicBezTo>
                      <a:pt x="0" y="80"/>
                      <a:pt x="0" y="80"/>
                      <a:pt x="0" y="80"/>
                    </a:cubicBezTo>
                    <a:cubicBezTo>
                      <a:pt x="0" y="84"/>
                      <a:pt x="2" y="88"/>
                      <a:pt x="5" y="91"/>
                    </a:cubicBezTo>
                    <a:cubicBezTo>
                      <a:pt x="8" y="94"/>
                      <a:pt x="12" y="96"/>
                      <a:pt x="16" y="96"/>
                    </a:cubicBezTo>
                    <a:cubicBezTo>
                      <a:pt x="40" y="96"/>
                      <a:pt x="40" y="96"/>
                      <a:pt x="40" y="96"/>
                    </a:cubicBezTo>
                    <a:cubicBezTo>
                      <a:pt x="44" y="96"/>
                      <a:pt x="48" y="94"/>
                      <a:pt x="51" y="91"/>
                    </a:cubicBezTo>
                    <a:cubicBezTo>
                      <a:pt x="54" y="88"/>
                      <a:pt x="56" y="84"/>
                      <a:pt x="56" y="80"/>
                    </a:cubicBezTo>
                    <a:cubicBezTo>
                      <a:pt x="56" y="16"/>
                      <a:pt x="56" y="16"/>
                      <a:pt x="56" y="16"/>
                    </a:cubicBezTo>
                    <a:cubicBezTo>
                      <a:pt x="56" y="12"/>
                      <a:pt x="54" y="8"/>
                      <a:pt x="51" y="5"/>
                    </a:cubicBezTo>
                    <a:close/>
                    <a:moveTo>
                      <a:pt x="8" y="8"/>
                    </a:moveTo>
                    <a:cubicBezTo>
                      <a:pt x="10" y="5"/>
                      <a:pt x="13" y="4"/>
                      <a:pt x="16" y="4"/>
                    </a:cubicBezTo>
                    <a:cubicBezTo>
                      <a:pt x="40" y="4"/>
                      <a:pt x="40" y="4"/>
                      <a:pt x="40" y="4"/>
                    </a:cubicBezTo>
                    <a:cubicBezTo>
                      <a:pt x="43" y="4"/>
                      <a:pt x="46" y="5"/>
                      <a:pt x="48" y="8"/>
                    </a:cubicBezTo>
                    <a:cubicBezTo>
                      <a:pt x="51" y="10"/>
                      <a:pt x="52" y="13"/>
                      <a:pt x="52" y="16"/>
                    </a:cubicBezTo>
                    <a:cubicBezTo>
                      <a:pt x="4" y="16"/>
                      <a:pt x="4" y="16"/>
                      <a:pt x="4" y="16"/>
                    </a:cubicBezTo>
                    <a:cubicBezTo>
                      <a:pt x="4" y="13"/>
                      <a:pt x="5" y="10"/>
                      <a:pt x="8" y="8"/>
                    </a:cubicBezTo>
                    <a:close/>
                    <a:moveTo>
                      <a:pt x="52" y="20"/>
                    </a:moveTo>
                    <a:cubicBezTo>
                      <a:pt x="52" y="76"/>
                      <a:pt x="52" y="76"/>
                      <a:pt x="52" y="76"/>
                    </a:cubicBezTo>
                    <a:cubicBezTo>
                      <a:pt x="4" y="76"/>
                      <a:pt x="4" y="76"/>
                      <a:pt x="4" y="76"/>
                    </a:cubicBezTo>
                    <a:cubicBezTo>
                      <a:pt x="4" y="20"/>
                      <a:pt x="4" y="20"/>
                      <a:pt x="4" y="20"/>
                    </a:cubicBezTo>
                    <a:lnTo>
                      <a:pt x="52" y="20"/>
                    </a:lnTo>
                    <a:close/>
                    <a:moveTo>
                      <a:pt x="20" y="92"/>
                    </a:moveTo>
                    <a:cubicBezTo>
                      <a:pt x="20" y="88"/>
                      <a:pt x="20" y="88"/>
                      <a:pt x="20" y="88"/>
                    </a:cubicBezTo>
                    <a:cubicBezTo>
                      <a:pt x="36" y="88"/>
                      <a:pt x="36" y="88"/>
                      <a:pt x="36" y="88"/>
                    </a:cubicBezTo>
                    <a:cubicBezTo>
                      <a:pt x="36" y="92"/>
                      <a:pt x="36" y="92"/>
                      <a:pt x="36" y="92"/>
                    </a:cubicBezTo>
                    <a:lnTo>
                      <a:pt x="20" y="92"/>
                    </a:lnTo>
                    <a:close/>
                    <a:moveTo>
                      <a:pt x="48" y="88"/>
                    </a:moveTo>
                    <a:cubicBezTo>
                      <a:pt x="46" y="91"/>
                      <a:pt x="43" y="92"/>
                      <a:pt x="40" y="92"/>
                    </a:cubicBezTo>
                    <a:cubicBezTo>
                      <a:pt x="40" y="84"/>
                      <a:pt x="40" y="84"/>
                      <a:pt x="40" y="84"/>
                    </a:cubicBezTo>
                    <a:cubicBezTo>
                      <a:pt x="16" y="84"/>
                      <a:pt x="16" y="84"/>
                      <a:pt x="16" y="84"/>
                    </a:cubicBezTo>
                    <a:cubicBezTo>
                      <a:pt x="16" y="92"/>
                      <a:pt x="16" y="92"/>
                      <a:pt x="16" y="92"/>
                    </a:cubicBezTo>
                    <a:cubicBezTo>
                      <a:pt x="13" y="92"/>
                      <a:pt x="10" y="91"/>
                      <a:pt x="8" y="88"/>
                    </a:cubicBezTo>
                    <a:cubicBezTo>
                      <a:pt x="5" y="86"/>
                      <a:pt x="4" y="83"/>
                      <a:pt x="4" y="80"/>
                    </a:cubicBezTo>
                    <a:cubicBezTo>
                      <a:pt x="52" y="80"/>
                      <a:pt x="52" y="80"/>
                      <a:pt x="52" y="80"/>
                    </a:cubicBezTo>
                    <a:cubicBezTo>
                      <a:pt x="52" y="83"/>
                      <a:pt x="51" y="86"/>
                      <a:pt x="48" y="88"/>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189" name="Rectangle 127"/>
              <p:cNvSpPr>
                <a:spLocks noChangeArrowheads="1"/>
              </p:cNvSpPr>
              <p:nvPr/>
            </p:nvSpPr>
            <p:spPr bwMode="auto">
              <a:xfrm>
                <a:off x="6009974" y="5230528"/>
                <a:ext cx="102967"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190" name="组合 189"/>
            <p:cNvGrpSpPr/>
            <p:nvPr/>
          </p:nvGrpSpPr>
          <p:grpSpPr>
            <a:xfrm>
              <a:off x="8011" y="9241"/>
              <a:ext cx="484" cy="592"/>
              <a:chOff x="5086886" y="5214270"/>
              <a:chExt cx="307095" cy="375739"/>
            </a:xfrm>
            <a:grpFill/>
          </p:grpSpPr>
          <p:sp>
            <p:nvSpPr>
              <p:cNvPr id="191" name="Rectangle 128"/>
              <p:cNvSpPr>
                <a:spLocks noChangeArrowheads="1"/>
              </p:cNvSpPr>
              <p:nvPr/>
            </p:nvSpPr>
            <p:spPr bwMode="auto">
              <a:xfrm>
                <a:off x="5231401" y="5503300"/>
                <a:ext cx="18064" cy="86709"/>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2" name="Rectangle 129"/>
              <p:cNvSpPr>
                <a:spLocks noChangeArrowheads="1"/>
              </p:cNvSpPr>
              <p:nvPr/>
            </p:nvSpPr>
            <p:spPr bwMode="auto">
              <a:xfrm>
                <a:off x="5231401" y="5214270"/>
                <a:ext cx="18064" cy="187869"/>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3" name="Rectangle 130"/>
              <p:cNvSpPr>
                <a:spLocks noChangeArrowheads="1"/>
              </p:cNvSpPr>
              <p:nvPr/>
            </p:nvSpPr>
            <p:spPr bwMode="auto">
              <a:xfrm>
                <a:off x="5352432" y="5214270"/>
                <a:ext cx="16258" cy="8490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4" name="Rectangle 131"/>
              <p:cNvSpPr>
                <a:spLocks noChangeArrowheads="1"/>
              </p:cNvSpPr>
              <p:nvPr/>
            </p:nvSpPr>
            <p:spPr bwMode="auto">
              <a:xfrm>
                <a:off x="5352432" y="5402140"/>
                <a:ext cx="16258" cy="187869"/>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5" name="Rectangle 132"/>
              <p:cNvSpPr>
                <a:spLocks noChangeArrowheads="1"/>
              </p:cNvSpPr>
              <p:nvPr/>
            </p:nvSpPr>
            <p:spPr bwMode="auto">
              <a:xfrm>
                <a:off x="5112176" y="5452720"/>
                <a:ext cx="16258" cy="137289"/>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6" name="Rectangle 133"/>
              <p:cNvSpPr>
                <a:spLocks noChangeArrowheads="1"/>
              </p:cNvSpPr>
              <p:nvPr/>
            </p:nvSpPr>
            <p:spPr bwMode="auto">
              <a:xfrm>
                <a:off x="5112176" y="5214270"/>
                <a:ext cx="16258" cy="13548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7" name="Oval 134"/>
              <p:cNvSpPr>
                <a:spLocks noChangeArrowheads="1"/>
              </p:cNvSpPr>
              <p:nvPr/>
            </p:nvSpPr>
            <p:spPr bwMode="auto">
              <a:xfrm>
                <a:off x="5206111" y="5418397"/>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8" name="Oval 135"/>
              <p:cNvSpPr>
                <a:spLocks noChangeArrowheads="1"/>
              </p:cNvSpPr>
              <p:nvPr/>
            </p:nvSpPr>
            <p:spPr bwMode="auto">
              <a:xfrm>
                <a:off x="5325336" y="5315431"/>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199" name="Oval 136"/>
              <p:cNvSpPr>
                <a:spLocks noChangeArrowheads="1"/>
              </p:cNvSpPr>
              <p:nvPr/>
            </p:nvSpPr>
            <p:spPr bwMode="auto">
              <a:xfrm>
                <a:off x="5086886" y="5367817"/>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00" name="组合 199"/>
            <p:cNvGrpSpPr/>
            <p:nvPr/>
          </p:nvGrpSpPr>
          <p:grpSpPr>
            <a:xfrm>
              <a:off x="6716" y="9187"/>
              <a:ext cx="486" cy="617"/>
              <a:chOff x="4264957" y="5179948"/>
              <a:chExt cx="308901" cy="391996"/>
            </a:xfrm>
            <a:grpFill/>
          </p:grpSpPr>
          <p:sp>
            <p:nvSpPr>
              <p:cNvPr id="201" name="Freeform 137"/>
              <p:cNvSpPr/>
              <p:nvPr/>
            </p:nvSpPr>
            <p:spPr bwMode="auto">
              <a:xfrm>
                <a:off x="4358892" y="5179948"/>
                <a:ext cx="121032" cy="256514"/>
              </a:xfrm>
              <a:custGeom>
                <a:avLst/>
                <a:gdLst>
                  <a:gd name="T0" fmla="*/ 24 w 67"/>
                  <a:gd name="T1" fmla="*/ 142 h 142"/>
                  <a:gd name="T2" fmla="*/ 43 w 67"/>
                  <a:gd name="T3" fmla="*/ 142 h 142"/>
                  <a:gd name="T4" fmla="*/ 43 w 67"/>
                  <a:gd name="T5" fmla="*/ 47 h 142"/>
                  <a:gd name="T6" fmla="*/ 67 w 67"/>
                  <a:gd name="T7" fmla="*/ 47 h 142"/>
                  <a:gd name="T8" fmla="*/ 34 w 67"/>
                  <a:gd name="T9" fmla="*/ 0 h 142"/>
                  <a:gd name="T10" fmla="*/ 0 w 67"/>
                  <a:gd name="T11" fmla="*/ 47 h 142"/>
                  <a:gd name="T12" fmla="*/ 24 w 67"/>
                  <a:gd name="T13" fmla="*/ 47 h 142"/>
                  <a:gd name="T14" fmla="*/ 24 w 67"/>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42">
                    <a:moveTo>
                      <a:pt x="24" y="142"/>
                    </a:moveTo>
                    <a:lnTo>
                      <a:pt x="43" y="142"/>
                    </a:lnTo>
                    <a:lnTo>
                      <a:pt x="43" y="47"/>
                    </a:lnTo>
                    <a:lnTo>
                      <a:pt x="67" y="47"/>
                    </a:lnTo>
                    <a:lnTo>
                      <a:pt x="34" y="0"/>
                    </a:lnTo>
                    <a:lnTo>
                      <a:pt x="0" y="47"/>
                    </a:lnTo>
                    <a:lnTo>
                      <a:pt x="24" y="47"/>
                    </a:lnTo>
                    <a:lnTo>
                      <a:pt x="24" y="142"/>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02" name="Freeform 138"/>
              <p:cNvSpPr/>
              <p:nvPr/>
            </p:nvSpPr>
            <p:spPr bwMode="auto">
              <a:xfrm>
                <a:off x="4264957" y="5299172"/>
                <a:ext cx="308901" cy="272772"/>
              </a:xfrm>
              <a:custGeom>
                <a:avLst/>
                <a:gdLst>
                  <a:gd name="T0" fmla="*/ 114 w 171"/>
                  <a:gd name="T1" fmla="*/ 0 h 151"/>
                  <a:gd name="T2" fmla="*/ 114 w 171"/>
                  <a:gd name="T3" fmla="*/ 9 h 151"/>
                  <a:gd name="T4" fmla="*/ 161 w 171"/>
                  <a:gd name="T5" fmla="*/ 9 h 151"/>
                  <a:gd name="T6" fmla="*/ 161 w 171"/>
                  <a:gd name="T7" fmla="*/ 142 h 151"/>
                  <a:gd name="T8" fmla="*/ 10 w 171"/>
                  <a:gd name="T9" fmla="*/ 142 h 151"/>
                  <a:gd name="T10" fmla="*/ 10 w 171"/>
                  <a:gd name="T11" fmla="*/ 9 h 151"/>
                  <a:gd name="T12" fmla="*/ 57 w 171"/>
                  <a:gd name="T13" fmla="*/ 9 h 151"/>
                  <a:gd name="T14" fmla="*/ 57 w 171"/>
                  <a:gd name="T15" fmla="*/ 0 h 151"/>
                  <a:gd name="T16" fmla="*/ 0 w 171"/>
                  <a:gd name="T17" fmla="*/ 0 h 151"/>
                  <a:gd name="T18" fmla="*/ 0 w 171"/>
                  <a:gd name="T19" fmla="*/ 151 h 151"/>
                  <a:gd name="T20" fmla="*/ 171 w 171"/>
                  <a:gd name="T21" fmla="*/ 151 h 151"/>
                  <a:gd name="T22" fmla="*/ 171 w 171"/>
                  <a:gd name="T23" fmla="*/ 0 h 151"/>
                  <a:gd name="T24" fmla="*/ 114 w 171"/>
                  <a:gd name="T25"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151">
                    <a:moveTo>
                      <a:pt x="114" y="0"/>
                    </a:moveTo>
                    <a:lnTo>
                      <a:pt x="114" y="9"/>
                    </a:lnTo>
                    <a:lnTo>
                      <a:pt x="161" y="9"/>
                    </a:lnTo>
                    <a:lnTo>
                      <a:pt x="161" y="142"/>
                    </a:lnTo>
                    <a:lnTo>
                      <a:pt x="10" y="142"/>
                    </a:lnTo>
                    <a:lnTo>
                      <a:pt x="10" y="9"/>
                    </a:lnTo>
                    <a:lnTo>
                      <a:pt x="57" y="9"/>
                    </a:lnTo>
                    <a:lnTo>
                      <a:pt x="57" y="0"/>
                    </a:lnTo>
                    <a:lnTo>
                      <a:pt x="0" y="0"/>
                    </a:lnTo>
                    <a:lnTo>
                      <a:pt x="0" y="151"/>
                    </a:lnTo>
                    <a:lnTo>
                      <a:pt x="171" y="151"/>
                    </a:lnTo>
                    <a:lnTo>
                      <a:pt x="171" y="0"/>
                    </a:lnTo>
                    <a:lnTo>
                      <a:pt x="114"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03" name="组合 202"/>
            <p:cNvGrpSpPr/>
            <p:nvPr/>
          </p:nvGrpSpPr>
          <p:grpSpPr>
            <a:xfrm>
              <a:off x="17023" y="9267"/>
              <a:ext cx="595" cy="523"/>
              <a:chOff x="4230635" y="6068714"/>
              <a:chExt cx="377546" cy="332384"/>
            </a:xfrm>
            <a:grpFill/>
          </p:grpSpPr>
          <p:sp>
            <p:nvSpPr>
              <p:cNvPr id="204" name="Oval 143"/>
              <p:cNvSpPr>
                <a:spLocks noChangeArrowheads="1"/>
              </p:cNvSpPr>
              <p:nvPr/>
            </p:nvSpPr>
            <p:spPr bwMode="auto">
              <a:xfrm>
                <a:off x="4385989" y="6169875"/>
                <a:ext cx="66839"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05" name="Oval 144"/>
              <p:cNvSpPr>
                <a:spLocks noChangeArrowheads="1"/>
              </p:cNvSpPr>
              <p:nvPr/>
            </p:nvSpPr>
            <p:spPr bwMode="auto">
              <a:xfrm>
                <a:off x="4487149" y="6169875"/>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06" name="Oval 145"/>
              <p:cNvSpPr>
                <a:spLocks noChangeArrowheads="1"/>
              </p:cNvSpPr>
              <p:nvPr/>
            </p:nvSpPr>
            <p:spPr bwMode="auto">
              <a:xfrm>
                <a:off x="4283021" y="6169875"/>
                <a:ext cx="68645"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07" name="Freeform 146"/>
              <p:cNvSpPr>
                <a:spLocks noEditPoints="1"/>
              </p:cNvSpPr>
              <p:nvPr/>
            </p:nvSpPr>
            <p:spPr bwMode="auto">
              <a:xfrm>
                <a:off x="4230635" y="6068714"/>
                <a:ext cx="377546" cy="332384"/>
              </a:xfrm>
              <a:custGeom>
                <a:avLst/>
                <a:gdLst>
                  <a:gd name="T0" fmla="*/ 83 w 88"/>
                  <a:gd name="T1" fmla="*/ 5 h 78"/>
                  <a:gd name="T2" fmla="*/ 70 w 88"/>
                  <a:gd name="T3" fmla="*/ 0 h 78"/>
                  <a:gd name="T4" fmla="*/ 18 w 88"/>
                  <a:gd name="T5" fmla="*/ 0 h 78"/>
                  <a:gd name="T6" fmla="*/ 5 w 88"/>
                  <a:gd name="T7" fmla="*/ 5 h 78"/>
                  <a:gd name="T8" fmla="*/ 0 w 88"/>
                  <a:gd name="T9" fmla="*/ 18 h 78"/>
                  <a:gd name="T10" fmla="*/ 0 w 88"/>
                  <a:gd name="T11" fmla="*/ 46 h 78"/>
                  <a:gd name="T12" fmla="*/ 5 w 88"/>
                  <a:gd name="T13" fmla="*/ 59 h 78"/>
                  <a:gd name="T14" fmla="*/ 18 w 88"/>
                  <a:gd name="T15" fmla="*/ 64 h 78"/>
                  <a:gd name="T16" fmla="*/ 69 w 88"/>
                  <a:gd name="T17" fmla="*/ 64 h 78"/>
                  <a:gd name="T18" fmla="*/ 88 w 88"/>
                  <a:gd name="T19" fmla="*/ 78 h 78"/>
                  <a:gd name="T20" fmla="*/ 88 w 88"/>
                  <a:gd name="T21" fmla="*/ 18 h 78"/>
                  <a:gd name="T22" fmla="*/ 83 w 88"/>
                  <a:gd name="T23" fmla="*/ 5 h 78"/>
                  <a:gd name="T24" fmla="*/ 84 w 88"/>
                  <a:gd name="T25" fmla="*/ 70 h 78"/>
                  <a:gd name="T26" fmla="*/ 71 w 88"/>
                  <a:gd name="T27" fmla="*/ 60 h 78"/>
                  <a:gd name="T28" fmla="*/ 18 w 88"/>
                  <a:gd name="T29" fmla="*/ 60 h 78"/>
                  <a:gd name="T30" fmla="*/ 8 w 88"/>
                  <a:gd name="T31" fmla="*/ 56 h 78"/>
                  <a:gd name="T32" fmla="*/ 4 w 88"/>
                  <a:gd name="T33" fmla="*/ 46 h 78"/>
                  <a:gd name="T34" fmla="*/ 4 w 88"/>
                  <a:gd name="T35" fmla="*/ 18 h 78"/>
                  <a:gd name="T36" fmla="*/ 8 w 88"/>
                  <a:gd name="T37" fmla="*/ 8 h 78"/>
                  <a:gd name="T38" fmla="*/ 18 w 88"/>
                  <a:gd name="T39" fmla="*/ 4 h 78"/>
                  <a:gd name="T40" fmla="*/ 70 w 88"/>
                  <a:gd name="T41" fmla="*/ 4 h 78"/>
                  <a:gd name="T42" fmla="*/ 80 w 88"/>
                  <a:gd name="T43" fmla="*/ 8 h 78"/>
                  <a:gd name="T44" fmla="*/ 84 w 88"/>
                  <a:gd name="T45" fmla="*/ 18 h 78"/>
                  <a:gd name="T46" fmla="*/ 84 w 88"/>
                  <a:gd name="T47" fmla="*/ 7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8" h="78">
                    <a:moveTo>
                      <a:pt x="83" y="5"/>
                    </a:moveTo>
                    <a:cubicBezTo>
                      <a:pt x="79" y="2"/>
                      <a:pt x="75" y="0"/>
                      <a:pt x="70" y="0"/>
                    </a:cubicBezTo>
                    <a:cubicBezTo>
                      <a:pt x="18" y="0"/>
                      <a:pt x="18" y="0"/>
                      <a:pt x="18" y="0"/>
                    </a:cubicBezTo>
                    <a:cubicBezTo>
                      <a:pt x="13" y="0"/>
                      <a:pt x="9" y="2"/>
                      <a:pt x="5" y="5"/>
                    </a:cubicBezTo>
                    <a:cubicBezTo>
                      <a:pt x="2" y="9"/>
                      <a:pt x="0" y="13"/>
                      <a:pt x="0" y="18"/>
                    </a:cubicBezTo>
                    <a:cubicBezTo>
                      <a:pt x="0" y="46"/>
                      <a:pt x="0" y="46"/>
                      <a:pt x="0" y="46"/>
                    </a:cubicBezTo>
                    <a:cubicBezTo>
                      <a:pt x="0" y="51"/>
                      <a:pt x="2" y="55"/>
                      <a:pt x="5" y="59"/>
                    </a:cubicBezTo>
                    <a:cubicBezTo>
                      <a:pt x="9" y="62"/>
                      <a:pt x="13" y="64"/>
                      <a:pt x="18" y="64"/>
                    </a:cubicBezTo>
                    <a:cubicBezTo>
                      <a:pt x="69" y="64"/>
                      <a:pt x="69" y="64"/>
                      <a:pt x="69" y="64"/>
                    </a:cubicBezTo>
                    <a:cubicBezTo>
                      <a:pt x="88" y="78"/>
                      <a:pt x="88" y="78"/>
                      <a:pt x="88" y="78"/>
                    </a:cubicBezTo>
                    <a:cubicBezTo>
                      <a:pt x="88" y="18"/>
                      <a:pt x="88" y="18"/>
                      <a:pt x="88" y="18"/>
                    </a:cubicBezTo>
                    <a:cubicBezTo>
                      <a:pt x="88" y="13"/>
                      <a:pt x="86" y="9"/>
                      <a:pt x="83" y="5"/>
                    </a:cubicBezTo>
                    <a:close/>
                    <a:moveTo>
                      <a:pt x="84" y="70"/>
                    </a:moveTo>
                    <a:cubicBezTo>
                      <a:pt x="71" y="60"/>
                      <a:pt x="71" y="60"/>
                      <a:pt x="71" y="60"/>
                    </a:cubicBezTo>
                    <a:cubicBezTo>
                      <a:pt x="18" y="60"/>
                      <a:pt x="18" y="60"/>
                      <a:pt x="18" y="60"/>
                    </a:cubicBezTo>
                    <a:cubicBezTo>
                      <a:pt x="14" y="60"/>
                      <a:pt x="11" y="59"/>
                      <a:pt x="8" y="56"/>
                    </a:cubicBezTo>
                    <a:cubicBezTo>
                      <a:pt x="5" y="53"/>
                      <a:pt x="4" y="50"/>
                      <a:pt x="4" y="46"/>
                    </a:cubicBezTo>
                    <a:cubicBezTo>
                      <a:pt x="4" y="18"/>
                      <a:pt x="4" y="18"/>
                      <a:pt x="4" y="18"/>
                    </a:cubicBezTo>
                    <a:cubicBezTo>
                      <a:pt x="4" y="14"/>
                      <a:pt x="5" y="11"/>
                      <a:pt x="8" y="8"/>
                    </a:cubicBezTo>
                    <a:cubicBezTo>
                      <a:pt x="11" y="5"/>
                      <a:pt x="14" y="4"/>
                      <a:pt x="18" y="4"/>
                    </a:cubicBezTo>
                    <a:cubicBezTo>
                      <a:pt x="70" y="4"/>
                      <a:pt x="70" y="4"/>
                      <a:pt x="70" y="4"/>
                    </a:cubicBezTo>
                    <a:cubicBezTo>
                      <a:pt x="74" y="4"/>
                      <a:pt x="77" y="5"/>
                      <a:pt x="80" y="8"/>
                    </a:cubicBezTo>
                    <a:cubicBezTo>
                      <a:pt x="83" y="11"/>
                      <a:pt x="84" y="14"/>
                      <a:pt x="84" y="18"/>
                    </a:cubicBezTo>
                    <a:lnTo>
                      <a:pt x="84" y="7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208" name="Freeform 147"/>
            <p:cNvSpPr>
              <a:spLocks noEditPoints="1"/>
            </p:cNvSpPr>
            <p:nvPr/>
          </p:nvSpPr>
          <p:spPr bwMode="auto">
            <a:xfrm>
              <a:off x="15717" y="9267"/>
              <a:ext cx="649" cy="592"/>
            </a:xfrm>
            <a:custGeom>
              <a:avLst/>
              <a:gdLst>
                <a:gd name="T0" fmla="*/ 147 w 228"/>
                <a:gd name="T1" fmla="*/ 37 h 208"/>
                <a:gd name="T2" fmla="*/ 81 w 228"/>
                <a:gd name="T3" fmla="*/ 0 h 208"/>
                <a:gd name="T4" fmla="*/ 0 w 228"/>
                <a:gd name="T5" fmla="*/ 30 h 208"/>
                <a:gd name="T6" fmla="*/ 0 w 228"/>
                <a:gd name="T7" fmla="*/ 201 h 208"/>
                <a:gd name="T8" fmla="*/ 81 w 228"/>
                <a:gd name="T9" fmla="*/ 170 h 208"/>
                <a:gd name="T10" fmla="*/ 147 w 228"/>
                <a:gd name="T11" fmla="*/ 208 h 208"/>
                <a:gd name="T12" fmla="*/ 228 w 228"/>
                <a:gd name="T13" fmla="*/ 177 h 208"/>
                <a:gd name="T14" fmla="*/ 228 w 228"/>
                <a:gd name="T15" fmla="*/ 7 h 208"/>
                <a:gd name="T16" fmla="*/ 147 w 228"/>
                <a:gd name="T17" fmla="*/ 37 h 208"/>
                <a:gd name="T18" fmla="*/ 86 w 228"/>
                <a:gd name="T19" fmla="*/ 11 h 208"/>
                <a:gd name="T20" fmla="*/ 142 w 228"/>
                <a:gd name="T21" fmla="*/ 44 h 208"/>
                <a:gd name="T22" fmla="*/ 142 w 228"/>
                <a:gd name="T23" fmla="*/ 196 h 208"/>
                <a:gd name="T24" fmla="*/ 86 w 228"/>
                <a:gd name="T25" fmla="*/ 163 h 208"/>
                <a:gd name="T26" fmla="*/ 86 w 228"/>
                <a:gd name="T27" fmla="*/ 11 h 208"/>
                <a:gd name="T28" fmla="*/ 10 w 228"/>
                <a:gd name="T29" fmla="*/ 35 h 208"/>
                <a:gd name="T30" fmla="*/ 76 w 228"/>
                <a:gd name="T31" fmla="*/ 11 h 208"/>
                <a:gd name="T32" fmla="*/ 76 w 228"/>
                <a:gd name="T33" fmla="*/ 163 h 208"/>
                <a:gd name="T34" fmla="*/ 10 w 228"/>
                <a:gd name="T35" fmla="*/ 186 h 208"/>
                <a:gd name="T36" fmla="*/ 10 w 228"/>
                <a:gd name="T37" fmla="*/ 35 h 208"/>
                <a:gd name="T38" fmla="*/ 218 w 228"/>
                <a:gd name="T39" fmla="*/ 172 h 208"/>
                <a:gd name="T40" fmla="*/ 152 w 228"/>
                <a:gd name="T41" fmla="*/ 196 h 208"/>
                <a:gd name="T42" fmla="*/ 152 w 228"/>
                <a:gd name="T43" fmla="*/ 44 h 208"/>
                <a:gd name="T44" fmla="*/ 218 w 228"/>
                <a:gd name="T45" fmla="*/ 21 h 208"/>
                <a:gd name="T46" fmla="*/ 218 w 228"/>
                <a:gd name="T47" fmla="*/ 172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8" h="208">
                  <a:moveTo>
                    <a:pt x="147" y="37"/>
                  </a:moveTo>
                  <a:lnTo>
                    <a:pt x="81" y="0"/>
                  </a:lnTo>
                  <a:lnTo>
                    <a:pt x="0" y="30"/>
                  </a:lnTo>
                  <a:lnTo>
                    <a:pt x="0" y="201"/>
                  </a:lnTo>
                  <a:lnTo>
                    <a:pt x="81" y="170"/>
                  </a:lnTo>
                  <a:lnTo>
                    <a:pt x="147" y="208"/>
                  </a:lnTo>
                  <a:lnTo>
                    <a:pt x="228" y="177"/>
                  </a:lnTo>
                  <a:lnTo>
                    <a:pt x="228" y="7"/>
                  </a:lnTo>
                  <a:lnTo>
                    <a:pt x="147" y="37"/>
                  </a:lnTo>
                  <a:close/>
                  <a:moveTo>
                    <a:pt x="86" y="11"/>
                  </a:moveTo>
                  <a:lnTo>
                    <a:pt x="142" y="44"/>
                  </a:lnTo>
                  <a:lnTo>
                    <a:pt x="142" y="196"/>
                  </a:lnTo>
                  <a:lnTo>
                    <a:pt x="86" y="163"/>
                  </a:lnTo>
                  <a:lnTo>
                    <a:pt x="86" y="11"/>
                  </a:lnTo>
                  <a:close/>
                  <a:moveTo>
                    <a:pt x="10" y="35"/>
                  </a:moveTo>
                  <a:lnTo>
                    <a:pt x="76" y="11"/>
                  </a:lnTo>
                  <a:lnTo>
                    <a:pt x="76" y="163"/>
                  </a:lnTo>
                  <a:lnTo>
                    <a:pt x="10" y="186"/>
                  </a:lnTo>
                  <a:lnTo>
                    <a:pt x="10" y="35"/>
                  </a:lnTo>
                  <a:close/>
                  <a:moveTo>
                    <a:pt x="218" y="172"/>
                  </a:moveTo>
                  <a:lnTo>
                    <a:pt x="152" y="196"/>
                  </a:lnTo>
                  <a:lnTo>
                    <a:pt x="152" y="44"/>
                  </a:lnTo>
                  <a:lnTo>
                    <a:pt x="218" y="21"/>
                  </a:lnTo>
                  <a:lnTo>
                    <a:pt x="218" y="172"/>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209" name="组合 208"/>
            <p:cNvGrpSpPr/>
            <p:nvPr/>
          </p:nvGrpSpPr>
          <p:grpSpPr>
            <a:xfrm>
              <a:off x="15717" y="8038"/>
              <a:ext cx="649" cy="592"/>
              <a:chOff x="1750397" y="6034393"/>
              <a:chExt cx="411868" cy="375739"/>
            </a:xfrm>
            <a:grpFill/>
          </p:grpSpPr>
          <p:sp>
            <p:nvSpPr>
              <p:cNvPr id="210" name="Freeform 148"/>
              <p:cNvSpPr>
                <a:spLocks noEditPoints="1"/>
              </p:cNvSpPr>
              <p:nvPr/>
            </p:nvSpPr>
            <p:spPr bwMode="auto">
              <a:xfrm>
                <a:off x="1750397" y="6034393"/>
                <a:ext cx="411868" cy="375739"/>
              </a:xfrm>
              <a:custGeom>
                <a:avLst/>
                <a:gdLst>
                  <a:gd name="T0" fmla="*/ 228 w 228"/>
                  <a:gd name="T1" fmla="*/ 0 h 208"/>
                  <a:gd name="T2" fmla="*/ 0 w 228"/>
                  <a:gd name="T3" fmla="*/ 0 h 208"/>
                  <a:gd name="T4" fmla="*/ 0 w 228"/>
                  <a:gd name="T5" fmla="*/ 47 h 208"/>
                  <a:gd name="T6" fmla="*/ 10 w 228"/>
                  <a:gd name="T7" fmla="*/ 47 h 208"/>
                  <a:gd name="T8" fmla="*/ 10 w 228"/>
                  <a:gd name="T9" fmla="*/ 208 h 208"/>
                  <a:gd name="T10" fmla="*/ 218 w 228"/>
                  <a:gd name="T11" fmla="*/ 208 h 208"/>
                  <a:gd name="T12" fmla="*/ 218 w 228"/>
                  <a:gd name="T13" fmla="*/ 47 h 208"/>
                  <a:gd name="T14" fmla="*/ 228 w 228"/>
                  <a:gd name="T15" fmla="*/ 47 h 208"/>
                  <a:gd name="T16" fmla="*/ 228 w 228"/>
                  <a:gd name="T17" fmla="*/ 0 h 208"/>
                  <a:gd name="T18" fmla="*/ 209 w 228"/>
                  <a:gd name="T19" fmla="*/ 199 h 208"/>
                  <a:gd name="T20" fmla="*/ 19 w 228"/>
                  <a:gd name="T21" fmla="*/ 199 h 208"/>
                  <a:gd name="T22" fmla="*/ 19 w 228"/>
                  <a:gd name="T23" fmla="*/ 47 h 208"/>
                  <a:gd name="T24" fmla="*/ 209 w 228"/>
                  <a:gd name="T25" fmla="*/ 47 h 208"/>
                  <a:gd name="T26" fmla="*/ 209 w 228"/>
                  <a:gd name="T27" fmla="*/ 199 h 208"/>
                  <a:gd name="T28" fmla="*/ 218 w 228"/>
                  <a:gd name="T29" fmla="*/ 38 h 208"/>
                  <a:gd name="T30" fmla="*/ 10 w 228"/>
                  <a:gd name="T31" fmla="*/ 38 h 208"/>
                  <a:gd name="T32" fmla="*/ 10 w 228"/>
                  <a:gd name="T33" fmla="*/ 9 h 208"/>
                  <a:gd name="T34" fmla="*/ 218 w 228"/>
                  <a:gd name="T35" fmla="*/ 9 h 208"/>
                  <a:gd name="T36" fmla="*/ 218 w 228"/>
                  <a:gd name="T37" fmla="*/ 3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08">
                    <a:moveTo>
                      <a:pt x="228" y="0"/>
                    </a:moveTo>
                    <a:lnTo>
                      <a:pt x="0" y="0"/>
                    </a:lnTo>
                    <a:lnTo>
                      <a:pt x="0" y="47"/>
                    </a:lnTo>
                    <a:lnTo>
                      <a:pt x="10" y="47"/>
                    </a:lnTo>
                    <a:lnTo>
                      <a:pt x="10" y="208"/>
                    </a:lnTo>
                    <a:lnTo>
                      <a:pt x="218" y="208"/>
                    </a:lnTo>
                    <a:lnTo>
                      <a:pt x="218" y="47"/>
                    </a:lnTo>
                    <a:lnTo>
                      <a:pt x="228" y="47"/>
                    </a:lnTo>
                    <a:lnTo>
                      <a:pt x="228" y="0"/>
                    </a:lnTo>
                    <a:close/>
                    <a:moveTo>
                      <a:pt x="209" y="199"/>
                    </a:moveTo>
                    <a:lnTo>
                      <a:pt x="19" y="199"/>
                    </a:lnTo>
                    <a:lnTo>
                      <a:pt x="19" y="47"/>
                    </a:lnTo>
                    <a:lnTo>
                      <a:pt x="209" y="47"/>
                    </a:lnTo>
                    <a:lnTo>
                      <a:pt x="209" y="199"/>
                    </a:lnTo>
                    <a:close/>
                    <a:moveTo>
                      <a:pt x="218" y="38"/>
                    </a:moveTo>
                    <a:lnTo>
                      <a:pt x="10" y="38"/>
                    </a:lnTo>
                    <a:lnTo>
                      <a:pt x="10" y="9"/>
                    </a:lnTo>
                    <a:lnTo>
                      <a:pt x="218" y="9"/>
                    </a:lnTo>
                    <a:lnTo>
                      <a:pt x="218" y="3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11" name="Rectangle 149"/>
              <p:cNvSpPr>
                <a:spLocks noChangeArrowheads="1"/>
              </p:cNvSpPr>
              <p:nvPr/>
            </p:nvSpPr>
            <p:spPr bwMode="auto">
              <a:xfrm>
                <a:off x="1912976" y="6153618"/>
                <a:ext cx="86709"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12" name="组合 211"/>
            <p:cNvGrpSpPr/>
            <p:nvPr/>
          </p:nvGrpSpPr>
          <p:grpSpPr>
            <a:xfrm>
              <a:off x="16953" y="7954"/>
              <a:ext cx="595" cy="592"/>
              <a:chOff x="2588584" y="6034393"/>
              <a:chExt cx="377546" cy="375739"/>
            </a:xfrm>
            <a:grpFill/>
          </p:grpSpPr>
          <p:sp>
            <p:nvSpPr>
              <p:cNvPr id="213" name="Freeform 150"/>
              <p:cNvSpPr>
                <a:spLocks noEditPoints="1"/>
              </p:cNvSpPr>
              <p:nvPr/>
            </p:nvSpPr>
            <p:spPr bwMode="auto">
              <a:xfrm>
                <a:off x="2588584" y="6034393"/>
                <a:ext cx="377546" cy="375739"/>
              </a:xfrm>
              <a:custGeom>
                <a:avLst/>
                <a:gdLst>
                  <a:gd name="T0" fmla="*/ 0 w 209"/>
                  <a:gd name="T1" fmla="*/ 0 h 208"/>
                  <a:gd name="T2" fmla="*/ 0 w 209"/>
                  <a:gd name="T3" fmla="*/ 208 h 208"/>
                  <a:gd name="T4" fmla="*/ 209 w 209"/>
                  <a:gd name="T5" fmla="*/ 208 h 208"/>
                  <a:gd name="T6" fmla="*/ 209 w 209"/>
                  <a:gd name="T7" fmla="*/ 0 h 208"/>
                  <a:gd name="T8" fmla="*/ 0 w 209"/>
                  <a:gd name="T9" fmla="*/ 0 h 208"/>
                  <a:gd name="T10" fmla="*/ 199 w 209"/>
                  <a:gd name="T11" fmla="*/ 9 h 208"/>
                  <a:gd name="T12" fmla="*/ 199 w 209"/>
                  <a:gd name="T13" fmla="*/ 66 h 208"/>
                  <a:gd name="T14" fmla="*/ 10 w 209"/>
                  <a:gd name="T15" fmla="*/ 66 h 208"/>
                  <a:gd name="T16" fmla="*/ 10 w 209"/>
                  <a:gd name="T17" fmla="*/ 9 h 208"/>
                  <a:gd name="T18" fmla="*/ 199 w 209"/>
                  <a:gd name="T19" fmla="*/ 9 h 208"/>
                  <a:gd name="T20" fmla="*/ 199 w 209"/>
                  <a:gd name="T21" fmla="*/ 75 h 208"/>
                  <a:gd name="T22" fmla="*/ 199 w 209"/>
                  <a:gd name="T23" fmla="*/ 132 h 208"/>
                  <a:gd name="T24" fmla="*/ 10 w 209"/>
                  <a:gd name="T25" fmla="*/ 132 h 208"/>
                  <a:gd name="T26" fmla="*/ 10 w 209"/>
                  <a:gd name="T27" fmla="*/ 75 h 208"/>
                  <a:gd name="T28" fmla="*/ 199 w 209"/>
                  <a:gd name="T29" fmla="*/ 75 h 208"/>
                  <a:gd name="T30" fmla="*/ 10 w 209"/>
                  <a:gd name="T31" fmla="*/ 199 h 208"/>
                  <a:gd name="T32" fmla="*/ 10 w 209"/>
                  <a:gd name="T33" fmla="*/ 142 h 208"/>
                  <a:gd name="T34" fmla="*/ 199 w 209"/>
                  <a:gd name="T35" fmla="*/ 142 h 208"/>
                  <a:gd name="T36" fmla="*/ 199 w 209"/>
                  <a:gd name="T37" fmla="*/ 199 h 208"/>
                  <a:gd name="T38" fmla="*/ 10 w 209"/>
                  <a:gd name="T39" fmla="*/ 19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9" h="208">
                    <a:moveTo>
                      <a:pt x="0" y="0"/>
                    </a:moveTo>
                    <a:lnTo>
                      <a:pt x="0" y="208"/>
                    </a:lnTo>
                    <a:lnTo>
                      <a:pt x="209" y="208"/>
                    </a:lnTo>
                    <a:lnTo>
                      <a:pt x="209" y="0"/>
                    </a:lnTo>
                    <a:lnTo>
                      <a:pt x="0" y="0"/>
                    </a:lnTo>
                    <a:close/>
                    <a:moveTo>
                      <a:pt x="199" y="9"/>
                    </a:moveTo>
                    <a:lnTo>
                      <a:pt x="199" y="66"/>
                    </a:lnTo>
                    <a:lnTo>
                      <a:pt x="10" y="66"/>
                    </a:lnTo>
                    <a:lnTo>
                      <a:pt x="10" y="9"/>
                    </a:lnTo>
                    <a:lnTo>
                      <a:pt x="199" y="9"/>
                    </a:lnTo>
                    <a:close/>
                    <a:moveTo>
                      <a:pt x="199" y="75"/>
                    </a:moveTo>
                    <a:lnTo>
                      <a:pt x="199" y="132"/>
                    </a:lnTo>
                    <a:lnTo>
                      <a:pt x="10" y="132"/>
                    </a:lnTo>
                    <a:lnTo>
                      <a:pt x="10" y="75"/>
                    </a:lnTo>
                    <a:lnTo>
                      <a:pt x="199" y="75"/>
                    </a:lnTo>
                    <a:close/>
                    <a:moveTo>
                      <a:pt x="10" y="199"/>
                    </a:moveTo>
                    <a:lnTo>
                      <a:pt x="10" y="142"/>
                    </a:lnTo>
                    <a:lnTo>
                      <a:pt x="199" y="142"/>
                    </a:lnTo>
                    <a:lnTo>
                      <a:pt x="199" y="199"/>
                    </a:lnTo>
                    <a:lnTo>
                      <a:pt x="10" y="19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14" name="Rectangle 151"/>
              <p:cNvSpPr>
                <a:spLocks noChangeArrowheads="1"/>
              </p:cNvSpPr>
              <p:nvPr/>
            </p:nvSpPr>
            <p:spPr bwMode="auto">
              <a:xfrm>
                <a:off x="2828840" y="6325228"/>
                <a:ext cx="8490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15" name="Rectangle 152"/>
              <p:cNvSpPr>
                <a:spLocks noChangeArrowheads="1"/>
              </p:cNvSpPr>
              <p:nvPr/>
            </p:nvSpPr>
            <p:spPr bwMode="auto">
              <a:xfrm>
                <a:off x="2828840" y="6204198"/>
                <a:ext cx="8490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16" name="Rectangle 153"/>
              <p:cNvSpPr>
                <a:spLocks noChangeArrowheads="1"/>
              </p:cNvSpPr>
              <p:nvPr/>
            </p:nvSpPr>
            <p:spPr bwMode="auto">
              <a:xfrm>
                <a:off x="2828840" y="6084973"/>
                <a:ext cx="8490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17" name="组合 216"/>
            <p:cNvGrpSpPr/>
            <p:nvPr/>
          </p:nvGrpSpPr>
          <p:grpSpPr>
            <a:xfrm>
              <a:off x="16927" y="6833"/>
              <a:ext cx="646" cy="432"/>
              <a:chOff x="930275" y="6084973"/>
              <a:chExt cx="410062" cy="274578"/>
            </a:xfrm>
            <a:grpFill/>
          </p:grpSpPr>
          <p:sp>
            <p:nvSpPr>
              <p:cNvPr id="218" name="Freeform 154"/>
              <p:cNvSpPr>
                <a:spLocks noEditPoints="1"/>
              </p:cNvSpPr>
              <p:nvPr/>
            </p:nvSpPr>
            <p:spPr bwMode="auto">
              <a:xfrm>
                <a:off x="930275" y="6084973"/>
                <a:ext cx="410062" cy="274578"/>
              </a:xfrm>
              <a:custGeom>
                <a:avLst/>
                <a:gdLst>
                  <a:gd name="T0" fmla="*/ 48 w 96"/>
                  <a:gd name="T1" fmla="*/ 0 h 64"/>
                  <a:gd name="T2" fmla="*/ 0 w 96"/>
                  <a:gd name="T3" fmla="*/ 32 h 64"/>
                  <a:gd name="T4" fmla="*/ 48 w 96"/>
                  <a:gd name="T5" fmla="*/ 64 h 64"/>
                  <a:gd name="T6" fmla="*/ 96 w 96"/>
                  <a:gd name="T7" fmla="*/ 32 h 64"/>
                  <a:gd name="T8" fmla="*/ 48 w 96"/>
                  <a:gd name="T9" fmla="*/ 0 h 64"/>
                  <a:gd name="T10" fmla="*/ 48 w 96"/>
                  <a:gd name="T11" fmla="*/ 60 h 64"/>
                  <a:gd name="T12" fmla="*/ 5 w 96"/>
                  <a:gd name="T13" fmla="*/ 32 h 64"/>
                  <a:gd name="T14" fmla="*/ 48 w 96"/>
                  <a:gd name="T15" fmla="*/ 4 h 64"/>
                  <a:gd name="T16" fmla="*/ 91 w 96"/>
                  <a:gd name="T17" fmla="*/ 32 h 64"/>
                  <a:gd name="T18" fmla="*/ 48 w 96"/>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64">
                    <a:moveTo>
                      <a:pt x="48" y="0"/>
                    </a:moveTo>
                    <a:cubicBezTo>
                      <a:pt x="19" y="0"/>
                      <a:pt x="0" y="32"/>
                      <a:pt x="0" y="32"/>
                    </a:cubicBezTo>
                    <a:cubicBezTo>
                      <a:pt x="0" y="32"/>
                      <a:pt x="19" y="64"/>
                      <a:pt x="48" y="64"/>
                    </a:cubicBezTo>
                    <a:cubicBezTo>
                      <a:pt x="77" y="64"/>
                      <a:pt x="96" y="32"/>
                      <a:pt x="96" y="32"/>
                    </a:cubicBezTo>
                    <a:cubicBezTo>
                      <a:pt x="96" y="32"/>
                      <a:pt x="77" y="0"/>
                      <a:pt x="48" y="0"/>
                    </a:cubicBezTo>
                    <a:close/>
                    <a:moveTo>
                      <a:pt x="48" y="60"/>
                    </a:moveTo>
                    <a:cubicBezTo>
                      <a:pt x="26" y="60"/>
                      <a:pt x="10" y="39"/>
                      <a:pt x="5" y="32"/>
                    </a:cubicBezTo>
                    <a:cubicBezTo>
                      <a:pt x="10" y="25"/>
                      <a:pt x="26" y="4"/>
                      <a:pt x="48" y="4"/>
                    </a:cubicBezTo>
                    <a:cubicBezTo>
                      <a:pt x="70" y="4"/>
                      <a:pt x="86" y="25"/>
                      <a:pt x="91" y="32"/>
                    </a:cubicBezTo>
                    <a:cubicBezTo>
                      <a:pt x="86" y="39"/>
                      <a:pt x="70" y="60"/>
                      <a:pt x="48" y="6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19" name="Freeform 155"/>
              <p:cNvSpPr>
                <a:spLocks noEditPoints="1"/>
              </p:cNvSpPr>
              <p:nvPr/>
            </p:nvSpPr>
            <p:spPr bwMode="auto">
              <a:xfrm>
                <a:off x="1049500" y="6137359"/>
                <a:ext cx="171612" cy="169805"/>
              </a:xfrm>
              <a:custGeom>
                <a:avLst/>
                <a:gdLst>
                  <a:gd name="T0" fmla="*/ 20 w 40"/>
                  <a:gd name="T1" fmla="*/ 0 h 40"/>
                  <a:gd name="T2" fmla="*/ 0 w 40"/>
                  <a:gd name="T3" fmla="*/ 20 h 40"/>
                  <a:gd name="T4" fmla="*/ 20 w 40"/>
                  <a:gd name="T5" fmla="*/ 40 h 40"/>
                  <a:gd name="T6" fmla="*/ 40 w 40"/>
                  <a:gd name="T7" fmla="*/ 20 h 40"/>
                  <a:gd name="T8" fmla="*/ 20 w 40"/>
                  <a:gd name="T9" fmla="*/ 0 h 40"/>
                  <a:gd name="T10" fmla="*/ 20 w 40"/>
                  <a:gd name="T11" fmla="*/ 36 h 40"/>
                  <a:gd name="T12" fmla="*/ 4 w 40"/>
                  <a:gd name="T13" fmla="*/ 20 h 40"/>
                  <a:gd name="T14" fmla="*/ 20 w 40"/>
                  <a:gd name="T15" fmla="*/ 4 h 40"/>
                  <a:gd name="T16" fmla="*/ 36 w 40"/>
                  <a:gd name="T17" fmla="*/ 20 h 40"/>
                  <a:gd name="T18" fmla="*/ 20 w 40"/>
                  <a:gd name="T19"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40">
                    <a:moveTo>
                      <a:pt x="20" y="0"/>
                    </a:moveTo>
                    <a:cubicBezTo>
                      <a:pt x="9" y="0"/>
                      <a:pt x="0" y="9"/>
                      <a:pt x="0" y="20"/>
                    </a:cubicBezTo>
                    <a:cubicBezTo>
                      <a:pt x="0" y="31"/>
                      <a:pt x="9" y="40"/>
                      <a:pt x="20" y="40"/>
                    </a:cubicBezTo>
                    <a:cubicBezTo>
                      <a:pt x="31" y="40"/>
                      <a:pt x="40" y="31"/>
                      <a:pt x="40" y="20"/>
                    </a:cubicBezTo>
                    <a:cubicBezTo>
                      <a:pt x="40" y="9"/>
                      <a:pt x="31" y="0"/>
                      <a:pt x="20" y="0"/>
                    </a:cubicBezTo>
                    <a:close/>
                    <a:moveTo>
                      <a:pt x="20" y="36"/>
                    </a:moveTo>
                    <a:cubicBezTo>
                      <a:pt x="11" y="36"/>
                      <a:pt x="4" y="29"/>
                      <a:pt x="4" y="20"/>
                    </a:cubicBezTo>
                    <a:cubicBezTo>
                      <a:pt x="4" y="11"/>
                      <a:pt x="11" y="4"/>
                      <a:pt x="20" y="4"/>
                    </a:cubicBezTo>
                    <a:cubicBezTo>
                      <a:pt x="29" y="4"/>
                      <a:pt x="36" y="11"/>
                      <a:pt x="36" y="20"/>
                    </a:cubicBezTo>
                    <a:cubicBezTo>
                      <a:pt x="36" y="29"/>
                      <a:pt x="29" y="36"/>
                      <a:pt x="20" y="36"/>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220" name="Freeform 156"/>
            <p:cNvSpPr/>
            <p:nvPr/>
          </p:nvSpPr>
          <p:spPr bwMode="auto">
            <a:xfrm>
              <a:off x="11794" y="2775"/>
              <a:ext cx="612" cy="660"/>
            </a:xfrm>
            <a:custGeom>
              <a:avLst/>
              <a:gdLst>
                <a:gd name="T0" fmla="*/ 47 w 91"/>
                <a:gd name="T1" fmla="*/ 39 h 98"/>
                <a:gd name="T2" fmla="*/ 44 w 91"/>
                <a:gd name="T3" fmla="*/ 36 h 98"/>
                <a:gd name="T4" fmla="*/ 19 w 91"/>
                <a:gd name="T5" fmla="*/ 62 h 98"/>
                <a:gd name="T6" fmla="*/ 14 w 91"/>
                <a:gd name="T7" fmla="*/ 72 h 98"/>
                <a:gd name="T8" fmla="*/ 19 w 91"/>
                <a:gd name="T9" fmla="*/ 82 h 98"/>
                <a:gd name="T10" fmla="*/ 28 w 91"/>
                <a:gd name="T11" fmla="*/ 86 h 98"/>
                <a:gd name="T12" fmla="*/ 38 w 91"/>
                <a:gd name="T13" fmla="*/ 82 h 98"/>
                <a:gd name="T14" fmla="*/ 84 w 91"/>
                <a:gd name="T15" fmla="*/ 36 h 98"/>
                <a:gd name="T16" fmla="*/ 84 w 91"/>
                <a:gd name="T17" fmla="*/ 8 h 98"/>
                <a:gd name="T18" fmla="*/ 55 w 91"/>
                <a:gd name="T19" fmla="*/ 8 h 98"/>
                <a:gd name="T20" fmla="*/ 10 w 91"/>
                <a:gd name="T21" fmla="*/ 53 h 98"/>
                <a:gd name="T22" fmla="*/ 10 w 91"/>
                <a:gd name="T23" fmla="*/ 53 h 98"/>
                <a:gd name="T24" fmla="*/ 10 w 91"/>
                <a:gd name="T25" fmla="*/ 90 h 98"/>
                <a:gd name="T26" fmla="*/ 28 w 91"/>
                <a:gd name="T27" fmla="*/ 98 h 98"/>
                <a:gd name="T28" fmla="*/ 28 w 91"/>
                <a:gd name="T29" fmla="*/ 98 h 98"/>
                <a:gd name="T30" fmla="*/ 47 w 91"/>
                <a:gd name="T31" fmla="*/ 90 h 98"/>
                <a:gd name="T32" fmla="*/ 47 w 91"/>
                <a:gd name="T33" fmla="*/ 90 h 98"/>
                <a:gd name="T34" fmla="*/ 72 w 91"/>
                <a:gd name="T35" fmla="*/ 65 h 98"/>
                <a:gd name="T36" fmla="*/ 70 w 91"/>
                <a:gd name="T37" fmla="*/ 62 h 98"/>
                <a:gd name="T38" fmla="*/ 44 w 91"/>
                <a:gd name="T39" fmla="*/ 87 h 98"/>
                <a:gd name="T40" fmla="*/ 44 w 91"/>
                <a:gd name="T41" fmla="*/ 87 h 98"/>
                <a:gd name="T42" fmla="*/ 28 w 91"/>
                <a:gd name="T43" fmla="*/ 94 h 98"/>
                <a:gd name="T44" fmla="*/ 28 w 91"/>
                <a:gd name="T45" fmla="*/ 94 h 98"/>
                <a:gd name="T46" fmla="*/ 13 w 91"/>
                <a:gd name="T47" fmla="*/ 87 h 98"/>
                <a:gd name="T48" fmla="*/ 13 w 91"/>
                <a:gd name="T49" fmla="*/ 56 h 98"/>
                <a:gd name="T50" fmla="*/ 13 w 91"/>
                <a:gd name="T51" fmla="*/ 56 h 98"/>
                <a:gd name="T52" fmla="*/ 58 w 91"/>
                <a:gd name="T53" fmla="*/ 11 h 98"/>
                <a:gd name="T54" fmla="*/ 81 w 91"/>
                <a:gd name="T55" fmla="*/ 11 h 98"/>
                <a:gd name="T56" fmla="*/ 81 w 91"/>
                <a:gd name="T57" fmla="*/ 34 h 98"/>
                <a:gd name="T58" fmla="*/ 36 w 91"/>
                <a:gd name="T59" fmla="*/ 79 h 98"/>
                <a:gd name="T60" fmla="*/ 21 w 91"/>
                <a:gd name="T61" fmla="*/ 79 h 98"/>
                <a:gd name="T62" fmla="*/ 18 w 91"/>
                <a:gd name="T63" fmla="*/ 72 h 98"/>
                <a:gd name="T64" fmla="*/ 21 w 91"/>
                <a:gd name="T65" fmla="*/ 65 h 98"/>
                <a:gd name="T66" fmla="*/ 47 w 91"/>
                <a:gd name="T67" fmla="*/ 39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 h="98">
                  <a:moveTo>
                    <a:pt x="47" y="39"/>
                  </a:moveTo>
                  <a:cubicBezTo>
                    <a:pt x="44" y="36"/>
                    <a:pt x="44" y="36"/>
                    <a:pt x="44" y="36"/>
                  </a:cubicBezTo>
                  <a:cubicBezTo>
                    <a:pt x="19" y="62"/>
                    <a:pt x="19" y="62"/>
                    <a:pt x="19" y="62"/>
                  </a:cubicBezTo>
                  <a:cubicBezTo>
                    <a:pt x="16" y="64"/>
                    <a:pt x="14" y="68"/>
                    <a:pt x="14" y="72"/>
                  </a:cubicBezTo>
                  <a:cubicBezTo>
                    <a:pt x="14" y="75"/>
                    <a:pt x="16" y="79"/>
                    <a:pt x="19" y="82"/>
                  </a:cubicBezTo>
                  <a:cubicBezTo>
                    <a:pt x="21" y="84"/>
                    <a:pt x="25" y="86"/>
                    <a:pt x="28" y="86"/>
                  </a:cubicBezTo>
                  <a:cubicBezTo>
                    <a:pt x="32" y="86"/>
                    <a:pt x="36" y="84"/>
                    <a:pt x="38" y="82"/>
                  </a:cubicBezTo>
                  <a:cubicBezTo>
                    <a:pt x="84" y="36"/>
                    <a:pt x="84" y="36"/>
                    <a:pt x="84" y="36"/>
                  </a:cubicBezTo>
                  <a:cubicBezTo>
                    <a:pt x="91" y="29"/>
                    <a:pt x="91" y="16"/>
                    <a:pt x="84" y="8"/>
                  </a:cubicBezTo>
                  <a:cubicBezTo>
                    <a:pt x="76" y="0"/>
                    <a:pt x="63" y="0"/>
                    <a:pt x="55" y="8"/>
                  </a:cubicBezTo>
                  <a:cubicBezTo>
                    <a:pt x="10" y="53"/>
                    <a:pt x="10" y="53"/>
                    <a:pt x="10" y="53"/>
                  </a:cubicBezTo>
                  <a:cubicBezTo>
                    <a:pt x="10" y="53"/>
                    <a:pt x="10" y="53"/>
                    <a:pt x="10" y="53"/>
                  </a:cubicBezTo>
                  <a:cubicBezTo>
                    <a:pt x="0" y="63"/>
                    <a:pt x="0" y="80"/>
                    <a:pt x="10" y="90"/>
                  </a:cubicBezTo>
                  <a:cubicBezTo>
                    <a:pt x="15" y="95"/>
                    <a:pt x="22" y="98"/>
                    <a:pt x="28" y="98"/>
                  </a:cubicBezTo>
                  <a:cubicBezTo>
                    <a:pt x="28" y="98"/>
                    <a:pt x="28" y="98"/>
                    <a:pt x="28" y="98"/>
                  </a:cubicBezTo>
                  <a:cubicBezTo>
                    <a:pt x="35" y="98"/>
                    <a:pt x="42" y="95"/>
                    <a:pt x="47" y="90"/>
                  </a:cubicBezTo>
                  <a:cubicBezTo>
                    <a:pt x="47" y="90"/>
                    <a:pt x="47" y="90"/>
                    <a:pt x="47" y="90"/>
                  </a:cubicBezTo>
                  <a:cubicBezTo>
                    <a:pt x="72" y="65"/>
                    <a:pt x="72" y="65"/>
                    <a:pt x="72" y="65"/>
                  </a:cubicBezTo>
                  <a:cubicBezTo>
                    <a:pt x="70" y="62"/>
                    <a:pt x="70" y="62"/>
                    <a:pt x="70" y="62"/>
                  </a:cubicBezTo>
                  <a:cubicBezTo>
                    <a:pt x="44" y="87"/>
                    <a:pt x="44" y="87"/>
                    <a:pt x="44" y="87"/>
                  </a:cubicBezTo>
                  <a:cubicBezTo>
                    <a:pt x="44" y="87"/>
                    <a:pt x="44" y="87"/>
                    <a:pt x="44" y="87"/>
                  </a:cubicBezTo>
                  <a:cubicBezTo>
                    <a:pt x="40" y="91"/>
                    <a:pt x="34" y="94"/>
                    <a:pt x="28" y="94"/>
                  </a:cubicBezTo>
                  <a:cubicBezTo>
                    <a:pt x="28" y="94"/>
                    <a:pt x="28" y="94"/>
                    <a:pt x="28" y="94"/>
                  </a:cubicBezTo>
                  <a:cubicBezTo>
                    <a:pt x="23" y="94"/>
                    <a:pt x="17" y="91"/>
                    <a:pt x="13" y="87"/>
                  </a:cubicBezTo>
                  <a:cubicBezTo>
                    <a:pt x="4" y="79"/>
                    <a:pt x="4" y="65"/>
                    <a:pt x="13" y="56"/>
                  </a:cubicBezTo>
                  <a:cubicBezTo>
                    <a:pt x="13" y="56"/>
                    <a:pt x="13" y="56"/>
                    <a:pt x="13" y="56"/>
                  </a:cubicBezTo>
                  <a:cubicBezTo>
                    <a:pt x="58" y="11"/>
                    <a:pt x="58" y="11"/>
                    <a:pt x="58" y="11"/>
                  </a:cubicBezTo>
                  <a:cubicBezTo>
                    <a:pt x="64" y="5"/>
                    <a:pt x="75" y="5"/>
                    <a:pt x="81" y="11"/>
                  </a:cubicBezTo>
                  <a:cubicBezTo>
                    <a:pt x="87" y="17"/>
                    <a:pt x="87" y="27"/>
                    <a:pt x="81" y="34"/>
                  </a:cubicBezTo>
                  <a:cubicBezTo>
                    <a:pt x="36" y="79"/>
                    <a:pt x="36" y="79"/>
                    <a:pt x="36" y="79"/>
                  </a:cubicBezTo>
                  <a:cubicBezTo>
                    <a:pt x="32" y="83"/>
                    <a:pt x="25" y="83"/>
                    <a:pt x="21" y="79"/>
                  </a:cubicBezTo>
                  <a:cubicBezTo>
                    <a:pt x="20" y="77"/>
                    <a:pt x="18" y="74"/>
                    <a:pt x="18" y="72"/>
                  </a:cubicBezTo>
                  <a:cubicBezTo>
                    <a:pt x="18" y="69"/>
                    <a:pt x="20" y="67"/>
                    <a:pt x="21" y="65"/>
                  </a:cubicBezTo>
                  <a:lnTo>
                    <a:pt x="47" y="3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221" name="组合 220"/>
            <p:cNvGrpSpPr/>
            <p:nvPr/>
          </p:nvGrpSpPr>
          <p:grpSpPr>
            <a:xfrm>
              <a:off x="13092" y="2787"/>
              <a:ext cx="649" cy="586"/>
              <a:chOff x="8313182" y="1115464"/>
              <a:chExt cx="411868" cy="372126"/>
            </a:xfrm>
            <a:grpFill/>
          </p:grpSpPr>
          <p:sp>
            <p:nvSpPr>
              <p:cNvPr id="222" name="Freeform 157"/>
              <p:cNvSpPr/>
              <p:nvPr/>
            </p:nvSpPr>
            <p:spPr bwMode="auto">
              <a:xfrm>
                <a:off x="8381826" y="1343075"/>
                <a:ext cx="86709" cy="84903"/>
              </a:xfrm>
              <a:custGeom>
                <a:avLst/>
                <a:gdLst>
                  <a:gd name="T0" fmla="*/ 33 w 48"/>
                  <a:gd name="T1" fmla="*/ 0 h 47"/>
                  <a:gd name="T2" fmla="*/ 15 w 48"/>
                  <a:gd name="T3" fmla="*/ 0 h 47"/>
                  <a:gd name="T4" fmla="*/ 15 w 48"/>
                  <a:gd name="T5" fmla="*/ 14 h 47"/>
                  <a:gd name="T6" fmla="*/ 0 w 48"/>
                  <a:gd name="T7" fmla="*/ 14 h 47"/>
                  <a:gd name="T8" fmla="*/ 0 w 48"/>
                  <a:gd name="T9" fmla="*/ 33 h 47"/>
                  <a:gd name="T10" fmla="*/ 15 w 48"/>
                  <a:gd name="T11" fmla="*/ 33 h 47"/>
                  <a:gd name="T12" fmla="*/ 15 w 48"/>
                  <a:gd name="T13" fmla="*/ 47 h 47"/>
                  <a:gd name="T14" fmla="*/ 33 w 48"/>
                  <a:gd name="T15" fmla="*/ 47 h 47"/>
                  <a:gd name="T16" fmla="*/ 33 w 48"/>
                  <a:gd name="T17" fmla="*/ 33 h 47"/>
                  <a:gd name="T18" fmla="*/ 48 w 48"/>
                  <a:gd name="T19" fmla="*/ 33 h 47"/>
                  <a:gd name="T20" fmla="*/ 48 w 48"/>
                  <a:gd name="T21" fmla="*/ 14 h 47"/>
                  <a:gd name="T22" fmla="*/ 33 w 48"/>
                  <a:gd name="T23" fmla="*/ 14 h 47"/>
                  <a:gd name="T24" fmla="*/ 33 w 48"/>
                  <a:gd name="T25"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47">
                    <a:moveTo>
                      <a:pt x="33" y="0"/>
                    </a:moveTo>
                    <a:lnTo>
                      <a:pt x="15" y="0"/>
                    </a:lnTo>
                    <a:lnTo>
                      <a:pt x="15" y="14"/>
                    </a:lnTo>
                    <a:lnTo>
                      <a:pt x="0" y="14"/>
                    </a:lnTo>
                    <a:lnTo>
                      <a:pt x="0" y="33"/>
                    </a:lnTo>
                    <a:lnTo>
                      <a:pt x="15" y="33"/>
                    </a:lnTo>
                    <a:lnTo>
                      <a:pt x="15" y="47"/>
                    </a:lnTo>
                    <a:lnTo>
                      <a:pt x="33" y="47"/>
                    </a:lnTo>
                    <a:lnTo>
                      <a:pt x="33" y="33"/>
                    </a:lnTo>
                    <a:lnTo>
                      <a:pt x="48" y="33"/>
                    </a:lnTo>
                    <a:lnTo>
                      <a:pt x="48" y="14"/>
                    </a:lnTo>
                    <a:lnTo>
                      <a:pt x="33" y="14"/>
                    </a:lnTo>
                    <a:lnTo>
                      <a:pt x="33"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23" name="Freeform 158"/>
              <p:cNvSpPr>
                <a:spLocks noEditPoints="1"/>
              </p:cNvSpPr>
              <p:nvPr/>
            </p:nvSpPr>
            <p:spPr bwMode="auto">
              <a:xfrm>
                <a:off x="8313182" y="1115464"/>
                <a:ext cx="411868" cy="372126"/>
              </a:xfrm>
              <a:custGeom>
                <a:avLst/>
                <a:gdLst>
                  <a:gd name="T0" fmla="*/ 72 w 96"/>
                  <a:gd name="T1" fmla="*/ 39 h 87"/>
                  <a:gd name="T2" fmla="*/ 50 w 96"/>
                  <a:gd name="T3" fmla="*/ 39 h 87"/>
                  <a:gd name="T4" fmla="*/ 50 w 96"/>
                  <a:gd name="T5" fmla="*/ 29 h 87"/>
                  <a:gd name="T6" fmla="*/ 66 w 96"/>
                  <a:gd name="T7" fmla="*/ 29 h 87"/>
                  <a:gd name="T8" fmla="*/ 66 w 96"/>
                  <a:gd name="T9" fmla="*/ 13 h 87"/>
                  <a:gd name="T10" fmla="*/ 39 w 96"/>
                  <a:gd name="T11" fmla="*/ 13 h 87"/>
                  <a:gd name="T12" fmla="*/ 49 w 96"/>
                  <a:gd name="T13" fmla="*/ 2 h 87"/>
                  <a:gd name="T14" fmla="*/ 47 w 96"/>
                  <a:gd name="T15" fmla="*/ 0 h 87"/>
                  <a:gd name="T16" fmla="*/ 29 w 96"/>
                  <a:gd name="T17" fmla="*/ 17 h 87"/>
                  <a:gd name="T18" fmla="*/ 62 w 96"/>
                  <a:gd name="T19" fmla="*/ 17 h 87"/>
                  <a:gd name="T20" fmla="*/ 62 w 96"/>
                  <a:gd name="T21" fmla="*/ 25 h 87"/>
                  <a:gd name="T22" fmla="*/ 46 w 96"/>
                  <a:gd name="T23" fmla="*/ 25 h 87"/>
                  <a:gd name="T24" fmla="*/ 46 w 96"/>
                  <a:gd name="T25" fmla="*/ 39 h 87"/>
                  <a:gd name="T26" fmla="*/ 24 w 96"/>
                  <a:gd name="T27" fmla="*/ 39 h 87"/>
                  <a:gd name="T28" fmla="*/ 0 w 96"/>
                  <a:gd name="T29" fmla="*/ 63 h 87"/>
                  <a:gd name="T30" fmla="*/ 24 w 96"/>
                  <a:gd name="T31" fmla="*/ 87 h 87"/>
                  <a:gd name="T32" fmla="*/ 40 w 96"/>
                  <a:gd name="T33" fmla="*/ 81 h 87"/>
                  <a:gd name="T34" fmla="*/ 56 w 96"/>
                  <a:gd name="T35" fmla="*/ 81 h 87"/>
                  <a:gd name="T36" fmla="*/ 72 w 96"/>
                  <a:gd name="T37" fmla="*/ 87 h 87"/>
                  <a:gd name="T38" fmla="*/ 96 w 96"/>
                  <a:gd name="T39" fmla="*/ 63 h 87"/>
                  <a:gd name="T40" fmla="*/ 72 w 96"/>
                  <a:gd name="T41" fmla="*/ 39 h 87"/>
                  <a:gd name="T42" fmla="*/ 72 w 96"/>
                  <a:gd name="T43" fmla="*/ 83 h 87"/>
                  <a:gd name="T44" fmla="*/ 58 w 96"/>
                  <a:gd name="T45" fmla="*/ 78 h 87"/>
                  <a:gd name="T46" fmla="*/ 58 w 96"/>
                  <a:gd name="T47" fmla="*/ 77 h 87"/>
                  <a:gd name="T48" fmla="*/ 38 w 96"/>
                  <a:gd name="T49" fmla="*/ 77 h 87"/>
                  <a:gd name="T50" fmla="*/ 38 w 96"/>
                  <a:gd name="T51" fmla="*/ 78 h 87"/>
                  <a:gd name="T52" fmla="*/ 24 w 96"/>
                  <a:gd name="T53" fmla="*/ 83 h 87"/>
                  <a:gd name="T54" fmla="*/ 4 w 96"/>
                  <a:gd name="T55" fmla="*/ 63 h 87"/>
                  <a:gd name="T56" fmla="*/ 24 w 96"/>
                  <a:gd name="T57" fmla="*/ 43 h 87"/>
                  <a:gd name="T58" fmla="*/ 46 w 96"/>
                  <a:gd name="T59" fmla="*/ 43 h 87"/>
                  <a:gd name="T60" fmla="*/ 50 w 96"/>
                  <a:gd name="T61" fmla="*/ 43 h 87"/>
                  <a:gd name="T62" fmla="*/ 72 w 96"/>
                  <a:gd name="T63" fmla="*/ 43 h 87"/>
                  <a:gd name="T64" fmla="*/ 92 w 96"/>
                  <a:gd name="T65" fmla="*/ 63 h 87"/>
                  <a:gd name="T66" fmla="*/ 72 w 96"/>
                  <a:gd name="T6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6" h="87">
                    <a:moveTo>
                      <a:pt x="72" y="39"/>
                    </a:moveTo>
                    <a:cubicBezTo>
                      <a:pt x="50" y="39"/>
                      <a:pt x="50" y="39"/>
                      <a:pt x="50" y="39"/>
                    </a:cubicBezTo>
                    <a:cubicBezTo>
                      <a:pt x="50" y="29"/>
                      <a:pt x="50" y="29"/>
                      <a:pt x="50" y="29"/>
                    </a:cubicBezTo>
                    <a:cubicBezTo>
                      <a:pt x="66" y="29"/>
                      <a:pt x="66" y="29"/>
                      <a:pt x="66" y="29"/>
                    </a:cubicBezTo>
                    <a:cubicBezTo>
                      <a:pt x="66" y="13"/>
                      <a:pt x="66" y="13"/>
                      <a:pt x="66" y="13"/>
                    </a:cubicBezTo>
                    <a:cubicBezTo>
                      <a:pt x="39" y="13"/>
                      <a:pt x="39" y="13"/>
                      <a:pt x="39" y="13"/>
                    </a:cubicBezTo>
                    <a:cubicBezTo>
                      <a:pt x="49" y="2"/>
                      <a:pt x="49" y="2"/>
                      <a:pt x="49" y="2"/>
                    </a:cubicBezTo>
                    <a:cubicBezTo>
                      <a:pt x="47" y="0"/>
                      <a:pt x="47" y="0"/>
                      <a:pt x="47" y="0"/>
                    </a:cubicBezTo>
                    <a:cubicBezTo>
                      <a:pt x="29" y="17"/>
                      <a:pt x="29" y="17"/>
                      <a:pt x="29" y="17"/>
                    </a:cubicBezTo>
                    <a:cubicBezTo>
                      <a:pt x="62" y="17"/>
                      <a:pt x="62" y="17"/>
                      <a:pt x="62" y="17"/>
                    </a:cubicBezTo>
                    <a:cubicBezTo>
                      <a:pt x="62" y="25"/>
                      <a:pt x="62" y="25"/>
                      <a:pt x="62" y="25"/>
                    </a:cubicBezTo>
                    <a:cubicBezTo>
                      <a:pt x="46" y="25"/>
                      <a:pt x="46" y="25"/>
                      <a:pt x="46" y="25"/>
                    </a:cubicBezTo>
                    <a:cubicBezTo>
                      <a:pt x="46" y="39"/>
                      <a:pt x="46" y="39"/>
                      <a:pt x="46" y="39"/>
                    </a:cubicBezTo>
                    <a:cubicBezTo>
                      <a:pt x="24" y="39"/>
                      <a:pt x="24" y="39"/>
                      <a:pt x="24" y="39"/>
                    </a:cubicBezTo>
                    <a:cubicBezTo>
                      <a:pt x="11" y="39"/>
                      <a:pt x="0" y="50"/>
                      <a:pt x="0" y="63"/>
                    </a:cubicBezTo>
                    <a:cubicBezTo>
                      <a:pt x="0" y="76"/>
                      <a:pt x="11" y="87"/>
                      <a:pt x="24" y="87"/>
                    </a:cubicBezTo>
                    <a:cubicBezTo>
                      <a:pt x="30" y="87"/>
                      <a:pt x="35" y="85"/>
                      <a:pt x="40" y="81"/>
                    </a:cubicBezTo>
                    <a:cubicBezTo>
                      <a:pt x="56" y="81"/>
                      <a:pt x="56" y="81"/>
                      <a:pt x="56" y="81"/>
                    </a:cubicBezTo>
                    <a:cubicBezTo>
                      <a:pt x="61" y="85"/>
                      <a:pt x="66" y="87"/>
                      <a:pt x="72" y="87"/>
                    </a:cubicBezTo>
                    <a:cubicBezTo>
                      <a:pt x="85" y="87"/>
                      <a:pt x="96" y="76"/>
                      <a:pt x="96" y="63"/>
                    </a:cubicBezTo>
                    <a:cubicBezTo>
                      <a:pt x="96" y="50"/>
                      <a:pt x="85" y="39"/>
                      <a:pt x="72" y="39"/>
                    </a:cubicBezTo>
                    <a:close/>
                    <a:moveTo>
                      <a:pt x="72" y="83"/>
                    </a:moveTo>
                    <a:cubicBezTo>
                      <a:pt x="67" y="83"/>
                      <a:pt x="62" y="81"/>
                      <a:pt x="58" y="78"/>
                    </a:cubicBezTo>
                    <a:cubicBezTo>
                      <a:pt x="58" y="77"/>
                      <a:pt x="58" y="77"/>
                      <a:pt x="58" y="77"/>
                    </a:cubicBezTo>
                    <a:cubicBezTo>
                      <a:pt x="38" y="77"/>
                      <a:pt x="38" y="77"/>
                      <a:pt x="38" y="77"/>
                    </a:cubicBezTo>
                    <a:cubicBezTo>
                      <a:pt x="38" y="78"/>
                      <a:pt x="38" y="78"/>
                      <a:pt x="38" y="78"/>
                    </a:cubicBezTo>
                    <a:cubicBezTo>
                      <a:pt x="34" y="81"/>
                      <a:pt x="29" y="83"/>
                      <a:pt x="24" y="83"/>
                    </a:cubicBezTo>
                    <a:cubicBezTo>
                      <a:pt x="13" y="83"/>
                      <a:pt x="4" y="74"/>
                      <a:pt x="4" y="63"/>
                    </a:cubicBezTo>
                    <a:cubicBezTo>
                      <a:pt x="4" y="52"/>
                      <a:pt x="13" y="43"/>
                      <a:pt x="24" y="43"/>
                    </a:cubicBezTo>
                    <a:cubicBezTo>
                      <a:pt x="46" y="43"/>
                      <a:pt x="46" y="43"/>
                      <a:pt x="46" y="43"/>
                    </a:cubicBezTo>
                    <a:cubicBezTo>
                      <a:pt x="50" y="43"/>
                      <a:pt x="50" y="43"/>
                      <a:pt x="50" y="43"/>
                    </a:cubicBezTo>
                    <a:cubicBezTo>
                      <a:pt x="72" y="43"/>
                      <a:pt x="72" y="43"/>
                      <a:pt x="72" y="43"/>
                    </a:cubicBezTo>
                    <a:cubicBezTo>
                      <a:pt x="83" y="43"/>
                      <a:pt x="92" y="52"/>
                      <a:pt x="92" y="63"/>
                    </a:cubicBezTo>
                    <a:cubicBezTo>
                      <a:pt x="92" y="74"/>
                      <a:pt x="83" y="83"/>
                      <a:pt x="72" y="83"/>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24" name="Oval 159"/>
              <p:cNvSpPr>
                <a:spLocks noChangeArrowheads="1"/>
              </p:cNvSpPr>
              <p:nvPr/>
            </p:nvSpPr>
            <p:spPr bwMode="auto">
              <a:xfrm>
                <a:off x="8604018" y="1334043"/>
                <a:ext cx="34323" cy="34323"/>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25" name="Oval 160"/>
              <p:cNvSpPr>
                <a:spLocks noChangeArrowheads="1"/>
              </p:cNvSpPr>
              <p:nvPr/>
            </p:nvSpPr>
            <p:spPr bwMode="auto">
              <a:xfrm>
                <a:off x="8604018" y="1402688"/>
                <a:ext cx="34323" cy="34323"/>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26" name="Oval 161"/>
              <p:cNvSpPr>
                <a:spLocks noChangeArrowheads="1"/>
              </p:cNvSpPr>
              <p:nvPr/>
            </p:nvSpPr>
            <p:spPr bwMode="auto">
              <a:xfrm>
                <a:off x="8638340" y="1368365"/>
                <a:ext cx="34323" cy="34323"/>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27" name="Oval 162"/>
              <p:cNvSpPr>
                <a:spLocks noChangeArrowheads="1"/>
              </p:cNvSpPr>
              <p:nvPr/>
            </p:nvSpPr>
            <p:spPr bwMode="auto">
              <a:xfrm>
                <a:off x="8571503" y="1368365"/>
                <a:ext cx="32516" cy="34323"/>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28" name="组合 227"/>
            <p:cNvGrpSpPr/>
            <p:nvPr/>
          </p:nvGrpSpPr>
          <p:grpSpPr>
            <a:xfrm>
              <a:off x="14466" y="2809"/>
              <a:ext cx="486" cy="646"/>
              <a:chOff x="9185691" y="1129916"/>
              <a:chExt cx="308901" cy="410062"/>
            </a:xfrm>
            <a:grpFill/>
          </p:grpSpPr>
          <p:sp>
            <p:nvSpPr>
              <p:cNvPr id="229" name="Freeform 163"/>
              <p:cNvSpPr>
                <a:spLocks noEditPoints="1"/>
              </p:cNvSpPr>
              <p:nvPr/>
            </p:nvSpPr>
            <p:spPr bwMode="auto">
              <a:xfrm>
                <a:off x="9185691" y="1129916"/>
                <a:ext cx="308901" cy="410062"/>
              </a:xfrm>
              <a:custGeom>
                <a:avLst/>
                <a:gdLst>
                  <a:gd name="T0" fmla="*/ 10 w 72"/>
                  <a:gd name="T1" fmla="*/ 0 h 96"/>
                  <a:gd name="T2" fmla="*/ 3 w 72"/>
                  <a:gd name="T3" fmla="*/ 3 h 96"/>
                  <a:gd name="T4" fmla="*/ 0 w 72"/>
                  <a:gd name="T5" fmla="*/ 10 h 96"/>
                  <a:gd name="T6" fmla="*/ 0 w 72"/>
                  <a:gd name="T7" fmla="*/ 86 h 96"/>
                  <a:gd name="T8" fmla="*/ 3 w 72"/>
                  <a:gd name="T9" fmla="*/ 93 h 96"/>
                  <a:gd name="T10" fmla="*/ 10 w 72"/>
                  <a:gd name="T11" fmla="*/ 96 h 96"/>
                  <a:gd name="T12" fmla="*/ 72 w 72"/>
                  <a:gd name="T13" fmla="*/ 96 h 96"/>
                  <a:gd name="T14" fmla="*/ 72 w 72"/>
                  <a:gd name="T15" fmla="*/ 16 h 96"/>
                  <a:gd name="T16" fmla="*/ 10 w 72"/>
                  <a:gd name="T17" fmla="*/ 16 h 96"/>
                  <a:gd name="T18" fmla="*/ 6 w 72"/>
                  <a:gd name="T19" fmla="*/ 14 h 96"/>
                  <a:gd name="T20" fmla="*/ 4 w 72"/>
                  <a:gd name="T21" fmla="*/ 10 h 96"/>
                  <a:gd name="T22" fmla="*/ 6 w 72"/>
                  <a:gd name="T23" fmla="*/ 6 h 96"/>
                  <a:gd name="T24" fmla="*/ 10 w 72"/>
                  <a:gd name="T25" fmla="*/ 4 h 96"/>
                  <a:gd name="T26" fmla="*/ 72 w 72"/>
                  <a:gd name="T27" fmla="*/ 4 h 96"/>
                  <a:gd name="T28" fmla="*/ 72 w 72"/>
                  <a:gd name="T29" fmla="*/ 0 h 96"/>
                  <a:gd name="T30" fmla="*/ 10 w 72"/>
                  <a:gd name="T31" fmla="*/ 0 h 96"/>
                  <a:gd name="T32" fmla="*/ 10 w 72"/>
                  <a:gd name="T33" fmla="*/ 20 h 96"/>
                  <a:gd name="T34" fmla="*/ 68 w 72"/>
                  <a:gd name="T35" fmla="*/ 20 h 96"/>
                  <a:gd name="T36" fmla="*/ 68 w 72"/>
                  <a:gd name="T37" fmla="*/ 92 h 96"/>
                  <a:gd name="T38" fmla="*/ 10 w 72"/>
                  <a:gd name="T39" fmla="*/ 92 h 96"/>
                  <a:gd name="T40" fmla="*/ 6 w 72"/>
                  <a:gd name="T41" fmla="*/ 90 h 96"/>
                  <a:gd name="T42" fmla="*/ 4 w 72"/>
                  <a:gd name="T43" fmla="*/ 86 h 96"/>
                  <a:gd name="T44" fmla="*/ 4 w 72"/>
                  <a:gd name="T45" fmla="*/ 18 h 96"/>
                  <a:gd name="T46" fmla="*/ 10 w 72"/>
                  <a:gd name="T47" fmla="*/ 2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96">
                    <a:moveTo>
                      <a:pt x="10" y="0"/>
                    </a:moveTo>
                    <a:cubicBezTo>
                      <a:pt x="7" y="0"/>
                      <a:pt x="5" y="1"/>
                      <a:pt x="3" y="3"/>
                    </a:cubicBezTo>
                    <a:cubicBezTo>
                      <a:pt x="1" y="5"/>
                      <a:pt x="0" y="7"/>
                      <a:pt x="0" y="10"/>
                    </a:cubicBezTo>
                    <a:cubicBezTo>
                      <a:pt x="0" y="86"/>
                      <a:pt x="0" y="86"/>
                      <a:pt x="0" y="86"/>
                    </a:cubicBezTo>
                    <a:cubicBezTo>
                      <a:pt x="0" y="89"/>
                      <a:pt x="1" y="91"/>
                      <a:pt x="3" y="93"/>
                    </a:cubicBezTo>
                    <a:cubicBezTo>
                      <a:pt x="5" y="95"/>
                      <a:pt x="7" y="96"/>
                      <a:pt x="10" y="96"/>
                    </a:cubicBezTo>
                    <a:cubicBezTo>
                      <a:pt x="72" y="96"/>
                      <a:pt x="72" y="96"/>
                      <a:pt x="72" y="96"/>
                    </a:cubicBezTo>
                    <a:cubicBezTo>
                      <a:pt x="72" y="16"/>
                      <a:pt x="72" y="16"/>
                      <a:pt x="72" y="16"/>
                    </a:cubicBezTo>
                    <a:cubicBezTo>
                      <a:pt x="10" y="16"/>
                      <a:pt x="10" y="16"/>
                      <a:pt x="10" y="16"/>
                    </a:cubicBezTo>
                    <a:cubicBezTo>
                      <a:pt x="8" y="16"/>
                      <a:pt x="7" y="15"/>
                      <a:pt x="6" y="14"/>
                    </a:cubicBezTo>
                    <a:cubicBezTo>
                      <a:pt x="5" y="13"/>
                      <a:pt x="4" y="12"/>
                      <a:pt x="4" y="10"/>
                    </a:cubicBezTo>
                    <a:cubicBezTo>
                      <a:pt x="4" y="8"/>
                      <a:pt x="5" y="7"/>
                      <a:pt x="6" y="6"/>
                    </a:cubicBezTo>
                    <a:cubicBezTo>
                      <a:pt x="7" y="5"/>
                      <a:pt x="8" y="4"/>
                      <a:pt x="10" y="4"/>
                    </a:cubicBezTo>
                    <a:cubicBezTo>
                      <a:pt x="72" y="4"/>
                      <a:pt x="72" y="4"/>
                      <a:pt x="72" y="4"/>
                    </a:cubicBezTo>
                    <a:cubicBezTo>
                      <a:pt x="72" y="0"/>
                      <a:pt x="72" y="0"/>
                      <a:pt x="72" y="0"/>
                    </a:cubicBezTo>
                    <a:lnTo>
                      <a:pt x="10" y="0"/>
                    </a:lnTo>
                    <a:close/>
                    <a:moveTo>
                      <a:pt x="10" y="20"/>
                    </a:moveTo>
                    <a:cubicBezTo>
                      <a:pt x="68" y="20"/>
                      <a:pt x="68" y="20"/>
                      <a:pt x="68" y="20"/>
                    </a:cubicBezTo>
                    <a:cubicBezTo>
                      <a:pt x="68" y="92"/>
                      <a:pt x="68" y="92"/>
                      <a:pt x="68" y="92"/>
                    </a:cubicBezTo>
                    <a:cubicBezTo>
                      <a:pt x="10" y="92"/>
                      <a:pt x="10" y="92"/>
                      <a:pt x="10" y="92"/>
                    </a:cubicBezTo>
                    <a:cubicBezTo>
                      <a:pt x="8" y="92"/>
                      <a:pt x="7" y="91"/>
                      <a:pt x="6" y="90"/>
                    </a:cubicBezTo>
                    <a:cubicBezTo>
                      <a:pt x="5" y="89"/>
                      <a:pt x="4" y="88"/>
                      <a:pt x="4" y="86"/>
                    </a:cubicBezTo>
                    <a:cubicBezTo>
                      <a:pt x="4" y="18"/>
                      <a:pt x="4" y="18"/>
                      <a:pt x="4" y="18"/>
                    </a:cubicBezTo>
                    <a:cubicBezTo>
                      <a:pt x="6" y="19"/>
                      <a:pt x="8" y="20"/>
                      <a:pt x="10" y="2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30" name="Rectangle 164"/>
              <p:cNvSpPr>
                <a:spLocks noChangeArrowheads="1"/>
              </p:cNvSpPr>
              <p:nvPr/>
            </p:nvSpPr>
            <p:spPr bwMode="auto">
              <a:xfrm>
                <a:off x="9220013" y="1162431"/>
                <a:ext cx="274578"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31" name="Rectangle 165"/>
              <p:cNvSpPr>
                <a:spLocks noChangeArrowheads="1"/>
              </p:cNvSpPr>
              <p:nvPr/>
            </p:nvSpPr>
            <p:spPr bwMode="auto">
              <a:xfrm>
                <a:off x="9254336" y="1384624"/>
                <a:ext cx="171612"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32" name="Rectangle 166"/>
              <p:cNvSpPr>
                <a:spLocks noChangeArrowheads="1"/>
              </p:cNvSpPr>
              <p:nvPr/>
            </p:nvSpPr>
            <p:spPr bwMode="auto">
              <a:xfrm>
                <a:off x="9254336" y="1299721"/>
                <a:ext cx="68645"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33" name="组合 232"/>
            <p:cNvGrpSpPr/>
            <p:nvPr/>
          </p:nvGrpSpPr>
          <p:grpSpPr>
            <a:xfrm>
              <a:off x="8011" y="4044"/>
              <a:ext cx="484" cy="646"/>
              <a:chOff x="5086886" y="1913910"/>
              <a:chExt cx="307094" cy="410062"/>
            </a:xfrm>
            <a:grpFill/>
          </p:grpSpPr>
          <p:sp>
            <p:nvSpPr>
              <p:cNvPr id="234" name="Freeform 167"/>
              <p:cNvSpPr>
                <a:spLocks noEditPoints="1"/>
              </p:cNvSpPr>
              <p:nvPr/>
            </p:nvSpPr>
            <p:spPr bwMode="auto">
              <a:xfrm>
                <a:off x="5086886" y="1913910"/>
                <a:ext cx="307094" cy="410062"/>
              </a:xfrm>
              <a:custGeom>
                <a:avLst/>
                <a:gdLst>
                  <a:gd name="T0" fmla="*/ 113 w 170"/>
                  <a:gd name="T1" fmla="*/ 0 h 227"/>
                  <a:gd name="T2" fmla="*/ 0 w 170"/>
                  <a:gd name="T3" fmla="*/ 0 h 227"/>
                  <a:gd name="T4" fmla="*/ 0 w 170"/>
                  <a:gd name="T5" fmla="*/ 227 h 227"/>
                  <a:gd name="T6" fmla="*/ 170 w 170"/>
                  <a:gd name="T7" fmla="*/ 227 h 227"/>
                  <a:gd name="T8" fmla="*/ 170 w 170"/>
                  <a:gd name="T9" fmla="*/ 57 h 227"/>
                  <a:gd name="T10" fmla="*/ 113 w 170"/>
                  <a:gd name="T11" fmla="*/ 0 h 227"/>
                  <a:gd name="T12" fmla="*/ 161 w 170"/>
                  <a:gd name="T13" fmla="*/ 218 h 227"/>
                  <a:gd name="T14" fmla="*/ 9 w 170"/>
                  <a:gd name="T15" fmla="*/ 218 h 227"/>
                  <a:gd name="T16" fmla="*/ 9 w 170"/>
                  <a:gd name="T17" fmla="*/ 10 h 227"/>
                  <a:gd name="T18" fmla="*/ 109 w 170"/>
                  <a:gd name="T19" fmla="*/ 10 h 227"/>
                  <a:gd name="T20" fmla="*/ 161 w 170"/>
                  <a:gd name="T21" fmla="*/ 62 h 227"/>
                  <a:gd name="T22" fmla="*/ 161 w 170"/>
                  <a:gd name="T23" fmla="*/ 218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 h="227">
                    <a:moveTo>
                      <a:pt x="113" y="0"/>
                    </a:moveTo>
                    <a:lnTo>
                      <a:pt x="0" y="0"/>
                    </a:lnTo>
                    <a:lnTo>
                      <a:pt x="0" y="227"/>
                    </a:lnTo>
                    <a:lnTo>
                      <a:pt x="170" y="227"/>
                    </a:lnTo>
                    <a:lnTo>
                      <a:pt x="170" y="57"/>
                    </a:lnTo>
                    <a:lnTo>
                      <a:pt x="113" y="0"/>
                    </a:lnTo>
                    <a:close/>
                    <a:moveTo>
                      <a:pt x="161" y="218"/>
                    </a:moveTo>
                    <a:lnTo>
                      <a:pt x="9" y="218"/>
                    </a:lnTo>
                    <a:lnTo>
                      <a:pt x="9" y="10"/>
                    </a:lnTo>
                    <a:lnTo>
                      <a:pt x="109" y="10"/>
                    </a:lnTo>
                    <a:lnTo>
                      <a:pt x="161" y="62"/>
                    </a:lnTo>
                    <a:lnTo>
                      <a:pt x="161" y="21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35" name="Rectangle 168"/>
              <p:cNvSpPr>
                <a:spLocks noChangeArrowheads="1"/>
              </p:cNvSpPr>
              <p:nvPr/>
            </p:nvSpPr>
            <p:spPr bwMode="auto">
              <a:xfrm>
                <a:off x="5155531" y="2222811"/>
                <a:ext cx="169805" cy="32516"/>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36" name="Rectangle 169"/>
              <p:cNvSpPr>
                <a:spLocks noChangeArrowheads="1"/>
              </p:cNvSpPr>
              <p:nvPr/>
            </p:nvSpPr>
            <p:spPr bwMode="auto">
              <a:xfrm>
                <a:off x="5155531" y="2136102"/>
                <a:ext cx="169805"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37" name="Rectangle 170"/>
              <p:cNvSpPr>
                <a:spLocks noChangeArrowheads="1"/>
              </p:cNvSpPr>
              <p:nvPr/>
            </p:nvSpPr>
            <p:spPr bwMode="auto">
              <a:xfrm>
                <a:off x="5155531" y="2051199"/>
                <a:ext cx="68645"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38" name="组合 237"/>
            <p:cNvGrpSpPr/>
            <p:nvPr/>
          </p:nvGrpSpPr>
          <p:grpSpPr>
            <a:xfrm>
              <a:off x="16998" y="2915"/>
              <a:ext cx="595" cy="526"/>
              <a:chOff x="10793420" y="1196754"/>
              <a:chExt cx="377546" cy="334191"/>
            </a:xfrm>
            <a:grpFill/>
          </p:grpSpPr>
          <p:sp>
            <p:nvSpPr>
              <p:cNvPr id="239" name="Rectangle 171"/>
              <p:cNvSpPr>
                <a:spLocks noChangeArrowheads="1"/>
              </p:cNvSpPr>
              <p:nvPr/>
            </p:nvSpPr>
            <p:spPr bwMode="auto">
              <a:xfrm>
                <a:off x="10896386" y="1359334"/>
                <a:ext cx="171612"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40" name="Rectangle 172"/>
              <p:cNvSpPr>
                <a:spLocks noChangeArrowheads="1"/>
              </p:cNvSpPr>
              <p:nvPr/>
            </p:nvSpPr>
            <p:spPr bwMode="auto">
              <a:xfrm>
                <a:off x="10999353" y="1274431"/>
                <a:ext cx="68645"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41" name="Freeform 173"/>
              <p:cNvSpPr>
                <a:spLocks noEditPoints="1"/>
              </p:cNvSpPr>
              <p:nvPr/>
            </p:nvSpPr>
            <p:spPr bwMode="auto">
              <a:xfrm>
                <a:off x="10793420" y="1196754"/>
                <a:ext cx="377546" cy="334191"/>
              </a:xfrm>
              <a:custGeom>
                <a:avLst/>
                <a:gdLst>
                  <a:gd name="T0" fmla="*/ 83 w 88"/>
                  <a:gd name="T1" fmla="*/ 5 h 78"/>
                  <a:gd name="T2" fmla="*/ 70 w 88"/>
                  <a:gd name="T3" fmla="*/ 0 h 78"/>
                  <a:gd name="T4" fmla="*/ 18 w 88"/>
                  <a:gd name="T5" fmla="*/ 0 h 78"/>
                  <a:gd name="T6" fmla="*/ 5 w 88"/>
                  <a:gd name="T7" fmla="*/ 5 h 78"/>
                  <a:gd name="T8" fmla="*/ 0 w 88"/>
                  <a:gd name="T9" fmla="*/ 18 h 78"/>
                  <a:gd name="T10" fmla="*/ 0 w 88"/>
                  <a:gd name="T11" fmla="*/ 46 h 78"/>
                  <a:gd name="T12" fmla="*/ 5 w 88"/>
                  <a:gd name="T13" fmla="*/ 59 h 78"/>
                  <a:gd name="T14" fmla="*/ 18 w 88"/>
                  <a:gd name="T15" fmla="*/ 64 h 78"/>
                  <a:gd name="T16" fmla="*/ 69 w 88"/>
                  <a:gd name="T17" fmla="*/ 64 h 78"/>
                  <a:gd name="T18" fmla="*/ 88 w 88"/>
                  <a:gd name="T19" fmla="*/ 78 h 78"/>
                  <a:gd name="T20" fmla="*/ 88 w 88"/>
                  <a:gd name="T21" fmla="*/ 18 h 78"/>
                  <a:gd name="T22" fmla="*/ 83 w 88"/>
                  <a:gd name="T23" fmla="*/ 5 h 78"/>
                  <a:gd name="T24" fmla="*/ 84 w 88"/>
                  <a:gd name="T25" fmla="*/ 70 h 78"/>
                  <a:gd name="T26" fmla="*/ 71 w 88"/>
                  <a:gd name="T27" fmla="*/ 60 h 78"/>
                  <a:gd name="T28" fmla="*/ 18 w 88"/>
                  <a:gd name="T29" fmla="*/ 60 h 78"/>
                  <a:gd name="T30" fmla="*/ 8 w 88"/>
                  <a:gd name="T31" fmla="*/ 56 h 78"/>
                  <a:gd name="T32" fmla="*/ 4 w 88"/>
                  <a:gd name="T33" fmla="*/ 46 h 78"/>
                  <a:gd name="T34" fmla="*/ 4 w 88"/>
                  <a:gd name="T35" fmla="*/ 18 h 78"/>
                  <a:gd name="T36" fmla="*/ 8 w 88"/>
                  <a:gd name="T37" fmla="*/ 8 h 78"/>
                  <a:gd name="T38" fmla="*/ 18 w 88"/>
                  <a:gd name="T39" fmla="*/ 4 h 78"/>
                  <a:gd name="T40" fmla="*/ 70 w 88"/>
                  <a:gd name="T41" fmla="*/ 4 h 78"/>
                  <a:gd name="T42" fmla="*/ 80 w 88"/>
                  <a:gd name="T43" fmla="*/ 8 h 78"/>
                  <a:gd name="T44" fmla="*/ 84 w 88"/>
                  <a:gd name="T45" fmla="*/ 18 h 78"/>
                  <a:gd name="T46" fmla="*/ 84 w 88"/>
                  <a:gd name="T47" fmla="*/ 7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8" h="78">
                    <a:moveTo>
                      <a:pt x="83" y="5"/>
                    </a:moveTo>
                    <a:cubicBezTo>
                      <a:pt x="79" y="2"/>
                      <a:pt x="75" y="0"/>
                      <a:pt x="70" y="0"/>
                    </a:cubicBezTo>
                    <a:cubicBezTo>
                      <a:pt x="18" y="0"/>
                      <a:pt x="18" y="0"/>
                      <a:pt x="18" y="0"/>
                    </a:cubicBezTo>
                    <a:cubicBezTo>
                      <a:pt x="13" y="0"/>
                      <a:pt x="9" y="2"/>
                      <a:pt x="5" y="5"/>
                    </a:cubicBezTo>
                    <a:cubicBezTo>
                      <a:pt x="2" y="9"/>
                      <a:pt x="0" y="13"/>
                      <a:pt x="0" y="18"/>
                    </a:cubicBezTo>
                    <a:cubicBezTo>
                      <a:pt x="0" y="46"/>
                      <a:pt x="0" y="46"/>
                      <a:pt x="0" y="46"/>
                    </a:cubicBezTo>
                    <a:cubicBezTo>
                      <a:pt x="0" y="51"/>
                      <a:pt x="2" y="55"/>
                      <a:pt x="5" y="59"/>
                    </a:cubicBezTo>
                    <a:cubicBezTo>
                      <a:pt x="9" y="62"/>
                      <a:pt x="13" y="64"/>
                      <a:pt x="18" y="64"/>
                    </a:cubicBezTo>
                    <a:cubicBezTo>
                      <a:pt x="69" y="64"/>
                      <a:pt x="69" y="64"/>
                      <a:pt x="69" y="64"/>
                    </a:cubicBezTo>
                    <a:cubicBezTo>
                      <a:pt x="88" y="78"/>
                      <a:pt x="88" y="78"/>
                      <a:pt x="88" y="78"/>
                    </a:cubicBezTo>
                    <a:cubicBezTo>
                      <a:pt x="88" y="18"/>
                      <a:pt x="88" y="18"/>
                      <a:pt x="88" y="18"/>
                    </a:cubicBezTo>
                    <a:cubicBezTo>
                      <a:pt x="88" y="13"/>
                      <a:pt x="86" y="9"/>
                      <a:pt x="83" y="5"/>
                    </a:cubicBezTo>
                    <a:close/>
                    <a:moveTo>
                      <a:pt x="84" y="70"/>
                    </a:moveTo>
                    <a:cubicBezTo>
                      <a:pt x="71" y="60"/>
                      <a:pt x="71" y="60"/>
                      <a:pt x="71" y="60"/>
                    </a:cubicBezTo>
                    <a:cubicBezTo>
                      <a:pt x="18" y="60"/>
                      <a:pt x="18" y="60"/>
                      <a:pt x="18" y="60"/>
                    </a:cubicBezTo>
                    <a:cubicBezTo>
                      <a:pt x="14" y="60"/>
                      <a:pt x="11" y="59"/>
                      <a:pt x="8" y="56"/>
                    </a:cubicBezTo>
                    <a:cubicBezTo>
                      <a:pt x="5" y="53"/>
                      <a:pt x="4" y="50"/>
                      <a:pt x="4" y="46"/>
                    </a:cubicBezTo>
                    <a:cubicBezTo>
                      <a:pt x="4" y="18"/>
                      <a:pt x="4" y="18"/>
                      <a:pt x="4" y="18"/>
                    </a:cubicBezTo>
                    <a:cubicBezTo>
                      <a:pt x="4" y="14"/>
                      <a:pt x="5" y="11"/>
                      <a:pt x="8" y="8"/>
                    </a:cubicBezTo>
                    <a:cubicBezTo>
                      <a:pt x="11" y="5"/>
                      <a:pt x="14" y="4"/>
                      <a:pt x="18" y="4"/>
                    </a:cubicBezTo>
                    <a:cubicBezTo>
                      <a:pt x="70" y="4"/>
                      <a:pt x="70" y="4"/>
                      <a:pt x="70" y="4"/>
                    </a:cubicBezTo>
                    <a:cubicBezTo>
                      <a:pt x="74" y="4"/>
                      <a:pt x="77" y="5"/>
                      <a:pt x="80" y="8"/>
                    </a:cubicBezTo>
                    <a:cubicBezTo>
                      <a:pt x="83" y="11"/>
                      <a:pt x="84" y="14"/>
                      <a:pt x="84" y="18"/>
                    </a:cubicBezTo>
                    <a:lnTo>
                      <a:pt x="84" y="7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42" name="组合 241"/>
            <p:cNvGrpSpPr/>
            <p:nvPr/>
          </p:nvGrpSpPr>
          <p:grpSpPr>
            <a:xfrm>
              <a:off x="15706" y="2835"/>
              <a:ext cx="592" cy="592"/>
              <a:chOff x="9973297" y="1146174"/>
              <a:chExt cx="375739" cy="375739"/>
            </a:xfrm>
            <a:grpFill/>
          </p:grpSpPr>
          <p:sp>
            <p:nvSpPr>
              <p:cNvPr id="243" name="Freeform 174"/>
              <p:cNvSpPr>
                <a:spLocks noEditPoints="1"/>
              </p:cNvSpPr>
              <p:nvPr/>
            </p:nvSpPr>
            <p:spPr bwMode="auto">
              <a:xfrm>
                <a:off x="9973297" y="1146174"/>
                <a:ext cx="375739" cy="375739"/>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84 h 88"/>
                  <a:gd name="T12" fmla="*/ 4 w 88"/>
                  <a:gd name="T13" fmla="*/ 44 h 88"/>
                  <a:gd name="T14" fmla="*/ 44 w 88"/>
                  <a:gd name="T15" fmla="*/ 4 h 88"/>
                  <a:gd name="T16" fmla="*/ 84 w 88"/>
                  <a:gd name="T17" fmla="*/ 44 h 88"/>
                  <a:gd name="T18" fmla="*/ 44 w 88"/>
                  <a:gd name="T19"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84"/>
                    </a:moveTo>
                    <a:cubicBezTo>
                      <a:pt x="22" y="84"/>
                      <a:pt x="4" y="66"/>
                      <a:pt x="4" y="44"/>
                    </a:cubicBezTo>
                    <a:cubicBezTo>
                      <a:pt x="4" y="22"/>
                      <a:pt x="22" y="4"/>
                      <a:pt x="44" y="4"/>
                    </a:cubicBezTo>
                    <a:cubicBezTo>
                      <a:pt x="66" y="4"/>
                      <a:pt x="84" y="22"/>
                      <a:pt x="84" y="44"/>
                    </a:cubicBezTo>
                    <a:cubicBezTo>
                      <a:pt x="84" y="66"/>
                      <a:pt x="66" y="84"/>
                      <a:pt x="44" y="8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44" name="Freeform 175"/>
              <p:cNvSpPr>
                <a:spLocks noEditPoints="1"/>
              </p:cNvSpPr>
              <p:nvPr/>
            </p:nvSpPr>
            <p:spPr bwMode="auto">
              <a:xfrm>
                <a:off x="10067232" y="1236496"/>
                <a:ext cx="187869" cy="191482"/>
              </a:xfrm>
              <a:custGeom>
                <a:avLst/>
                <a:gdLst>
                  <a:gd name="T0" fmla="*/ 0 w 104"/>
                  <a:gd name="T1" fmla="*/ 106 h 106"/>
                  <a:gd name="T2" fmla="*/ 73 w 104"/>
                  <a:gd name="T3" fmla="*/ 73 h 106"/>
                  <a:gd name="T4" fmla="*/ 104 w 104"/>
                  <a:gd name="T5" fmla="*/ 0 h 106"/>
                  <a:gd name="T6" fmla="*/ 33 w 104"/>
                  <a:gd name="T7" fmla="*/ 33 h 106"/>
                  <a:gd name="T8" fmla="*/ 0 w 104"/>
                  <a:gd name="T9" fmla="*/ 106 h 106"/>
                  <a:gd name="T10" fmla="*/ 19 w 104"/>
                  <a:gd name="T11" fmla="*/ 87 h 106"/>
                  <a:gd name="T12" fmla="*/ 40 w 104"/>
                  <a:gd name="T13" fmla="*/ 40 h 106"/>
                  <a:gd name="T14" fmla="*/ 40 w 104"/>
                  <a:gd name="T15" fmla="*/ 40 h 106"/>
                  <a:gd name="T16" fmla="*/ 66 w 104"/>
                  <a:gd name="T17" fmla="*/ 66 h 106"/>
                  <a:gd name="T18" fmla="*/ 66 w 104"/>
                  <a:gd name="T19" fmla="*/ 66 h 106"/>
                  <a:gd name="T20" fmla="*/ 19 w 104"/>
                  <a:gd name="T21" fmla="*/ 87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6">
                    <a:moveTo>
                      <a:pt x="0" y="106"/>
                    </a:moveTo>
                    <a:lnTo>
                      <a:pt x="73" y="73"/>
                    </a:lnTo>
                    <a:lnTo>
                      <a:pt x="104" y="0"/>
                    </a:lnTo>
                    <a:lnTo>
                      <a:pt x="33" y="33"/>
                    </a:lnTo>
                    <a:lnTo>
                      <a:pt x="0" y="106"/>
                    </a:lnTo>
                    <a:close/>
                    <a:moveTo>
                      <a:pt x="19" y="87"/>
                    </a:moveTo>
                    <a:lnTo>
                      <a:pt x="40" y="40"/>
                    </a:lnTo>
                    <a:lnTo>
                      <a:pt x="40" y="40"/>
                    </a:lnTo>
                    <a:lnTo>
                      <a:pt x="66" y="66"/>
                    </a:lnTo>
                    <a:lnTo>
                      <a:pt x="66" y="66"/>
                    </a:lnTo>
                    <a:lnTo>
                      <a:pt x="19" y="87"/>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245" name="Freeform 176"/>
            <p:cNvSpPr>
              <a:spLocks noEditPoints="1"/>
            </p:cNvSpPr>
            <p:nvPr/>
          </p:nvSpPr>
          <p:spPr bwMode="auto">
            <a:xfrm>
              <a:off x="11829" y="8027"/>
              <a:ext cx="592" cy="592"/>
            </a:xfrm>
            <a:custGeom>
              <a:avLst/>
              <a:gdLst>
                <a:gd name="T0" fmla="*/ 175 w 208"/>
                <a:gd name="T1" fmla="*/ 132 h 208"/>
                <a:gd name="T2" fmla="*/ 175 w 208"/>
                <a:gd name="T3" fmla="*/ 99 h 208"/>
                <a:gd name="T4" fmla="*/ 109 w 208"/>
                <a:gd name="T5" fmla="*/ 99 h 208"/>
                <a:gd name="T6" fmla="*/ 109 w 208"/>
                <a:gd name="T7" fmla="*/ 76 h 208"/>
                <a:gd name="T8" fmla="*/ 142 w 208"/>
                <a:gd name="T9" fmla="*/ 76 h 208"/>
                <a:gd name="T10" fmla="*/ 142 w 208"/>
                <a:gd name="T11" fmla="*/ 0 h 208"/>
                <a:gd name="T12" fmla="*/ 66 w 208"/>
                <a:gd name="T13" fmla="*/ 0 h 208"/>
                <a:gd name="T14" fmla="*/ 66 w 208"/>
                <a:gd name="T15" fmla="*/ 76 h 208"/>
                <a:gd name="T16" fmla="*/ 99 w 208"/>
                <a:gd name="T17" fmla="*/ 76 h 208"/>
                <a:gd name="T18" fmla="*/ 99 w 208"/>
                <a:gd name="T19" fmla="*/ 99 h 208"/>
                <a:gd name="T20" fmla="*/ 33 w 208"/>
                <a:gd name="T21" fmla="*/ 99 h 208"/>
                <a:gd name="T22" fmla="*/ 33 w 208"/>
                <a:gd name="T23" fmla="*/ 132 h 208"/>
                <a:gd name="T24" fmla="*/ 0 w 208"/>
                <a:gd name="T25" fmla="*/ 132 h 208"/>
                <a:gd name="T26" fmla="*/ 0 w 208"/>
                <a:gd name="T27" fmla="*/ 208 h 208"/>
                <a:gd name="T28" fmla="*/ 76 w 208"/>
                <a:gd name="T29" fmla="*/ 208 h 208"/>
                <a:gd name="T30" fmla="*/ 76 w 208"/>
                <a:gd name="T31" fmla="*/ 132 h 208"/>
                <a:gd name="T32" fmla="*/ 42 w 208"/>
                <a:gd name="T33" fmla="*/ 132 h 208"/>
                <a:gd name="T34" fmla="*/ 42 w 208"/>
                <a:gd name="T35" fmla="*/ 109 h 208"/>
                <a:gd name="T36" fmla="*/ 166 w 208"/>
                <a:gd name="T37" fmla="*/ 109 h 208"/>
                <a:gd name="T38" fmla="*/ 166 w 208"/>
                <a:gd name="T39" fmla="*/ 132 h 208"/>
                <a:gd name="T40" fmla="*/ 132 w 208"/>
                <a:gd name="T41" fmla="*/ 132 h 208"/>
                <a:gd name="T42" fmla="*/ 132 w 208"/>
                <a:gd name="T43" fmla="*/ 208 h 208"/>
                <a:gd name="T44" fmla="*/ 208 w 208"/>
                <a:gd name="T45" fmla="*/ 208 h 208"/>
                <a:gd name="T46" fmla="*/ 208 w 208"/>
                <a:gd name="T47" fmla="*/ 132 h 208"/>
                <a:gd name="T48" fmla="*/ 175 w 208"/>
                <a:gd name="T49" fmla="*/ 132 h 208"/>
                <a:gd name="T50" fmla="*/ 76 w 208"/>
                <a:gd name="T51" fmla="*/ 9 h 208"/>
                <a:gd name="T52" fmla="*/ 132 w 208"/>
                <a:gd name="T53" fmla="*/ 9 h 208"/>
                <a:gd name="T54" fmla="*/ 132 w 208"/>
                <a:gd name="T55" fmla="*/ 66 h 208"/>
                <a:gd name="T56" fmla="*/ 76 w 208"/>
                <a:gd name="T57" fmla="*/ 66 h 208"/>
                <a:gd name="T58" fmla="*/ 76 w 208"/>
                <a:gd name="T59" fmla="*/ 9 h 208"/>
                <a:gd name="T60" fmla="*/ 66 w 208"/>
                <a:gd name="T61" fmla="*/ 199 h 208"/>
                <a:gd name="T62" fmla="*/ 9 w 208"/>
                <a:gd name="T63" fmla="*/ 199 h 208"/>
                <a:gd name="T64" fmla="*/ 9 w 208"/>
                <a:gd name="T65" fmla="*/ 142 h 208"/>
                <a:gd name="T66" fmla="*/ 66 w 208"/>
                <a:gd name="T67" fmla="*/ 142 h 208"/>
                <a:gd name="T68" fmla="*/ 66 w 208"/>
                <a:gd name="T69" fmla="*/ 199 h 208"/>
                <a:gd name="T70" fmla="*/ 199 w 208"/>
                <a:gd name="T71" fmla="*/ 199 h 208"/>
                <a:gd name="T72" fmla="*/ 142 w 208"/>
                <a:gd name="T73" fmla="*/ 199 h 208"/>
                <a:gd name="T74" fmla="*/ 142 w 208"/>
                <a:gd name="T75" fmla="*/ 142 h 208"/>
                <a:gd name="T76" fmla="*/ 199 w 208"/>
                <a:gd name="T77" fmla="*/ 142 h 208"/>
                <a:gd name="T78" fmla="*/ 199 w 208"/>
                <a:gd name="T79" fmla="*/ 19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8" h="208">
                  <a:moveTo>
                    <a:pt x="175" y="132"/>
                  </a:moveTo>
                  <a:lnTo>
                    <a:pt x="175" y="99"/>
                  </a:lnTo>
                  <a:lnTo>
                    <a:pt x="109" y="99"/>
                  </a:lnTo>
                  <a:lnTo>
                    <a:pt x="109" y="76"/>
                  </a:lnTo>
                  <a:lnTo>
                    <a:pt x="142" y="76"/>
                  </a:lnTo>
                  <a:lnTo>
                    <a:pt x="142" y="0"/>
                  </a:lnTo>
                  <a:lnTo>
                    <a:pt x="66" y="0"/>
                  </a:lnTo>
                  <a:lnTo>
                    <a:pt x="66" y="76"/>
                  </a:lnTo>
                  <a:lnTo>
                    <a:pt x="99" y="76"/>
                  </a:lnTo>
                  <a:lnTo>
                    <a:pt x="99" y="99"/>
                  </a:lnTo>
                  <a:lnTo>
                    <a:pt x="33" y="99"/>
                  </a:lnTo>
                  <a:lnTo>
                    <a:pt x="33" y="132"/>
                  </a:lnTo>
                  <a:lnTo>
                    <a:pt x="0" y="132"/>
                  </a:lnTo>
                  <a:lnTo>
                    <a:pt x="0" y="208"/>
                  </a:lnTo>
                  <a:lnTo>
                    <a:pt x="76" y="208"/>
                  </a:lnTo>
                  <a:lnTo>
                    <a:pt x="76" y="132"/>
                  </a:lnTo>
                  <a:lnTo>
                    <a:pt x="42" y="132"/>
                  </a:lnTo>
                  <a:lnTo>
                    <a:pt x="42" y="109"/>
                  </a:lnTo>
                  <a:lnTo>
                    <a:pt x="166" y="109"/>
                  </a:lnTo>
                  <a:lnTo>
                    <a:pt x="166" y="132"/>
                  </a:lnTo>
                  <a:lnTo>
                    <a:pt x="132" y="132"/>
                  </a:lnTo>
                  <a:lnTo>
                    <a:pt x="132" y="208"/>
                  </a:lnTo>
                  <a:lnTo>
                    <a:pt x="208" y="208"/>
                  </a:lnTo>
                  <a:lnTo>
                    <a:pt x="208" y="132"/>
                  </a:lnTo>
                  <a:lnTo>
                    <a:pt x="175" y="132"/>
                  </a:lnTo>
                  <a:close/>
                  <a:moveTo>
                    <a:pt x="76" y="9"/>
                  </a:moveTo>
                  <a:lnTo>
                    <a:pt x="132" y="9"/>
                  </a:lnTo>
                  <a:lnTo>
                    <a:pt x="132" y="66"/>
                  </a:lnTo>
                  <a:lnTo>
                    <a:pt x="76" y="66"/>
                  </a:lnTo>
                  <a:lnTo>
                    <a:pt x="76" y="9"/>
                  </a:lnTo>
                  <a:close/>
                  <a:moveTo>
                    <a:pt x="66" y="199"/>
                  </a:moveTo>
                  <a:lnTo>
                    <a:pt x="9" y="199"/>
                  </a:lnTo>
                  <a:lnTo>
                    <a:pt x="9" y="142"/>
                  </a:lnTo>
                  <a:lnTo>
                    <a:pt x="66" y="142"/>
                  </a:lnTo>
                  <a:lnTo>
                    <a:pt x="66" y="199"/>
                  </a:lnTo>
                  <a:close/>
                  <a:moveTo>
                    <a:pt x="199" y="199"/>
                  </a:moveTo>
                  <a:lnTo>
                    <a:pt x="142" y="199"/>
                  </a:lnTo>
                  <a:lnTo>
                    <a:pt x="142" y="142"/>
                  </a:lnTo>
                  <a:lnTo>
                    <a:pt x="199" y="142"/>
                  </a:lnTo>
                  <a:lnTo>
                    <a:pt x="199" y="19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46" name="Freeform 177"/>
            <p:cNvSpPr>
              <a:spLocks noEditPoints="1"/>
            </p:cNvSpPr>
            <p:nvPr/>
          </p:nvSpPr>
          <p:spPr bwMode="auto">
            <a:xfrm>
              <a:off x="13094" y="8027"/>
              <a:ext cx="592" cy="592"/>
            </a:xfrm>
            <a:custGeom>
              <a:avLst/>
              <a:gdLst>
                <a:gd name="T0" fmla="*/ 68 w 88"/>
                <a:gd name="T1" fmla="*/ 48 h 88"/>
                <a:gd name="T2" fmla="*/ 50 w 88"/>
                <a:gd name="T3" fmla="*/ 59 h 88"/>
                <a:gd name="T4" fmla="*/ 31 w 88"/>
                <a:gd name="T5" fmla="*/ 50 h 88"/>
                <a:gd name="T6" fmla="*/ 32 w 88"/>
                <a:gd name="T7" fmla="*/ 44 h 88"/>
                <a:gd name="T8" fmla="*/ 30 w 88"/>
                <a:gd name="T9" fmla="*/ 36 h 88"/>
                <a:gd name="T10" fmla="*/ 62 w 88"/>
                <a:gd name="T11" fmla="*/ 19 h 88"/>
                <a:gd name="T12" fmla="*/ 72 w 88"/>
                <a:gd name="T13" fmla="*/ 24 h 88"/>
                <a:gd name="T14" fmla="*/ 84 w 88"/>
                <a:gd name="T15" fmla="*/ 12 h 88"/>
                <a:gd name="T16" fmla="*/ 72 w 88"/>
                <a:gd name="T17" fmla="*/ 0 h 88"/>
                <a:gd name="T18" fmla="*/ 60 w 88"/>
                <a:gd name="T19" fmla="*/ 12 h 88"/>
                <a:gd name="T20" fmla="*/ 61 w 88"/>
                <a:gd name="T21" fmla="*/ 16 h 88"/>
                <a:gd name="T22" fmla="*/ 27 w 88"/>
                <a:gd name="T23" fmla="*/ 33 h 88"/>
                <a:gd name="T24" fmla="*/ 16 w 88"/>
                <a:gd name="T25" fmla="*/ 28 h 88"/>
                <a:gd name="T26" fmla="*/ 0 w 88"/>
                <a:gd name="T27" fmla="*/ 44 h 88"/>
                <a:gd name="T28" fmla="*/ 16 w 88"/>
                <a:gd name="T29" fmla="*/ 60 h 88"/>
                <a:gd name="T30" fmla="*/ 29 w 88"/>
                <a:gd name="T31" fmla="*/ 54 h 88"/>
                <a:gd name="T32" fmla="*/ 49 w 88"/>
                <a:gd name="T33" fmla="*/ 63 h 88"/>
                <a:gd name="T34" fmla="*/ 48 w 88"/>
                <a:gd name="T35" fmla="*/ 68 h 88"/>
                <a:gd name="T36" fmla="*/ 68 w 88"/>
                <a:gd name="T37" fmla="*/ 88 h 88"/>
                <a:gd name="T38" fmla="*/ 88 w 88"/>
                <a:gd name="T39" fmla="*/ 68 h 88"/>
                <a:gd name="T40" fmla="*/ 68 w 88"/>
                <a:gd name="T41" fmla="*/ 48 h 88"/>
                <a:gd name="T42" fmla="*/ 72 w 88"/>
                <a:gd name="T43" fmla="*/ 4 h 88"/>
                <a:gd name="T44" fmla="*/ 80 w 88"/>
                <a:gd name="T45" fmla="*/ 12 h 88"/>
                <a:gd name="T46" fmla="*/ 72 w 88"/>
                <a:gd name="T47" fmla="*/ 20 h 88"/>
                <a:gd name="T48" fmla="*/ 64 w 88"/>
                <a:gd name="T49" fmla="*/ 12 h 88"/>
                <a:gd name="T50" fmla="*/ 72 w 88"/>
                <a:gd name="T51" fmla="*/ 4 h 88"/>
                <a:gd name="T52" fmla="*/ 16 w 88"/>
                <a:gd name="T53" fmla="*/ 56 h 88"/>
                <a:gd name="T54" fmla="*/ 4 w 88"/>
                <a:gd name="T55" fmla="*/ 44 h 88"/>
                <a:gd name="T56" fmla="*/ 16 w 88"/>
                <a:gd name="T57" fmla="*/ 32 h 88"/>
                <a:gd name="T58" fmla="*/ 28 w 88"/>
                <a:gd name="T59" fmla="*/ 44 h 88"/>
                <a:gd name="T60" fmla="*/ 16 w 88"/>
                <a:gd name="T61" fmla="*/ 56 h 88"/>
                <a:gd name="T62" fmla="*/ 68 w 88"/>
                <a:gd name="T63" fmla="*/ 84 h 88"/>
                <a:gd name="T64" fmla="*/ 52 w 88"/>
                <a:gd name="T65" fmla="*/ 68 h 88"/>
                <a:gd name="T66" fmla="*/ 68 w 88"/>
                <a:gd name="T67" fmla="*/ 52 h 88"/>
                <a:gd name="T68" fmla="*/ 84 w 88"/>
                <a:gd name="T69" fmla="*/ 68 h 88"/>
                <a:gd name="T70" fmla="*/ 68 w 88"/>
                <a:gd name="T71"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8" h="88">
                  <a:moveTo>
                    <a:pt x="68" y="48"/>
                  </a:moveTo>
                  <a:cubicBezTo>
                    <a:pt x="60" y="48"/>
                    <a:pt x="54" y="52"/>
                    <a:pt x="50" y="59"/>
                  </a:cubicBezTo>
                  <a:cubicBezTo>
                    <a:pt x="31" y="50"/>
                    <a:pt x="31" y="50"/>
                    <a:pt x="31" y="50"/>
                  </a:cubicBezTo>
                  <a:cubicBezTo>
                    <a:pt x="32" y="48"/>
                    <a:pt x="32" y="46"/>
                    <a:pt x="32" y="44"/>
                  </a:cubicBezTo>
                  <a:cubicBezTo>
                    <a:pt x="32" y="41"/>
                    <a:pt x="31" y="38"/>
                    <a:pt x="30" y="36"/>
                  </a:cubicBezTo>
                  <a:cubicBezTo>
                    <a:pt x="62" y="19"/>
                    <a:pt x="62" y="19"/>
                    <a:pt x="62" y="19"/>
                  </a:cubicBezTo>
                  <a:cubicBezTo>
                    <a:pt x="65" y="22"/>
                    <a:pt x="68" y="24"/>
                    <a:pt x="72" y="24"/>
                  </a:cubicBezTo>
                  <a:cubicBezTo>
                    <a:pt x="79" y="24"/>
                    <a:pt x="84" y="19"/>
                    <a:pt x="84" y="12"/>
                  </a:cubicBezTo>
                  <a:cubicBezTo>
                    <a:pt x="84" y="5"/>
                    <a:pt x="79" y="0"/>
                    <a:pt x="72" y="0"/>
                  </a:cubicBezTo>
                  <a:cubicBezTo>
                    <a:pt x="65" y="0"/>
                    <a:pt x="60" y="5"/>
                    <a:pt x="60" y="12"/>
                  </a:cubicBezTo>
                  <a:cubicBezTo>
                    <a:pt x="60" y="13"/>
                    <a:pt x="60" y="14"/>
                    <a:pt x="61" y="16"/>
                  </a:cubicBezTo>
                  <a:cubicBezTo>
                    <a:pt x="27" y="33"/>
                    <a:pt x="27" y="33"/>
                    <a:pt x="27" y="33"/>
                  </a:cubicBezTo>
                  <a:cubicBezTo>
                    <a:pt x="24" y="30"/>
                    <a:pt x="20" y="28"/>
                    <a:pt x="16" y="28"/>
                  </a:cubicBezTo>
                  <a:cubicBezTo>
                    <a:pt x="7" y="28"/>
                    <a:pt x="0" y="35"/>
                    <a:pt x="0" y="44"/>
                  </a:cubicBezTo>
                  <a:cubicBezTo>
                    <a:pt x="0" y="53"/>
                    <a:pt x="7" y="60"/>
                    <a:pt x="16" y="60"/>
                  </a:cubicBezTo>
                  <a:cubicBezTo>
                    <a:pt x="21" y="60"/>
                    <a:pt x="26" y="58"/>
                    <a:pt x="29" y="54"/>
                  </a:cubicBezTo>
                  <a:cubicBezTo>
                    <a:pt x="49" y="63"/>
                    <a:pt x="49" y="63"/>
                    <a:pt x="49" y="63"/>
                  </a:cubicBezTo>
                  <a:cubicBezTo>
                    <a:pt x="48" y="64"/>
                    <a:pt x="48" y="66"/>
                    <a:pt x="48" y="68"/>
                  </a:cubicBezTo>
                  <a:cubicBezTo>
                    <a:pt x="48" y="79"/>
                    <a:pt x="57" y="88"/>
                    <a:pt x="68" y="88"/>
                  </a:cubicBezTo>
                  <a:cubicBezTo>
                    <a:pt x="79" y="88"/>
                    <a:pt x="88" y="79"/>
                    <a:pt x="88" y="68"/>
                  </a:cubicBezTo>
                  <a:cubicBezTo>
                    <a:pt x="88" y="57"/>
                    <a:pt x="79" y="48"/>
                    <a:pt x="68" y="48"/>
                  </a:cubicBezTo>
                  <a:close/>
                  <a:moveTo>
                    <a:pt x="72" y="4"/>
                  </a:moveTo>
                  <a:cubicBezTo>
                    <a:pt x="76" y="4"/>
                    <a:pt x="80" y="8"/>
                    <a:pt x="80" y="12"/>
                  </a:cubicBezTo>
                  <a:cubicBezTo>
                    <a:pt x="80" y="16"/>
                    <a:pt x="76" y="20"/>
                    <a:pt x="72" y="20"/>
                  </a:cubicBezTo>
                  <a:cubicBezTo>
                    <a:pt x="68" y="20"/>
                    <a:pt x="64" y="16"/>
                    <a:pt x="64" y="12"/>
                  </a:cubicBezTo>
                  <a:cubicBezTo>
                    <a:pt x="64" y="8"/>
                    <a:pt x="68" y="4"/>
                    <a:pt x="72" y="4"/>
                  </a:cubicBezTo>
                  <a:close/>
                  <a:moveTo>
                    <a:pt x="16" y="56"/>
                  </a:moveTo>
                  <a:cubicBezTo>
                    <a:pt x="9" y="56"/>
                    <a:pt x="4" y="51"/>
                    <a:pt x="4" y="44"/>
                  </a:cubicBezTo>
                  <a:cubicBezTo>
                    <a:pt x="4" y="37"/>
                    <a:pt x="9" y="32"/>
                    <a:pt x="16" y="32"/>
                  </a:cubicBezTo>
                  <a:cubicBezTo>
                    <a:pt x="23" y="32"/>
                    <a:pt x="28" y="37"/>
                    <a:pt x="28" y="44"/>
                  </a:cubicBezTo>
                  <a:cubicBezTo>
                    <a:pt x="28" y="51"/>
                    <a:pt x="23" y="56"/>
                    <a:pt x="16" y="56"/>
                  </a:cubicBezTo>
                  <a:close/>
                  <a:moveTo>
                    <a:pt x="68" y="84"/>
                  </a:moveTo>
                  <a:cubicBezTo>
                    <a:pt x="59" y="84"/>
                    <a:pt x="52" y="77"/>
                    <a:pt x="52" y="68"/>
                  </a:cubicBezTo>
                  <a:cubicBezTo>
                    <a:pt x="52" y="59"/>
                    <a:pt x="59" y="52"/>
                    <a:pt x="68" y="52"/>
                  </a:cubicBezTo>
                  <a:cubicBezTo>
                    <a:pt x="77" y="52"/>
                    <a:pt x="84" y="59"/>
                    <a:pt x="84" y="68"/>
                  </a:cubicBezTo>
                  <a:cubicBezTo>
                    <a:pt x="84" y="77"/>
                    <a:pt x="77" y="84"/>
                    <a:pt x="68" y="8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47" name="Freeform 178"/>
            <p:cNvSpPr/>
            <p:nvPr/>
          </p:nvSpPr>
          <p:spPr bwMode="auto">
            <a:xfrm>
              <a:off x="14380" y="8095"/>
              <a:ext cx="660" cy="523"/>
            </a:xfrm>
            <a:custGeom>
              <a:avLst/>
              <a:gdLst>
                <a:gd name="T0" fmla="*/ 0 w 232"/>
                <a:gd name="T1" fmla="*/ 0 h 184"/>
                <a:gd name="T2" fmla="*/ 92 w 232"/>
                <a:gd name="T3" fmla="*/ 92 h 184"/>
                <a:gd name="T4" fmla="*/ 92 w 232"/>
                <a:gd name="T5" fmla="*/ 146 h 184"/>
                <a:gd name="T6" fmla="*/ 102 w 232"/>
                <a:gd name="T7" fmla="*/ 146 h 184"/>
                <a:gd name="T8" fmla="*/ 102 w 232"/>
                <a:gd name="T9" fmla="*/ 87 h 184"/>
                <a:gd name="T10" fmla="*/ 62 w 232"/>
                <a:gd name="T11" fmla="*/ 47 h 184"/>
                <a:gd name="T12" fmla="*/ 116 w 232"/>
                <a:gd name="T13" fmla="*/ 47 h 184"/>
                <a:gd name="T14" fmla="*/ 116 w 232"/>
                <a:gd name="T15" fmla="*/ 38 h 184"/>
                <a:gd name="T16" fmla="*/ 52 w 232"/>
                <a:gd name="T17" fmla="*/ 38 h 184"/>
                <a:gd name="T18" fmla="*/ 24 w 232"/>
                <a:gd name="T19" fmla="*/ 9 h 184"/>
                <a:gd name="T20" fmla="*/ 208 w 232"/>
                <a:gd name="T21" fmla="*/ 9 h 184"/>
                <a:gd name="T22" fmla="*/ 130 w 232"/>
                <a:gd name="T23" fmla="*/ 87 h 184"/>
                <a:gd name="T24" fmla="*/ 130 w 232"/>
                <a:gd name="T25" fmla="*/ 184 h 184"/>
                <a:gd name="T26" fmla="*/ 140 w 232"/>
                <a:gd name="T27" fmla="*/ 184 h 184"/>
                <a:gd name="T28" fmla="*/ 140 w 232"/>
                <a:gd name="T29" fmla="*/ 92 h 184"/>
                <a:gd name="T30" fmla="*/ 232 w 232"/>
                <a:gd name="T31" fmla="*/ 0 h 184"/>
                <a:gd name="T32" fmla="*/ 0 w 232"/>
                <a:gd name="T3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2" h="184">
                  <a:moveTo>
                    <a:pt x="0" y="0"/>
                  </a:moveTo>
                  <a:lnTo>
                    <a:pt x="92" y="92"/>
                  </a:lnTo>
                  <a:lnTo>
                    <a:pt x="92" y="146"/>
                  </a:lnTo>
                  <a:lnTo>
                    <a:pt x="102" y="146"/>
                  </a:lnTo>
                  <a:lnTo>
                    <a:pt x="102" y="87"/>
                  </a:lnTo>
                  <a:lnTo>
                    <a:pt x="62" y="47"/>
                  </a:lnTo>
                  <a:lnTo>
                    <a:pt x="116" y="47"/>
                  </a:lnTo>
                  <a:lnTo>
                    <a:pt x="116" y="38"/>
                  </a:lnTo>
                  <a:lnTo>
                    <a:pt x="52" y="38"/>
                  </a:lnTo>
                  <a:lnTo>
                    <a:pt x="24" y="9"/>
                  </a:lnTo>
                  <a:lnTo>
                    <a:pt x="208" y="9"/>
                  </a:lnTo>
                  <a:lnTo>
                    <a:pt x="130" y="87"/>
                  </a:lnTo>
                  <a:lnTo>
                    <a:pt x="130" y="184"/>
                  </a:lnTo>
                  <a:lnTo>
                    <a:pt x="140" y="184"/>
                  </a:lnTo>
                  <a:lnTo>
                    <a:pt x="140" y="92"/>
                  </a:lnTo>
                  <a:lnTo>
                    <a:pt x="232" y="0"/>
                  </a:lnTo>
                  <a:lnTo>
                    <a:pt x="0"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48" name="Freeform 179"/>
            <p:cNvSpPr>
              <a:spLocks noEditPoints="1"/>
            </p:cNvSpPr>
            <p:nvPr/>
          </p:nvSpPr>
          <p:spPr bwMode="auto">
            <a:xfrm>
              <a:off x="11922" y="4107"/>
              <a:ext cx="469" cy="640"/>
            </a:xfrm>
            <a:custGeom>
              <a:avLst/>
              <a:gdLst>
                <a:gd name="T0" fmla="*/ 0 w 165"/>
                <a:gd name="T1" fmla="*/ 0 h 225"/>
                <a:gd name="T2" fmla="*/ 0 w 165"/>
                <a:gd name="T3" fmla="*/ 225 h 225"/>
                <a:gd name="T4" fmla="*/ 9 w 165"/>
                <a:gd name="T5" fmla="*/ 225 h 225"/>
                <a:gd name="T6" fmla="*/ 9 w 165"/>
                <a:gd name="T7" fmla="*/ 161 h 225"/>
                <a:gd name="T8" fmla="*/ 165 w 165"/>
                <a:gd name="T9" fmla="*/ 83 h 225"/>
                <a:gd name="T10" fmla="*/ 0 w 165"/>
                <a:gd name="T11" fmla="*/ 0 h 225"/>
                <a:gd name="T12" fmla="*/ 9 w 165"/>
                <a:gd name="T13" fmla="*/ 14 h 225"/>
                <a:gd name="T14" fmla="*/ 146 w 165"/>
                <a:gd name="T15" fmla="*/ 83 h 225"/>
                <a:gd name="T16" fmla="*/ 9 w 165"/>
                <a:gd name="T17" fmla="*/ 152 h 225"/>
                <a:gd name="T18" fmla="*/ 9 w 165"/>
                <a:gd name="T19" fmla="*/ 1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 h="225">
                  <a:moveTo>
                    <a:pt x="0" y="0"/>
                  </a:moveTo>
                  <a:lnTo>
                    <a:pt x="0" y="225"/>
                  </a:lnTo>
                  <a:lnTo>
                    <a:pt x="9" y="225"/>
                  </a:lnTo>
                  <a:lnTo>
                    <a:pt x="9" y="161"/>
                  </a:lnTo>
                  <a:lnTo>
                    <a:pt x="165" y="83"/>
                  </a:lnTo>
                  <a:lnTo>
                    <a:pt x="0" y="0"/>
                  </a:lnTo>
                  <a:close/>
                  <a:moveTo>
                    <a:pt x="9" y="14"/>
                  </a:moveTo>
                  <a:lnTo>
                    <a:pt x="146" y="83"/>
                  </a:lnTo>
                  <a:lnTo>
                    <a:pt x="9" y="152"/>
                  </a:lnTo>
                  <a:lnTo>
                    <a:pt x="9" y="1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249" name="组合 248"/>
            <p:cNvGrpSpPr/>
            <p:nvPr/>
          </p:nvGrpSpPr>
          <p:grpSpPr>
            <a:xfrm>
              <a:off x="13134" y="4092"/>
              <a:ext cx="617" cy="620"/>
              <a:chOff x="8340279" y="1944619"/>
              <a:chExt cx="391997" cy="393803"/>
            </a:xfrm>
            <a:grpFill/>
          </p:grpSpPr>
          <p:sp>
            <p:nvSpPr>
              <p:cNvPr id="250" name="Freeform 180"/>
              <p:cNvSpPr>
                <a:spLocks noEditPoints="1"/>
              </p:cNvSpPr>
              <p:nvPr/>
            </p:nvSpPr>
            <p:spPr bwMode="auto">
              <a:xfrm>
                <a:off x="8340279" y="2025908"/>
                <a:ext cx="310707" cy="312514"/>
              </a:xfrm>
              <a:custGeom>
                <a:avLst/>
                <a:gdLst>
                  <a:gd name="T0" fmla="*/ 0 w 172"/>
                  <a:gd name="T1" fmla="*/ 93 h 173"/>
                  <a:gd name="T2" fmla="*/ 0 w 172"/>
                  <a:gd name="T3" fmla="*/ 173 h 173"/>
                  <a:gd name="T4" fmla="*/ 80 w 172"/>
                  <a:gd name="T5" fmla="*/ 173 h 173"/>
                  <a:gd name="T6" fmla="*/ 172 w 172"/>
                  <a:gd name="T7" fmla="*/ 81 h 173"/>
                  <a:gd name="T8" fmla="*/ 92 w 172"/>
                  <a:gd name="T9" fmla="*/ 0 h 173"/>
                  <a:gd name="T10" fmla="*/ 0 w 172"/>
                  <a:gd name="T11" fmla="*/ 93 h 173"/>
                  <a:gd name="T12" fmla="*/ 9 w 172"/>
                  <a:gd name="T13" fmla="*/ 102 h 173"/>
                  <a:gd name="T14" fmla="*/ 47 w 172"/>
                  <a:gd name="T15" fmla="*/ 126 h 173"/>
                  <a:gd name="T16" fmla="*/ 71 w 172"/>
                  <a:gd name="T17" fmla="*/ 164 h 173"/>
                  <a:gd name="T18" fmla="*/ 9 w 172"/>
                  <a:gd name="T19" fmla="*/ 164 h 173"/>
                  <a:gd name="T20" fmla="*/ 9 w 172"/>
                  <a:gd name="T21" fmla="*/ 102 h 173"/>
                  <a:gd name="T22" fmla="*/ 80 w 172"/>
                  <a:gd name="T23" fmla="*/ 161 h 173"/>
                  <a:gd name="T24" fmla="*/ 54 w 172"/>
                  <a:gd name="T25" fmla="*/ 119 h 173"/>
                  <a:gd name="T26" fmla="*/ 12 w 172"/>
                  <a:gd name="T27" fmla="*/ 93 h 173"/>
                  <a:gd name="T28" fmla="*/ 92 w 172"/>
                  <a:gd name="T29" fmla="*/ 15 h 173"/>
                  <a:gd name="T30" fmla="*/ 158 w 172"/>
                  <a:gd name="T31" fmla="*/ 81 h 173"/>
                  <a:gd name="T32" fmla="*/ 80 w 172"/>
                  <a:gd name="T33" fmla="*/ 161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2" h="173">
                    <a:moveTo>
                      <a:pt x="0" y="93"/>
                    </a:moveTo>
                    <a:lnTo>
                      <a:pt x="0" y="173"/>
                    </a:lnTo>
                    <a:lnTo>
                      <a:pt x="80" y="173"/>
                    </a:lnTo>
                    <a:lnTo>
                      <a:pt x="172" y="81"/>
                    </a:lnTo>
                    <a:lnTo>
                      <a:pt x="92" y="0"/>
                    </a:lnTo>
                    <a:lnTo>
                      <a:pt x="0" y="93"/>
                    </a:lnTo>
                    <a:close/>
                    <a:moveTo>
                      <a:pt x="9" y="102"/>
                    </a:moveTo>
                    <a:lnTo>
                      <a:pt x="47" y="126"/>
                    </a:lnTo>
                    <a:lnTo>
                      <a:pt x="71" y="164"/>
                    </a:lnTo>
                    <a:lnTo>
                      <a:pt x="9" y="164"/>
                    </a:lnTo>
                    <a:lnTo>
                      <a:pt x="9" y="102"/>
                    </a:lnTo>
                    <a:close/>
                    <a:moveTo>
                      <a:pt x="80" y="161"/>
                    </a:moveTo>
                    <a:lnTo>
                      <a:pt x="54" y="119"/>
                    </a:lnTo>
                    <a:lnTo>
                      <a:pt x="12" y="93"/>
                    </a:lnTo>
                    <a:lnTo>
                      <a:pt x="92" y="15"/>
                    </a:lnTo>
                    <a:lnTo>
                      <a:pt x="158" y="81"/>
                    </a:lnTo>
                    <a:lnTo>
                      <a:pt x="80" y="16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51" name="Freeform 181"/>
              <p:cNvSpPr>
                <a:spLocks noEditPoints="1"/>
              </p:cNvSpPr>
              <p:nvPr/>
            </p:nvSpPr>
            <p:spPr bwMode="auto">
              <a:xfrm>
                <a:off x="8528148" y="1944619"/>
                <a:ext cx="204128" cy="205934"/>
              </a:xfrm>
              <a:custGeom>
                <a:avLst/>
                <a:gdLst>
                  <a:gd name="T0" fmla="*/ 35 w 113"/>
                  <a:gd name="T1" fmla="*/ 0 h 114"/>
                  <a:gd name="T2" fmla="*/ 0 w 113"/>
                  <a:gd name="T3" fmla="*/ 34 h 114"/>
                  <a:gd name="T4" fmla="*/ 80 w 113"/>
                  <a:gd name="T5" fmla="*/ 114 h 114"/>
                  <a:gd name="T6" fmla="*/ 113 w 113"/>
                  <a:gd name="T7" fmla="*/ 78 h 114"/>
                  <a:gd name="T8" fmla="*/ 35 w 113"/>
                  <a:gd name="T9" fmla="*/ 0 h 114"/>
                  <a:gd name="T10" fmla="*/ 14 w 113"/>
                  <a:gd name="T11" fmla="*/ 34 h 114"/>
                  <a:gd name="T12" fmla="*/ 35 w 113"/>
                  <a:gd name="T13" fmla="*/ 12 h 114"/>
                  <a:gd name="T14" fmla="*/ 102 w 113"/>
                  <a:gd name="T15" fmla="*/ 78 h 114"/>
                  <a:gd name="T16" fmla="*/ 80 w 113"/>
                  <a:gd name="T17" fmla="*/ 100 h 114"/>
                  <a:gd name="T18" fmla="*/ 14 w 113"/>
                  <a:gd name="T19" fmla="*/ 3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14">
                    <a:moveTo>
                      <a:pt x="35" y="0"/>
                    </a:moveTo>
                    <a:lnTo>
                      <a:pt x="0" y="34"/>
                    </a:lnTo>
                    <a:lnTo>
                      <a:pt x="80" y="114"/>
                    </a:lnTo>
                    <a:lnTo>
                      <a:pt x="113" y="78"/>
                    </a:lnTo>
                    <a:lnTo>
                      <a:pt x="35" y="0"/>
                    </a:lnTo>
                    <a:close/>
                    <a:moveTo>
                      <a:pt x="14" y="34"/>
                    </a:moveTo>
                    <a:lnTo>
                      <a:pt x="35" y="12"/>
                    </a:lnTo>
                    <a:lnTo>
                      <a:pt x="102" y="78"/>
                    </a:lnTo>
                    <a:lnTo>
                      <a:pt x="80" y="100"/>
                    </a:lnTo>
                    <a:lnTo>
                      <a:pt x="14" y="3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52" name="组合 251"/>
            <p:cNvGrpSpPr/>
            <p:nvPr/>
          </p:nvGrpSpPr>
          <p:grpSpPr>
            <a:xfrm>
              <a:off x="14386" y="4155"/>
              <a:ext cx="646" cy="538"/>
              <a:chOff x="9135111" y="1984361"/>
              <a:chExt cx="410062" cy="341417"/>
            </a:xfrm>
            <a:grpFill/>
          </p:grpSpPr>
          <p:sp>
            <p:nvSpPr>
              <p:cNvPr id="253" name="Freeform 182"/>
              <p:cNvSpPr>
                <a:spLocks noEditPoints="1"/>
              </p:cNvSpPr>
              <p:nvPr/>
            </p:nvSpPr>
            <p:spPr bwMode="auto">
              <a:xfrm>
                <a:off x="9135111" y="1984361"/>
                <a:ext cx="410062" cy="341417"/>
              </a:xfrm>
              <a:custGeom>
                <a:avLst/>
                <a:gdLst>
                  <a:gd name="T0" fmla="*/ 91 w 96"/>
                  <a:gd name="T1" fmla="*/ 5 h 80"/>
                  <a:gd name="T2" fmla="*/ 78 w 96"/>
                  <a:gd name="T3" fmla="*/ 0 h 80"/>
                  <a:gd name="T4" fmla="*/ 18 w 96"/>
                  <a:gd name="T5" fmla="*/ 0 h 80"/>
                  <a:gd name="T6" fmla="*/ 5 w 96"/>
                  <a:gd name="T7" fmla="*/ 5 h 80"/>
                  <a:gd name="T8" fmla="*/ 0 w 96"/>
                  <a:gd name="T9" fmla="*/ 18 h 80"/>
                  <a:gd name="T10" fmla="*/ 0 w 96"/>
                  <a:gd name="T11" fmla="*/ 62 h 80"/>
                  <a:gd name="T12" fmla="*/ 5 w 96"/>
                  <a:gd name="T13" fmla="*/ 75 h 80"/>
                  <a:gd name="T14" fmla="*/ 18 w 96"/>
                  <a:gd name="T15" fmla="*/ 80 h 80"/>
                  <a:gd name="T16" fmla="*/ 78 w 96"/>
                  <a:gd name="T17" fmla="*/ 80 h 80"/>
                  <a:gd name="T18" fmla="*/ 91 w 96"/>
                  <a:gd name="T19" fmla="*/ 75 h 80"/>
                  <a:gd name="T20" fmla="*/ 96 w 96"/>
                  <a:gd name="T21" fmla="*/ 62 h 80"/>
                  <a:gd name="T22" fmla="*/ 96 w 96"/>
                  <a:gd name="T23" fmla="*/ 18 h 80"/>
                  <a:gd name="T24" fmla="*/ 91 w 96"/>
                  <a:gd name="T25" fmla="*/ 5 h 80"/>
                  <a:gd name="T26" fmla="*/ 8 w 96"/>
                  <a:gd name="T27" fmla="*/ 8 h 80"/>
                  <a:gd name="T28" fmla="*/ 18 w 96"/>
                  <a:gd name="T29" fmla="*/ 4 h 80"/>
                  <a:gd name="T30" fmla="*/ 78 w 96"/>
                  <a:gd name="T31" fmla="*/ 4 h 80"/>
                  <a:gd name="T32" fmla="*/ 88 w 96"/>
                  <a:gd name="T33" fmla="*/ 8 h 80"/>
                  <a:gd name="T34" fmla="*/ 92 w 96"/>
                  <a:gd name="T35" fmla="*/ 18 h 80"/>
                  <a:gd name="T36" fmla="*/ 92 w 96"/>
                  <a:gd name="T37" fmla="*/ 20 h 80"/>
                  <a:gd name="T38" fmla="*/ 4 w 96"/>
                  <a:gd name="T39" fmla="*/ 20 h 80"/>
                  <a:gd name="T40" fmla="*/ 4 w 96"/>
                  <a:gd name="T41" fmla="*/ 18 h 80"/>
                  <a:gd name="T42" fmla="*/ 8 w 96"/>
                  <a:gd name="T43" fmla="*/ 8 h 80"/>
                  <a:gd name="T44" fmla="*/ 88 w 96"/>
                  <a:gd name="T45" fmla="*/ 72 h 80"/>
                  <a:gd name="T46" fmla="*/ 78 w 96"/>
                  <a:gd name="T47" fmla="*/ 76 h 80"/>
                  <a:gd name="T48" fmla="*/ 18 w 96"/>
                  <a:gd name="T49" fmla="*/ 76 h 80"/>
                  <a:gd name="T50" fmla="*/ 8 w 96"/>
                  <a:gd name="T51" fmla="*/ 72 h 80"/>
                  <a:gd name="T52" fmla="*/ 4 w 96"/>
                  <a:gd name="T53" fmla="*/ 62 h 80"/>
                  <a:gd name="T54" fmla="*/ 4 w 96"/>
                  <a:gd name="T55" fmla="*/ 28 h 80"/>
                  <a:gd name="T56" fmla="*/ 92 w 96"/>
                  <a:gd name="T57" fmla="*/ 28 h 80"/>
                  <a:gd name="T58" fmla="*/ 92 w 96"/>
                  <a:gd name="T59" fmla="*/ 62 h 80"/>
                  <a:gd name="T60" fmla="*/ 88 w 96"/>
                  <a:gd name="T61" fmla="*/ 7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6" h="80">
                    <a:moveTo>
                      <a:pt x="91" y="5"/>
                    </a:moveTo>
                    <a:cubicBezTo>
                      <a:pt x="87" y="2"/>
                      <a:pt x="83" y="0"/>
                      <a:pt x="78" y="0"/>
                    </a:cubicBezTo>
                    <a:cubicBezTo>
                      <a:pt x="18" y="0"/>
                      <a:pt x="18" y="0"/>
                      <a:pt x="18" y="0"/>
                    </a:cubicBezTo>
                    <a:cubicBezTo>
                      <a:pt x="13" y="0"/>
                      <a:pt x="9" y="2"/>
                      <a:pt x="5" y="5"/>
                    </a:cubicBezTo>
                    <a:cubicBezTo>
                      <a:pt x="2" y="9"/>
                      <a:pt x="0" y="13"/>
                      <a:pt x="0" y="18"/>
                    </a:cubicBezTo>
                    <a:cubicBezTo>
                      <a:pt x="0" y="62"/>
                      <a:pt x="0" y="62"/>
                      <a:pt x="0" y="62"/>
                    </a:cubicBezTo>
                    <a:cubicBezTo>
                      <a:pt x="0" y="67"/>
                      <a:pt x="2" y="71"/>
                      <a:pt x="5" y="75"/>
                    </a:cubicBezTo>
                    <a:cubicBezTo>
                      <a:pt x="9" y="78"/>
                      <a:pt x="13" y="80"/>
                      <a:pt x="18" y="80"/>
                    </a:cubicBezTo>
                    <a:cubicBezTo>
                      <a:pt x="78" y="80"/>
                      <a:pt x="78" y="80"/>
                      <a:pt x="78" y="80"/>
                    </a:cubicBezTo>
                    <a:cubicBezTo>
                      <a:pt x="83" y="80"/>
                      <a:pt x="87" y="78"/>
                      <a:pt x="91" y="75"/>
                    </a:cubicBezTo>
                    <a:cubicBezTo>
                      <a:pt x="94" y="71"/>
                      <a:pt x="96" y="67"/>
                      <a:pt x="96" y="62"/>
                    </a:cubicBezTo>
                    <a:cubicBezTo>
                      <a:pt x="96" y="18"/>
                      <a:pt x="96" y="18"/>
                      <a:pt x="96" y="18"/>
                    </a:cubicBezTo>
                    <a:cubicBezTo>
                      <a:pt x="96" y="13"/>
                      <a:pt x="94" y="9"/>
                      <a:pt x="91" y="5"/>
                    </a:cubicBezTo>
                    <a:close/>
                    <a:moveTo>
                      <a:pt x="8" y="8"/>
                    </a:moveTo>
                    <a:cubicBezTo>
                      <a:pt x="11" y="5"/>
                      <a:pt x="14" y="4"/>
                      <a:pt x="18" y="4"/>
                    </a:cubicBezTo>
                    <a:cubicBezTo>
                      <a:pt x="78" y="4"/>
                      <a:pt x="78" y="4"/>
                      <a:pt x="78" y="4"/>
                    </a:cubicBezTo>
                    <a:cubicBezTo>
                      <a:pt x="82" y="4"/>
                      <a:pt x="85" y="5"/>
                      <a:pt x="88" y="8"/>
                    </a:cubicBezTo>
                    <a:cubicBezTo>
                      <a:pt x="91" y="11"/>
                      <a:pt x="92" y="14"/>
                      <a:pt x="92" y="18"/>
                    </a:cubicBezTo>
                    <a:cubicBezTo>
                      <a:pt x="92" y="20"/>
                      <a:pt x="92" y="20"/>
                      <a:pt x="92" y="20"/>
                    </a:cubicBezTo>
                    <a:cubicBezTo>
                      <a:pt x="4" y="20"/>
                      <a:pt x="4" y="20"/>
                      <a:pt x="4" y="20"/>
                    </a:cubicBezTo>
                    <a:cubicBezTo>
                      <a:pt x="4" y="18"/>
                      <a:pt x="4" y="18"/>
                      <a:pt x="4" y="18"/>
                    </a:cubicBezTo>
                    <a:cubicBezTo>
                      <a:pt x="4" y="14"/>
                      <a:pt x="5" y="11"/>
                      <a:pt x="8" y="8"/>
                    </a:cubicBezTo>
                    <a:close/>
                    <a:moveTo>
                      <a:pt x="88" y="72"/>
                    </a:moveTo>
                    <a:cubicBezTo>
                      <a:pt x="85" y="75"/>
                      <a:pt x="82" y="76"/>
                      <a:pt x="78" y="76"/>
                    </a:cubicBezTo>
                    <a:cubicBezTo>
                      <a:pt x="18" y="76"/>
                      <a:pt x="18" y="76"/>
                      <a:pt x="18" y="76"/>
                    </a:cubicBezTo>
                    <a:cubicBezTo>
                      <a:pt x="14" y="76"/>
                      <a:pt x="11" y="75"/>
                      <a:pt x="8" y="72"/>
                    </a:cubicBezTo>
                    <a:cubicBezTo>
                      <a:pt x="5" y="69"/>
                      <a:pt x="4" y="66"/>
                      <a:pt x="4" y="62"/>
                    </a:cubicBezTo>
                    <a:cubicBezTo>
                      <a:pt x="4" y="28"/>
                      <a:pt x="4" y="28"/>
                      <a:pt x="4" y="28"/>
                    </a:cubicBezTo>
                    <a:cubicBezTo>
                      <a:pt x="92" y="28"/>
                      <a:pt x="92" y="28"/>
                      <a:pt x="92" y="28"/>
                    </a:cubicBezTo>
                    <a:cubicBezTo>
                      <a:pt x="92" y="62"/>
                      <a:pt x="92" y="62"/>
                      <a:pt x="92" y="62"/>
                    </a:cubicBezTo>
                    <a:cubicBezTo>
                      <a:pt x="92" y="66"/>
                      <a:pt x="91" y="69"/>
                      <a:pt x="88" y="72"/>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54" name="Rectangle 183"/>
              <p:cNvSpPr>
                <a:spLocks noChangeArrowheads="1"/>
              </p:cNvSpPr>
              <p:nvPr/>
            </p:nvSpPr>
            <p:spPr bwMode="auto">
              <a:xfrm>
                <a:off x="9185691" y="2222810"/>
                <a:ext cx="171612"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55" name="Rectangle 184"/>
              <p:cNvSpPr>
                <a:spLocks noChangeArrowheads="1"/>
              </p:cNvSpPr>
              <p:nvPr/>
            </p:nvSpPr>
            <p:spPr bwMode="auto">
              <a:xfrm>
                <a:off x="9391625" y="2222810"/>
                <a:ext cx="68645"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56" name="组合 255"/>
            <p:cNvGrpSpPr/>
            <p:nvPr/>
          </p:nvGrpSpPr>
          <p:grpSpPr>
            <a:xfrm>
              <a:off x="15760" y="4101"/>
              <a:ext cx="566" cy="592"/>
              <a:chOff x="10007619" y="1950038"/>
              <a:chExt cx="359481" cy="375739"/>
            </a:xfrm>
            <a:grpFill/>
          </p:grpSpPr>
          <p:sp>
            <p:nvSpPr>
              <p:cNvPr id="257" name="Freeform 185"/>
              <p:cNvSpPr>
                <a:spLocks noEditPoints="1"/>
              </p:cNvSpPr>
              <p:nvPr/>
            </p:nvSpPr>
            <p:spPr bwMode="auto">
              <a:xfrm>
                <a:off x="10007619" y="2103585"/>
                <a:ext cx="359481" cy="222192"/>
              </a:xfrm>
              <a:custGeom>
                <a:avLst/>
                <a:gdLst>
                  <a:gd name="T0" fmla="*/ 81 w 84"/>
                  <a:gd name="T1" fmla="*/ 3 h 52"/>
                  <a:gd name="T2" fmla="*/ 74 w 84"/>
                  <a:gd name="T3" fmla="*/ 0 h 52"/>
                  <a:gd name="T4" fmla="*/ 72 w 84"/>
                  <a:gd name="T5" fmla="*/ 0 h 52"/>
                  <a:gd name="T6" fmla="*/ 70 w 84"/>
                  <a:gd name="T7" fmla="*/ 0 h 52"/>
                  <a:gd name="T8" fmla="*/ 0 w 84"/>
                  <a:gd name="T9" fmla="*/ 0 h 52"/>
                  <a:gd name="T10" fmla="*/ 0 w 84"/>
                  <a:gd name="T11" fmla="*/ 16 h 52"/>
                  <a:gd name="T12" fmla="*/ 11 w 84"/>
                  <a:gd name="T13" fmla="*/ 41 h 52"/>
                  <a:gd name="T14" fmla="*/ 20 w 84"/>
                  <a:gd name="T15" fmla="*/ 48 h 52"/>
                  <a:gd name="T16" fmla="*/ 0 w 84"/>
                  <a:gd name="T17" fmla="*/ 48 h 52"/>
                  <a:gd name="T18" fmla="*/ 0 w 84"/>
                  <a:gd name="T19" fmla="*/ 52 h 52"/>
                  <a:gd name="T20" fmla="*/ 72 w 84"/>
                  <a:gd name="T21" fmla="*/ 52 h 52"/>
                  <a:gd name="T22" fmla="*/ 72 w 84"/>
                  <a:gd name="T23" fmla="*/ 48 h 52"/>
                  <a:gd name="T24" fmla="*/ 52 w 84"/>
                  <a:gd name="T25" fmla="*/ 48 h 52"/>
                  <a:gd name="T26" fmla="*/ 61 w 84"/>
                  <a:gd name="T27" fmla="*/ 41 h 52"/>
                  <a:gd name="T28" fmla="*/ 68 w 84"/>
                  <a:gd name="T29" fmla="*/ 32 h 52"/>
                  <a:gd name="T30" fmla="*/ 79 w 84"/>
                  <a:gd name="T31" fmla="*/ 26 h 52"/>
                  <a:gd name="T32" fmla="*/ 83 w 84"/>
                  <a:gd name="T33" fmla="*/ 22 h 52"/>
                  <a:gd name="T34" fmla="*/ 84 w 84"/>
                  <a:gd name="T35" fmla="*/ 17 h 52"/>
                  <a:gd name="T36" fmla="*/ 84 w 84"/>
                  <a:gd name="T37" fmla="*/ 10 h 52"/>
                  <a:gd name="T38" fmla="*/ 81 w 84"/>
                  <a:gd name="T39" fmla="*/ 3 h 52"/>
                  <a:gd name="T40" fmla="*/ 59 w 84"/>
                  <a:gd name="T41" fmla="*/ 39 h 52"/>
                  <a:gd name="T42" fmla="*/ 36 w 84"/>
                  <a:gd name="T43" fmla="*/ 48 h 52"/>
                  <a:gd name="T44" fmla="*/ 13 w 84"/>
                  <a:gd name="T45" fmla="*/ 39 h 52"/>
                  <a:gd name="T46" fmla="*/ 4 w 84"/>
                  <a:gd name="T47" fmla="*/ 16 h 52"/>
                  <a:gd name="T48" fmla="*/ 4 w 84"/>
                  <a:gd name="T49" fmla="*/ 4 h 52"/>
                  <a:gd name="T50" fmla="*/ 68 w 84"/>
                  <a:gd name="T51" fmla="*/ 4 h 52"/>
                  <a:gd name="T52" fmla="*/ 68 w 84"/>
                  <a:gd name="T53" fmla="*/ 16 h 52"/>
                  <a:gd name="T54" fmla="*/ 59 w 84"/>
                  <a:gd name="T55" fmla="*/ 39 h 52"/>
                  <a:gd name="T56" fmla="*/ 80 w 84"/>
                  <a:gd name="T57" fmla="*/ 17 h 52"/>
                  <a:gd name="T58" fmla="*/ 79 w 84"/>
                  <a:gd name="T59" fmla="*/ 20 h 52"/>
                  <a:gd name="T60" fmla="*/ 77 w 84"/>
                  <a:gd name="T61" fmla="*/ 22 h 52"/>
                  <a:gd name="T62" fmla="*/ 71 w 84"/>
                  <a:gd name="T63" fmla="*/ 26 h 52"/>
                  <a:gd name="T64" fmla="*/ 72 w 84"/>
                  <a:gd name="T65" fmla="*/ 16 h 52"/>
                  <a:gd name="T66" fmla="*/ 72 w 84"/>
                  <a:gd name="T67" fmla="*/ 4 h 52"/>
                  <a:gd name="T68" fmla="*/ 74 w 84"/>
                  <a:gd name="T69" fmla="*/ 4 h 52"/>
                  <a:gd name="T70" fmla="*/ 79 w 84"/>
                  <a:gd name="T71" fmla="*/ 6 h 52"/>
                  <a:gd name="T72" fmla="*/ 80 w 84"/>
                  <a:gd name="T73" fmla="*/ 10 h 52"/>
                  <a:gd name="T74" fmla="*/ 80 w 84"/>
                  <a:gd name="T75" fmla="*/ 1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4" h="52">
                    <a:moveTo>
                      <a:pt x="81" y="3"/>
                    </a:moveTo>
                    <a:cubicBezTo>
                      <a:pt x="80" y="1"/>
                      <a:pt x="77" y="0"/>
                      <a:pt x="74" y="0"/>
                    </a:cubicBezTo>
                    <a:cubicBezTo>
                      <a:pt x="72" y="0"/>
                      <a:pt x="72" y="0"/>
                      <a:pt x="72" y="0"/>
                    </a:cubicBezTo>
                    <a:cubicBezTo>
                      <a:pt x="70" y="0"/>
                      <a:pt x="70" y="0"/>
                      <a:pt x="70" y="0"/>
                    </a:cubicBezTo>
                    <a:cubicBezTo>
                      <a:pt x="0" y="0"/>
                      <a:pt x="0" y="0"/>
                      <a:pt x="0" y="0"/>
                    </a:cubicBezTo>
                    <a:cubicBezTo>
                      <a:pt x="0" y="16"/>
                      <a:pt x="0" y="16"/>
                      <a:pt x="0" y="16"/>
                    </a:cubicBezTo>
                    <a:cubicBezTo>
                      <a:pt x="0" y="26"/>
                      <a:pt x="4" y="35"/>
                      <a:pt x="11" y="41"/>
                    </a:cubicBezTo>
                    <a:cubicBezTo>
                      <a:pt x="13" y="44"/>
                      <a:pt x="16" y="46"/>
                      <a:pt x="20" y="48"/>
                    </a:cubicBezTo>
                    <a:cubicBezTo>
                      <a:pt x="0" y="48"/>
                      <a:pt x="0" y="48"/>
                      <a:pt x="0" y="48"/>
                    </a:cubicBezTo>
                    <a:cubicBezTo>
                      <a:pt x="0" y="52"/>
                      <a:pt x="0" y="52"/>
                      <a:pt x="0" y="52"/>
                    </a:cubicBezTo>
                    <a:cubicBezTo>
                      <a:pt x="72" y="52"/>
                      <a:pt x="72" y="52"/>
                      <a:pt x="72" y="52"/>
                    </a:cubicBezTo>
                    <a:cubicBezTo>
                      <a:pt x="72" y="48"/>
                      <a:pt x="72" y="48"/>
                      <a:pt x="72" y="48"/>
                    </a:cubicBezTo>
                    <a:cubicBezTo>
                      <a:pt x="52" y="48"/>
                      <a:pt x="52" y="48"/>
                      <a:pt x="52" y="48"/>
                    </a:cubicBezTo>
                    <a:cubicBezTo>
                      <a:pt x="56" y="46"/>
                      <a:pt x="59" y="44"/>
                      <a:pt x="61" y="41"/>
                    </a:cubicBezTo>
                    <a:cubicBezTo>
                      <a:pt x="64" y="39"/>
                      <a:pt x="67" y="35"/>
                      <a:pt x="68" y="32"/>
                    </a:cubicBezTo>
                    <a:cubicBezTo>
                      <a:pt x="79" y="26"/>
                      <a:pt x="79" y="26"/>
                      <a:pt x="79" y="26"/>
                    </a:cubicBezTo>
                    <a:cubicBezTo>
                      <a:pt x="81" y="25"/>
                      <a:pt x="82" y="24"/>
                      <a:pt x="83" y="22"/>
                    </a:cubicBezTo>
                    <a:cubicBezTo>
                      <a:pt x="84" y="21"/>
                      <a:pt x="84" y="19"/>
                      <a:pt x="84" y="17"/>
                    </a:cubicBezTo>
                    <a:cubicBezTo>
                      <a:pt x="84" y="10"/>
                      <a:pt x="84" y="10"/>
                      <a:pt x="84" y="10"/>
                    </a:cubicBezTo>
                    <a:cubicBezTo>
                      <a:pt x="84" y="7"/>
                      <a:pt x="83" y="5"/>
                      <a:pt x="81" y="3"/>
                    </a:cubicBezTo>
                    <a:close/>
                    <a:moveTo>
                      <a:pt x="59" y="39"/>
                    </a:moveTo>
                    <a:cubicBezTo>
                      <a:pt x="53" y="45"/>
                      <a:pt x="45" y="48"/>
                      <a:pt x="36" y="48"/>
                    </a:cubicBezTo>
                    <a:cubicBezTo>
                      <a:pt x="27" y="48"/>
                      <a:pt x="19" y="45"/>
                      <a:pt x="13" y="39"/>
                    </a:cubicBezTo>
                    <a:cubicBezTo>
                      <a:pt x="7" y="33"/>
                      <a:pt x="4" y="25"/>
                      <a:pt x="4" y="16"/>
                    </a:cubicBezTo>
                    <a:cubicBezTo>
                      <a:pt x="4" y="4"/>
                      <a:pt x="4" y="4"/>
                      <a:pt x="4" y="4"/>
                    </a:cubicBezTo>
                    <a:cubicBezTo>
                      <a:pt x="68" y="4"/>
                      <a:pt x="68" y="4"/>
                      <a:pt x="68" y="4"/>
                    </a:cubicBezTo>
                    <a:cubicBezTo>
                      <a:pt x="68" y="16"/>
                      <a:pt x="68" y="16"/>
                      <a:pt x="68" y="16"/>
                    </a:cubicBezTo>
                    <a:cubicBezTo>
                      <a:pt x="68" y="25"/>
                      <a:pt x="65" y="33"/>
                      <a:pt x="59" y="39"/>
                    </a:cubicBezTo>
                    <a:close/>
                    <a:moveTo>
                      <a:pt x="80" y="17"/>
                    </a:moveTo>
                    <a:cubicBezTo>
                      <a:pt x="80" y="18"/>
                      <a:pt x="80" y="19"/>
                      <a:pt x="79" y="20"/>
                    </a:cubicBezTo>
                    <a:cubicBezTo>
                      <a:pt x="79" y="21"/>
                      <a:pt x="78" y="22"/>
                      <a:pt x="77" y="22"/>
                    </a:cubicBezTo>
                    <a:cubicBezTo>
                      <a:pt x="71" y="26"/>
                      <a:pt x="71" y="26"/>
                      <a:pt x="71" y="26"/>
                    </a:cubicBezTo>
                    <a:cubicBezTo>
                      <a:pt x="72" y="23"/>
                      <a:pt x="72" y="19"/>
                      <a:pt x="72" y="16"/>
                    </a:cubicBezTo>
                    <a:cubicBezTo>
                      <a:pt x="72" y="4"/>
                      <a:pt x="72" y="4"/>
                      <a:pt x="72" y="4"/>
                    </a:cubicBezTo>
                    <a:cubicBezTo>
                      <a:pt x="74" y="4"/>
                      <a:pt x="74" y="4"/>
                      <a:pt x="74" y="4"/>
                    </a:cubicBezTo>
                    <a:cubicBezTo>
                      <a:pt x="76" y="4"/>
                      <a:pt x="77" y="5"/>
                      <a:pt x="79" y="6"/>
                    </a:cubicBezTo>
                    <a:cubicBezTo>
                      <a:pt x="80" y="7"/>
                      <a:pt x="80" y="8"/>
                      <a:pt x="80" y="10"/>
                    </a:cubicBezTo>
                    <a:lnTo>
                      <a:pt x="80" y="17"/>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58" name="Freeform 186"/>
              <p:cNvSpPr/>
              <p:nvPr/>
            </p:nvSpPr>
            <p:spPr bwMode="auto">
              <a:xfrm>
                <a:off x="10135877" y="1950038"/>
                <a:ext cx="34323" cy="122838"/>
              </a:xfrm>
              <a:custGeom>
                <a:avLst/>
                <a:gdLst>
                  <a:gd name="T0" fmla="*/ 19 w 19"/>
                  <a:gd name="T1" fmla="*/ 64 h 68"/>
                  <a:gd name="T2" fmla="*/ 9 w 19"/>
                  <a:gd name="T3" fmla="*/ 47 h 68"/>
                  <a:gd name="T4" fmla="*/ 19 w 19"/>
                  <a:gd name="T5" fmla="*/ 21 h 68"/>
                  <a:gd name="T6" fmla="*/ 19 w 19"/>
                  <a:gd name="T7" fmla="*/ 0 h 68"/>
                  <a:gd name="T8" fmla="*/ 9 w 19"/>
                  <a:gd name="T9" fmla="*/ 0 h 68"/>
                  <a:gd name="T10" fmla="*/ 9 w 19"/>
                  <a:gd name="T11" fmla="*/ 19 h 68"/>
                  <a:gd name="T12" fmla="*/ 0 w 19"/>
                  <a:gd name="T13" fmla="*/ 47 h 68"/>
                  <a:gd name="T14" fmla="*/ 9 w 19"/>
                  <a:gd name="T15" fmla="*/ 68 h 68"/>
                  <a:gd name="T16" fmla="*/ 19 w 19"/>
                  <a:gd name="T17"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68">
                    <a:moveTo>
                      <a:pt x="19" y="64"/>
                    </a:moveTo>
                    <a:lnTo>
                      <a:pt x="9" y="47"/>
                    </a:lnTo>
                    <a:lnTo>
                      <a:pt x="19" y="21"/>
                    </a:lnTo>
                    <a:lnTo>
                      <a:pt x="19" y="0"/>
                    </a:lnTo>
                    <a:lnTo>
                      <a:pt x="9" y="0"/>
                    </a:lnTo>
                    <a:lnTo>
                      <a:pt x="9" y="19"/>
                    </a:lnTo>
                    <a:lnTo>
                      <a:pt x="0" y="47"/>
                    </a:lnTo>
                    <a:lnTo>
                      <a:pt x="9" y="68"/>
                    </a:lnTo>
                    <a:lnTo>
                      <a:pt x="19" y="6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59" name="Freeform 187"/>
              <p:cNvSpPr/>
              <p:nvPr/>
            </p:nvSpPr>
            <p:spPr bwMode="auto">
              <a:xfrm>
                <a:off x="10186457" y="1950038"/>
                <a:ext cx="34323" cy="122838"/>
              </a:xfrm>
              <a:custGeom>
                <a:avLst/>
                <a:gdLst>
                  <a:gd name="T0" fmla="*/ 19 w 19"/>
                  <a:gd name="T1" fmla="*/ 64 h 68"/>
                  <a:gd name="T2" fmla="*/ 10 w 19"/>
                  <a:gd name="T3" fmla="*/ 47 h 68"/>
                  <a:gd name="T4" fmla="*/ 19 w 19"/>
                  <a:gd name="T5" fmla="*/ 21 h 68"/>
                  <a:gd name="T6" fmla="*/ 19 w 19"/>
                  <a:gd name="T7" fmla="*/ 0 h 68"/>
                  <a:gd name="T8" fmla="*/ 10 w 19"/>
                  <a:gd name="T9" fmla="*/ 0 h 68"/>
                  <a:gd name="T10" fmla="*/ 10 w 19"/>
                  <a:gd name="T11" fmla="*/ 19 h 68"/>
                  <a:gd name="T12" fmla="*/ 0 w 19"/>
                  <a:gd name="T13" fmla="*/ 47 h 68"/>
                  <a:gd name="T14" fmla="*/ 10 w 19"/>
                  <a:gd name="T15" fmla="*/ 68 h 68"/>
                  <a:gd name="T16" fmla="*/ 19 w 19"/>
                  <a:gd name="T17"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68">
                    <a:moveTo>
                      <a:pt x="19" y="64"/>
                    </a:moveTo>
                    <a:lnTo>
                      <a:pt x="10" y="47"/>
                    </a:lnTo>
                    <a:lnTo>
                      <a:pt x="19" y="21"/>
                    </a:lnTo>
                    <a:lnTo>
                      <a:pt x="19" y="0"/>
                    </a:lnTo>
                    <a:lnTo>
                      <a:pt x="10" y="0"/>
                    </a:lnTo>
                    <a:lnTo>
                      <a:pt x="10" y="19"/>
                    </a:lnTo>
                    <a:lnTo>
                      <a:pt x="0" y="47"/>
                    </a:lnTo>
                    <a:lnTo>
                      <a:pt x="10" y="68"/>
                    </a:lnTo>
                    <a:lnTo>
                      <a:pt x="19" y="6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60" name="Freeform 188"/>
              <p:cNvSpPr/>
              <p:nvPr/>
            </p:nvSpPr>
            <p:spPr bwMode="auto">
              <a:xfrm>
                <a:off x="10083489" y="1950038"/>
                <a:ext cx="34323" cy="122838"/>
              </a:xfrm>
              <a:custGeom>
                <a:avLst/>
                <a:gdLst>
                  <a:gd name="T0" fmla="*/ 19 w 19"/>
                  <a:gd name="T1" fmla="*/ 64 h 68"/>
                  <a:gd name="T2" fmla="*/ 10 w 19"/>
                  <a:gd name="T3" fmla="*/ 47 h 68"/>
                  <a:gd name="T4" fmla="*/ 19 w 19"/>
                  <a:gd name="T5" fmla="*/ 21 h 68"/>
                  <a:gd name="T6" fmla="*/ 19 w 19"/>
                  <a:gd name="T7" fmla="*/ 0 h 68"/>
                  <a:gd name="T8" fmla="*/ 10 w 19"/>
                  <a:gd name="T9" fmla="*/ 0 h 68"/>
                  <a:gd name="T10" fmla="*/ 10 w 19"/>
                  <a:gd name="T11" fmla="*/ 19 h 68"/>
                  <a:gd name="T12" fmla="*/ 0 w 19"/>
                  <a:gd name="T13" fmla="*/ 47 h 68"/>
                  <a:gd name="T14" fmla="*/ 10 w 19"/>
                  <a:gd name="T15" fmla="*/ 68 h 68"/>
                  <a:gd name="T16" fmla="*/ 19 w 19"/>
                  <a:gd name="T17"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68">
                    <a:moveTo>
                      <a:pt x="19" y="64"/>
                    </a:moveTo>
                    <a:lnTo>
                      <a:pt x="10" y="47"/>
                    </a:lnTo>
                    <a:lnTo>
                      <a:pt x="19" y="21"/>
                    </a:lnTo>
                    <a:lnTo>
                      <a:pt x="19" y="0"/>
                    </a:lnTo>
                    <a:lnTo>
                      <a:pt x="10" y="0"/>
                    </a:lnTo>
                    <a:lnTo>
                      <a:pt x="10" y="19"/>
                    </a:lnTo>
                    <a:lnTo>
                      <a:pt x="0" y="47"/>
                    </a:lnTo>
                    <a:lnTo>
                      <a:pt x="10" y="68"/>
                    </a:lnTo>
                    <a:lnTo>
                      <a:pt x="19" y="6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61" name="组合 260"/>
            <p:cNvGrpSpPr/>
            <p:nvPr/>
          </p:nvGrpSpPr>
          <p:grpSpPr>
            <a:xfrm>
              <a:off x="17032" y="4101"/>
              <a:ext cx="526" cy="646"/>
              <a:chOff x="10815097" y="1950038"/>
              <a:chExt cx="334191" cy="410062"/>
            </a:xfrm>
            <a:grpFill/>
          </p:grpSpPr>
          <p:sp>
            <p:nvSpPr>
              <p:cNvPr id="262" name="Freeform 189"/>
              <p:cNvSpPr/>
              <p:nvPr/>
            </p:nvSpPr>
            <p:spPr bwMode="auto">
              <a:xfrm>
                <a:off x="10905419" y="2325777"/>
                <a:ext cx="153548" cy="34323"/>
              </a:xfrm>
              <a:custGeom>
                <a:avLst/>
                <a:gdLst>
                  <a:gd name="T0" fmla="*/ 9 w 85"/>
                  <a:gd name="T1" fmla="*/ 19 h 19"/>
                  <a:gd name="T2" fmla="*/ 76 w 85"/>
                  <a:gd name="T3" fmla="*/ 19 h 19"/>
                  <a:gd name="T4" fmla="*/ 85 w 85"/>
                  <a:gd name="T5" fmla="*/ 0 h 19"/>
                  <a:gd name="T6" fmla="*/ 0 w 85"/>
                  <a:gd name="T7" fmla="*/ 0 h 19"/>
                  <a:gd name="T8" fmla="*/ 9 w 85"/>
                  <a:gd name="T9" fmla="*/ 19 h 19"/>
                </a:gdLst>
                <a:ahLst/>
                <a:cxnLst>
                  <a:cxn ang="0">
                    <a:pos x="T0" y="T1"/>
                  </a:cxn>
                  <a:cxn ang="0">
                    <a:pos x="T2" y="T3"/>
                  </a:cxn>
                  <a:cxn ang="0">
                    <a:pos x="T4" y="T5"/>
                  </a:cxn>
                  <a:cxn ang="0">
                    <a:pos x="T6" y="T7"/>
                  </a:cxn>
                  <a:cxn ang="0">
                    <a:pos x="T8" y="T9"/>
                  </a:cxn>
                </a:cxnLst>
                <a:rect l="0" t="0" r="r" b="b"/>
                <a:pathLst>
                  <a:path w="85" h="19">
                    <a:moveTo>
                      <a:pt x="9" y="19"/>
                    </a:moveTo>
                    <a:lnTo>
                      <a:pt x="76" y="19"/>
                    </a:lnTo>
                    <a:lnTo>
                      <a:pt x="85" y="0"/>
                    </a:lnTo>
                    <a:lnTo>
                      <a:pt x="0" y="0"/>
                    </a:lnTo>
                    <a:lnTo>
                      <a:pt x="9" y="1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63" name="Freeform 190"/>
              <p:cNvSpPr>
                <a:spLocks noEditPoints="1"/>
              </p:cNvSpPr>
              <p:nvPr/>
            </p:nvSpPr>
            <p:spPr bwMode="auto">
              <a:xfrm>
                <a:off x="10815097" y="1950038"/>
                <a:ext cx="334191" cy="341417"/>
              </a:xfrm>
              <a:custGeom>
                <a:avLst/>
                <a:gdLst>
                  <a:gd name="T0" fmla="*/ 64 w 78"/>
                  <a:gd name="T1" fmla="*/ 11 h 80"/>
                  <a:gd name="T2" fmla="*/ 39 w 78"/>
                  <a:gd name="T3" fmla="*/ 0 h 80"/>
                  <a:gd name="T4" fmla="*/ 14 w 78"/>
                  <a:gd name="T5" fmla="*/ 11 h 80"/>
                  <a:gd name="T6" fmla="*/ 14 w 78"/>
                  <a:gd name="T7" fmla="*/ 61 h 80"/>
                  <a:gd name="T8" fmla="*/ 14 w 78"/>
                  <a:gd name="T9" fmla="*/ 62 h 80"/>
                  <a:gd name="T10" fmla="*/ 21 w 78"/>
                  <a:gd name="T11" fmla="*/ 78 h 80"/>
                  <a:gd name="T12" fmla="*/ 21 w 78"/>
                  <a:gd name="T13" fmla="*/ 80 h 80"/>
                  <a:gd name="T14" fmla="*/ 55 w 78"/>
                  <a:gd name="T15" fmla="*/ 80 h 80"/>
                  <a:gd name="T16" fmla="*/ 57 w 78"/>
                  <a:gd name="T17" fmla="*/ 80 h 80"/>
                  <a:gd name="T18" fmla="*/ 57 w 78"/>
                  <a:gd name="T19" fmla="*/ 78 h 80"/>
                  <a:gd name="T20" fmla="*/ 64 w 78"/>
                  <a:gd name="T21" fmla="*/ 61 h 80"/>
                  <a:gd name="T22" fmla="*/ 64 w 78"/>
                  <a:gd name="T23" fmla="*/ 11 h 80"/>
                  <a:gd name="T24" fmla="*/ 62 w 78"/>
                  <a:gd name="T25" fmla="*/ 59 h 80"/>
                  <a:gd name="T26" fmla="*/ 53 w 78"/>
                  <a:gd name="T27" fmla="*/ 76 h 80"/>
                  <a:gd name="T28" fmla="*/ 25 w 78"/>
                  <a:gd name="T29" fmla="*/ 76 h 80"/>
                  <a:gd name="T30" fmla="*/ 16 w 78"/>
                  <a:gd name="T31" fmla="*/ 59 h 80"/>
                  <a:gd name="T32" fmla="*/ 16 w 78"/>
                  <a:gd name="T33" fmla="*/ 58 h 80"/>
                  <a:gd name="T34" fmla="*/ 16 w 78"/>
                  <a:gd name="T35" fmla="*/ 58 h 80"/>
                  <a:gd name="T36" fmla="*/ 16 w 78"/>
                  <a:gd name="T37" fmla="*/ 13 h 80"/>
                  <a:gd name="T38" fmla="*/ 39 w 78"/>
                  <a:gd name="T39" fmla="*/ 4 h 80"/>
                  <a:gd name="T40" fmla="*/ 62 w 78"/>
                  <a:gd name="T41" fmla="*/ 13 h 80"/>
                  <a:gd name="T42" fmla="*/ 62 w 78"/>
                  <a:gd name="T43" fmla="*/ 5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80">
                    <a:moveTo>
                      <a:pt x="64" y="11"/>
                    </a:moveTo>
                    <a:cubicBezTo>
                      <a:pt x="58" y="4"/>
                      <a:pt x="49" y="0"/>
                      <a:pt x="39" y="0"/>
                    </a:cubicBezTo>
                    <a:cubicBezTo>
                      <a:pt x="29" y="0"/>
                      <a:pt x="20" y="4"/>
                      <a:pt x="14" y="11"/>
                    </a:cubicBezTo>
                    <a:cubicBezTo>
                      <a:pt x="0" y="25"/>
                      <a:pt x="0" y="47"/>
                      <a:pt x="14" y="61"/>
                    </a:cubicBezTo>
                    <a:cubicBezTo>
                      <a:pt x="14" y="62"/>
                      <a:pt x="14" y="62"/>
                      <a:pt x="14" y="62"/>
                    </a:cubicBezTo>
                    <a:cubicBezTo>
                      <a:pt x="21" y="69"/>
                      <a:pt x="21" y="78"/>
                      <a:pt x="21" y="78"/>
                    </a:cubicBezTo>
                    <a:cubicBezTo>
                      <a:pt x="21" y="80"/>
                      <a:pt x="21" y="80"/>
                      <a:pt x="21" y="80"/>
                    </a:cubicBezTo>
                    <a:cubicBezTo>
                      <a:pt x="55" y="80"/>
                      <a:pt x="55" y="80"/>
                      <a:pt x="55" y="80"/>
                    </a:cubicBezTo>
                    <a:cubicBezTo>
                      <a:pt x="57" y="80"/>
                      <a:pt x="57" y="80"/>
                      <a:pt x="57" y="80"/>
                    </a:cubicBezTo>
                    <a:cubicBezTo>
                      <a:pt x="57" y="78"/>
                      <a:pt x="57" y="78"/>
                      <a:pt x="57" y="78"/>
                    </a:cubicBezTo>
                    <a:cubicBezTo>
                      <a:pt x="57" y="78"/>
                      <a:pt x="57" y="69"/>
                      <a:pt x="64" y="61"/>
                    </a:cubicBezTo>
                    <a:cubicBezTo>
                      <a:pt x="78" y="47"/>
                      <a:pt x="78" y="25"/>
                      <a:pt x="64" y="11"/>
                    </a:cubicBezTo>
                    <a:close/>
                    <a:moveTo>
                      <a:pt x="62" y="59"/>
                    </a:moveTo>
                    <a:cubicBezTo>
                      <a:pt x="55" y="65"/>
                      <a:pt x="54" y="72"/>
                      <a:pt x="53" y="76"/>
                    </a:cubicBezTo>
                    <a:cubicBezTo>
                      <a:pt x="25" y="76"/>
                      <a:pt x="25" y="76"/>
                      <a:pt x="25" y="76"/>
                    </a:cubicBezTo>
                    <a:cubicBezTo>
                      <a:pt x="24" y="72"/>
                      <a:pt x="23" y="65"/>
                      <a:pt x="16" y="59"/>
                    </a:cubicBezTo>
                    <a:cubicBezTo>
                      <a:pt x="16" y="58"/>
                      <a:pt x="16" y="58"/>
                      <a:pt x="16" y="58"/>
                    </a:cubicBezTo>
                    <a:cubicBezTo>
                      <a:pt x="16" y="58"/>
                      <a:pt x="16" y="58"/>
                      <a:pt x="16" y="58"/>
                    </a:cubicBezTo>
                    <a:cubicBezTo>
                      <a:pt x="4" y="46"/>
                      <a:pt x="4" y="26"/>
                      <a:pt x="16" y="13"/>
                    </a:cubicBezTo>
                    <a:cubicBezTo>
                      <a:pt x="22" y="7"/>
                      <a:pt x="30" y="4"/>
                      <a:pt x="39" y="4"/>
                    </a:cubicBezTo>
                    <a:cubicBezTo>
                      <a:pt x="48" y="4"/>
                      <a:pt x="56" y="7"/>
                      <a:pt x="62" y="13"/>
                    </a:cubicBezTo>
                    <a:cubicBezTo>
                      <a:pt x="74" y="26"/>
                      <a:pt x="74" y="46"/>
                      <a:pt x="62" y="59"/>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64" name="Freeform 191"/>
              <p:cNvSpPr/>
              <p:nvPr/>
            </p:nvSpPr>
            <p:spPr bwMode="auto">
              <a:xfrm>
                <a:off x="10901806" y="2107198"/>
                <a:ext cx="162579" cy="77677"/>
              </a:xfrm>
              <a:custGeom>
                <a:avLst/>
                <a:gdLst>
                  <a:gd name="T0" fmla="*/ 59 w 90"/>
                  <a:gd name="T1" fmla="*/ 29 h 43"/>
                  <a:gd name="T2" fmla="*/ 30 w 90"/>
                  <a:gd name="T3" fmla="*/ 0 h 43"/>
                  <a:gd name="T4" fmla="*/ 0 w 90"/>
                  <a:gd name="T5" fmla="*/ 33 h 43"/>
                  <a:gd name="T6" fmla="*/ 4 w 90"/>
                  <a:gd name="T7" fmla="*/ 38 h 43"/>
                  <a:gd name="T8" fmla="*/ 30 w 90"/>
                  <a:gd name="T9" fmla="*/ 14 h 43"/>
                  <a:gd name="T10" fmla="*/ 59 w 90"/>
                  <a:gd name="T11" fmla="*/ 43 h 43"/>
                  <a:gd name="T12" fmla="*/ 90 w 90"/>
                  <a:gd name="T13" fmla="*/ 10 h 43"/>
                  <a:gd name="T14" fmla="*/ 85 w 90"/>
                  <a:gd name="T15" fmla="*/ 5 h 43"/>
                  <a:gd name="T16" fmla="*/ 59 w 90"/>
                  <a:gd name="T17" fmla="*/ 2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43">
                    <a:moveTo>
                      <a:pt x="59" y="29"/>
                    </a:moveTo>
                    <a:lnTo>
                      <a:pt x="30" y="0"/>
                    </a:lnTo>
                    <a:lnTo>
                      <a:pt x="0" y="33"/>
                    </a:lnTo>
                    <a:lnTo>
                      <a:pt x="4" y="38"/>
                    </a:lnTo>
                    <a:lnTo>
                      <a:pt x="30" y="14"/>
                    </a:lnTo>
                    <a:lnTo>
                      <a:pt x="59" y="43"/>
                    </a:lnTo>
                    <a:lnTo>
                      <a:pt x="90" y="10"/>
                    </a:lnTo>
                    <a:lnTo>
                      <a:pt x="85" y="5"/>
                    </a:lnTo>
                    <a:lnTo>
                      <a:pt x="59" y="2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65" name="组合 264"/>
            <p:cNvGrpSpPr/>
            <p:nvPr/>
          </p:nvGrpSpPr>
          <p:grpSpPr>
            <a:xfrm>
              <a:off x="11800" y="9372"/>
              <a:ext cx="649" cy="484"/>
              <a:chOff x="7493058" y="5297368"/>
              <a:chExt cx="411868" cy="307094"/>
            </a:xfrm>
            <a:grpFill/>
          </p:grpSpPr>
          <p:sp>
            <p:nvSpPr>
              <p:cNvPr id="266" name="Freeform 192"/>
              <p:cNvSpPr>
                <a:spLocks noEditPoints="1"/>
              </p:cNvSpPr>
              <p:nvPr/>
            </p:nvSpPr>
            <p:spPr bwMode="auto">
              <a:xfrm>
                <a:off x="7493058" y="5297368"/>
                <a:ext cx="411868" cy="307094"/>
              </a:xfrm>
              <a:custGeom>
                <a:avLst/>
                <a:gdLst>
                  <a:gd name="T0" fmla="*/ 0 w 228"/>
                  <a:gd name="T1" fmla="*/ 0 h 170"/>
                  <a:gd name="T2" fmla="*/ 0 w 228"/>
                  <a:gd name="T3" fmla="*/ 170 h 170"/>
                  <a:gd name="T4" fmla="*/ 228 w 228"/>
                  <a:gd name="T5" fmla="*/ 170 h 170"/>
                  <a:gd name="T6" fmla="*/ 228 w 228"/>
                  <a:gd name="T7" fmla="*/ 0 h 170"/>
                  <a:gd name="T8" fmla="*/ 0 w 228"/>
                  <a:gd name="T9" fmla="*/ 0 h 170"/>
                  <a:gd name="T10" fmla="*/ 218 w 228"/>
                  <a:gd name="T11" fmla="*/ 161 h 170"/>
                  <a:gd name="T12" fmla="*/ 10 w 228"/>
                  <a:gd name="T13" fmla="*/ 161 h 170"/>
                  <a:gd name="T14" fmla="*/ 10 w 228"/>
                  <a:gd name="T15" fmla="*/ 10 h 170"/>
                  <a:gd name="T16" fmla="*/ 218 w 228"/>
                  <a:gd name="T17" fmla="*/ 10 h 170"/>
                  <a:gd name="T18" fmla="*/ 218 w 228"/>
                  <a:gd name="T19" fmla="*/ 1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170">
                    <a:moveTo>
                      <a:pt x="0" y="0"/>
                    </a:moveTo>
                    <a:lnTo>
                      <a:pt x="0" y="170"/>
                    </a:lnTo>
                    <a:lnTo>
                      <a:pt x="228" y="170"/>
                    </a:lnTo>
                    <a:lnTo>
                      <a:pt x="228" y="0"/>
                    </a:lnTo>
                    <a:lnTo>
                      <a:pt x="0" y="0"/>
                    </a:lnTo>
                    <a:close/>
                    <a:moveTo>
                      <a:pt x="218" y="161"/>
                    </a:moveTo>
                    <a:lnTo>
                      <a:pt x="10" y="161"/>
                    </a:lnTo>
                    <a:lnTo>
                      <a:pt x="10" y="10"/>
                    </a:lnTo>
                    <a:lnTo>
                      <a:pt x="218" y="10"/>
                    </a:lnTo>
                    <a:lnTo>
                      <a:pt x="218" y="16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67" name="Oval 193"/>
              <p:cNvSpPr>
                <a:spLocks noChangeArrowheads="1"/>
              </p:cNvSpPr>
              <p:nvPr/>
            </p:nvSpPr>
            <p:spPr bwMode="auto">
              <a:xfrm>
                <a:off x="7783895" y="5349755"/>
                <a:ext cx="68645" cy="66839"/>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68" name="Rectangle 194"/>
              <p:cNvSpPr>
                <a:spLocks noChangeArrowheads="1"/>
              </p:cNvSpPr>
              <p:nvPr/>
            </p:nvSpPr>
            <p:spPr bwMode="auto">
              <a:xfrm>
                <a:off x="7561703" y="5519560"/>
                <a:ext cx="171612"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269" name="Rectangle 195"/>
              <p:cNvSpPr>
                <a:spLocks noChangeArrowheads="1"/>
              </p:cNvSpPr>
              <p:nvPr/>
            </p:nvSpPr>
            <p:spPr bwMode="auto">
              <a:xfrm>
                <a:off x="7561703" y="5450915"/>
                <a:ext cx="68645"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70" name="组合 269"/>
            <p:cNvGrpSpPr/>
            <p:nvPr/>
          </p:nvGrpSpPr>
          <p:grpSpPr>
            <a:xfrm>
              <a:off x="13120" y="9318"/>
              <a:ext cx="595" cy="592"/>
              <a:chOff x="8331245" y="5263046"/>
              <a:chExt cx="377546" cy="375739"/>
            </a:xfrm>
            <a:grpFill/>
          </p:grpSpPr>
          <p:sp>
            <p:nvSpPr>
              <p:cNvPr id="271" name="Freeform 196"/>
              <p:cNvSpPr>
                <a:spLocks noEditPoints="1"/>
              </p:cNvSpPr>
              <p:nvPr/>
            </p:nvSpPr>
            <p:spPr bwMode="auto">
              <a:xfrm>
                <a:off x="8331245" y="5263046"/>
                <a:ext cx="377546" cy="375739"/>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4 h 88"/>
                  <a:gd name="T12" fmla="*/ 84 w 88"/>
                  <a:gd name="T13" fmla="*/ 44 h 88"/>
                  <a:gd name="T14" fmla="*/ 79 w 88"/>
                  <a:gd name="T15" fmla="*/ 62 h 88"/>
                  <a:gd name="T16" fmla="*/ 58 w 88"/>
                  <a:gd name="T17" fmla="*/ 54 h 88"/>
                  <a:gd name="T18" fmla="*/ 54 w 88"/>
                  <a:gd name="T19" fmla="*/ 51 h 88"/>
                  <a:gd name="T20" fmla="*/ 66 w 88"/>
                  <a:gd name="T21" fmla="*/ 25 h 88"/>
                  <a:gd name="T22" fmla="*/ 62 w 88"/>
                  <a:gd name="T23" fmla="*/ 23 h 88"/>
                  <a:gd name="T24" fmla="*/ 50 w 88"/>
                  <a:gd name="T25" fmla="*/ 49 h 88"/>
                  <a:gd name="T26" fmla="*/ 44 w 88"/>
                  <a:gd name="T27" fmla="*/ 48 h 88"/>
                  <a:gd name="T28" fmla="*/ 30 w 88"/>
                  <a:gd name="T29" fmla="*/ 54 h 88"/>
                  <a:gd name="T30" fmla="*/ 9 w 88"/>
                  <a:gd name="T31" fmla="*/ 62 h 88"/>
                  <a:gd name="T32" fmla="*/ 4 w 88"/>
                  <a:gd name="T33" fmla="*/ 44 h 88"/>
                  <a:gd name="T34" fmla="*/ 44 w 88"/>
                  <a:gd name="T35" fmla="*/ 4 h 88"/>
                  <a:gd name="T36" fmla="*/ 44 w 88"/>
                  <a:gd name="T37" fmla="*/ 84 h 88"/>
                  <a:gd name="T38" fmla="*/ 11 w 88"/>
                  <a:gd name="T39" fmla="*/ 67 h 88"/>
                  <a:gd name="T40" fmla="*/ 12 w 88"/>
                  <a:gd name="T41" fmla="*/ 67 h 88"/>
                  <a:gd name="T42" fmla="*/ 33 w 88"/>
                  <a:gd name="T43" fmla="*/ 57 h 88"/>
                  <a:gd name="T44" fmla="*/ 44 w 88"/>
                  <a:gd name="T45" fmla="*/ 52 h 88"/>
                  <a:gd name="T46" fmla="*/ 55 w 88"/>
                  <a:gd name="T47" fmla="*/ 57 h 88"/>
                  <a:gd name="T48" fmla="*/ 76 w 88"/>
                  <a:gd name="T49" fmla="*/ 67 h 88"/>
                  <a:gd name="T50" fmla="*/ 77 w 88"/>
                  <a:gd name="T51" fmla="*/ 67 h 88"/>
                  <a:gd name="T52" fmla="*/ 44 w 88"/>
                  <a:gd name="T53"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4"/>
                    </a:moveTo>
                    <a:cubicBezTo>
                      <a:pt x="66" y="4"/>
                      <a:pt x="84" y="22"/>
                      <a:pt x="84" y="44"/>
                    </a:cubicBezTo>
                    <a:cubicBezTo>
                      <a:pt x="84" y="51"/>
                      <a:pt x="82" y="57"/>
                      <a:pt x="79" y="62"/>
                    </a:cubicBezTo>
                    <a:cubicBezTo>
                      <a:pt x="77" y="63"/>
                      <a:pt x="68" y="64"/>
                      <a:pt x="58" y="54"/>
                    </a:cubicBezTo>
                    <a:cubicBezTo>
                      <a:pt x="57" y="53"/>
                      <a:pt x="55" y="52"/>
                      <a:pt x="54" y="51"/>
                    </a:cubicBezTo>
                    <a:cubicBezTo>
                      <a:pt x="66" y="25"/>
                      <a:pt x="66" y="25"/>
                      <a:pt x="66" y="25"/>
                    </a:cubicBezTo>
                    <a:cubicBezTo>
                      <a:pt x="62" y="23"/>
                      <a:pt x="62" y="23"/>
                      <a:pt x="62" y="23"/>
                    </a:cubicBezTo>
                    <a:cubicBezTo>
                      <a:pt x="50" y="49"/>
                      <a:pt x="50" y="49"/>
                      <a:pt x="50" y="49"/>
                    </a:cubicBezTo>
                    <a:cubicBezTo>
                      <a:pt x="48" y="48"/>
                      <a:pt x="46" y="48"/>
                      <a:pt x="44" y="48"/>
                    </a:cubicBezTo>
                    <a:cubicBezTo>
                      <a:pt x="39" y="48"/>
                      <a:pt x="34" y="50"/>
                      <a:pt x="30" y="54"/>
                    </a:cubicBezTo>
                    <a:cubicBezTo>
                      <a:pt x="20" y="64"/>
                      <a:pt x="11" y="63"/>
                      <a:pt x="9" y="62"/>
                    </a:cubicBezTo>
                    <a:cubicBezTo>
                      <a:pt x="6" y="57"/>
                      <a:pt x="4" y="51"/>
                      <a:pt x="4" y="44"/>
                    </a:cubicBezTo>
                    <a:cubicBezTo>
                      <a:pt x="4" y="22"/>
                      <a:pt x="22" y="4"/>
                      <a:pt x="44" y="4"/>
                    </a:cubicBezTo>
                    <a:close/>
                    <a:moveTo>
                      <a:pt x="44" y="84"/>
                    </a:moveTo>
                    <a:cubicBezTo>
                      <a:pt x="30" y="84"/>
                      <a:pt x="18" y="77"/>
                      <a:pt x="11" y="67"/>
                    </a:cubicBezTo>
                    <a:cubicBezTo>
                      <a:pt x="11" y="67"/>
                      <a:pt x="12" y="67"/>
                      <a:pt x="12" y="67"/>
                    </a:cubicBezTo>
                    <a:cubicBezTo>
                      <a:pt x="17" y="67"/>
                      <a:pt x="24" y="65"/>
                      <a:pt x="33" y="57"/>
                    </a:cubicBezTo>
                    <a:cubicBezTo>
                      <a:pt x="36" y="54"/>
                      <a:pt x="40" y="52"/>
                      <a:pt x="44" y="52"/>
                    </a:cubicBezTo>
                    <a:cubicBezTo>
                      <a:pt x="48" y="52"/>
                      <a:pt x="52" y="54"/>
                      <a:pt x="55" y="57"/>
                    </a:cubicBezTo>
                    <a:cubicBezTo>
                      <a:pt x="64" y="65"/>
                      <a:pt x="71" y="67"/>
                      <a:pt x="76" y="67"/>
                    </a:cubicBezTo>
                    <a:cubicBezTo>
                      <a:pt x="76" y="67"/>
                      <a:pt x="77" y="67"/>
                      <a:pt x="77" y="67"/>
                    </a:cubicBezTo>
                    <a:cubicBezTo>
                      <a:pt x="70" y="77"/>
                      <a:pt x="58" y="84"/>
                      <a:pt x="44" y="8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72" name="Oval 197"/>
              <p:cNvSpPr>
                <a:spLocks noChangeArrowheads="1"/>
              </p:cNvSpPr>
              <p:nvPr/>
            </p:nvSpPr>
            <p:spPr bwMode="auto">
              <a:xfrm>
                <a:off x="8486598" y="5519560"/>
                <a:ext cx="66839"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273" name="组合 272"/>
            <p:cNvGrpSpPr/>
            <p:nvPr/>
          </p:nvGrpSpPr>
          <p:grpSpPr>
            <a:xfrm>
              <a:off x="14440" y="9347"/>
              <a:ext cx="541" cy="538"/>
              <a:chOff x="9169431" y="5281110"/>
              <a:chExt cx="343224" cy="341417"/>
            </a:xfrm>
            <a:grpFill/>
          </p:grpSpPr>
          <p:grpSp>
            <p:nvGrpSpPr>
              <p:cNvPr id="274" name="组合 273"/>
              <p:cNvGrpSpPr/>
              <p:nvPr/>
            </p:nvGrpSpPr>
            <p:grpSpPr>
              <a:xfrm>
                <a:off x="9306721" y="5366012"/>
                <a:ext cx="205934" cy="256514"/>
                <a:chOff x="9306721" y="5366012"/>
                <a:chExt cx="205934" cy="256514"/>
              </a:xfrm>
              <a:grpFill/>
            </p:grpSpPr>
            <p:sp>
              <p:nvSpPr>
                <p:cNvPr id="275" name="Freeform 198"/>
                <p:cNvSpPr>
                  <a:spLocks noEditPoints="1"/>
                </p:cNvSpPr>
                <p:nvPr/>
              </p:nvSpPr>
              <p:spPr bwMode="auto">
                <a:xfrm>
                  <a:off x="9306721" y="5434657"/>
                  <a:ext cx="68645" cy="187869"/>
                </a:xfrm>
                <a:custGeom>
                  <a:avLst/>
                  <a:gdLst>
                    <a:gd name="T0" fmla="*/ 0 w 38"/>
                    <a:gd name="T1" fmla="*/ 104 h 104"/>
                    <a:gd name="T2" fmla="*/ 38 w 38"/>
                    <a:gd name="T3" fmla="*/ 104 h 104"/>
                    <a:gd name="T4" fmla="*/ 38 w 38"/>
                    <a:gd name="T5" fmla="*/ 0 h 104"/>
                    <a:gd name="T6" fmla="*/ 0 w 38"/>
                    <a:gd name="T7" fmla="*/ 0 h 104"/>
                    <a:gd name="T8" fmla="*/ 0 w 38"/>
                    <a:gd name="T9" fmla="*/ 104 h 104"/>
                    <a:gd name="T10" fmla="*/ 10 w 38"/>
                    <a:gd name="T11" fmla="*/ 9 h 104"/>
                    <a:gd name="T12" fmla="*/ 28 w 38"/>
                    <a:gd name="T13" fmla="*/ 9 h 104"/>
                    <a:gd name="T14" fmla="*/ 28 w 38"/>
                    <a:gd name="T15" fmla="*/ 94 h 104"/>
                    <a:gd name="T16" fmla="*/ 10 w 38"/>
                    <a:gd name="T17" fmla="*/ 94 h 104"/>
                    <a:gd name="T18" fmla="*/ 10 w 38"/>
                    <a:gd name="T19"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04">
                      <a:moveTo>
                        <a:pt x="0" y="104"/>
                      </a:moveTo>
                      <a:lnTo>
                        <a:pt x="38" y="104"/>
                      </a:lnTo>
                      <a:lnTo>
                        <a:pt x="38" y="0"/>
                      </a:lnTo>
                      <a:lnTo>
                        <a:pt x="0" y="0"/>
                      </a:lnTo>
                      <a:lnTo>
                        <a:pt x="0" y="104"/>
                      </a:lnTo>
                      <a:close/>
                      <a:moveTo>
                        <a:pt x="10" y="9"/>
                      </a:moveTo>
                      <a:lnTo>
                        <a:pt x="28" y="9"/>
                      </a:lnTo>
                      <a:lnTo>
                        <a:pt x="28" y="94"/>
                      </a:lnTo>
                      <a:lnTo>
                        <a:pt x="10" y="94"/>
                      </a:lnTo>
                      <a:lnTo>
                        <a:pt x="10" y="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276" name="Freeform 199"/>
                <p:cNvSpPr>
                  <a:spLocks noEditPoints="1"/>
                </p:cNvSpPr>
                <p:nvPr/>
              </p:nvSpPr>
              <p:spPr bwMode="auto">
                <a:xfrm>
                  <a:off x="9444010" y="5366012"/>
                  <a:ext cx="68645" cy="256514"/>
                </a:xfrm>
                <a:custGeom>
                  <a:avLst/>
                  <a:gdLst>
                    <a:gd name="T0" fmla="*/ 0 w 38"/>
                    <a:gd name="T1" fmla="*/ 0 h 142"/>
                    <a:gd name="T2" fmla="*/ 0 w 38"/>
                    <a:gd name="T3" fmla="*/ 142 h 142"/>
                    <a:gd name="T4" fmla="*/ 38 w 38"/>
                    <a:gd name="T5" fmla="*/ 142 h 142"/>
                    <a:gd name="T6" fmla="*/ 38 w 38"/>
                    <a:gd name="T7" fmla="*/ 0 h 142"/>
                    <a:gd name="T8" fmla="*/ 0 w 38"/>
                    <a:gd name="T9" fmla="*/ 0 h 142"/>
                    <a:gd name="T10" fmla="*/ 28 w 38"/>
                    <a:gd name="T11" fmla="*/ 132 h 142"/>
                    <a:gd name="T12" fmla="*/ 9 w 38"/>
                    <a:gd name="T13" fmla="*/ 132 h 142"/>
                    <a:gd name="T14" fmla="*/ 9 w 38"/>
                    <a:gd name="T15" fmla="*/ 9 h 142"/>
                    <a:gd name="T16" fmla="*/ 28 w 38"/>
                    <a:gd name="T17" fmla="*/ 9 h 142"/>
                    <a:gd name="T18" fmla="*/ 28 w 38"/>
                    <a:gd name="T19" fmla="*/ 13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42">
                      <a:moveTo>
                        <a:pt x="0" y="0"/>
                      </a:moveTo>
                      <a:lnTo>
                        <a:pt x="0" y="142"/>
                      </a:lnTo>
                      <a:lnTo>
                        <a:pt x="38" y="142"/>
                      </a:lnTo>
                      <a:lnTo>
                        <a:pt x="38" y="0"/>
                      </a:lnTo>
                      <a:lnTo>
                        <a:pt x="0" y="0"/>
                      </a:lnTo>
                      <a:close/>
                      <a:moveTo>
                        <a:pt x="28" y="132"/>
                      </a:moveTo>
                      <a:lnTo>
                        <a:pt x="9" y="132"/>
                      </a:lnTo>
                      <a:lnTo>
                        <a:pt x="9" y="9"/>
                      </a:lnTo>
                      <a:lnTo>
                        <a:pt x="28" y="9"/>
                      </a:lnTo>
                      <a:lnTo>
                        <a:pt x="28" y="132"/>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277" name="Freeform 200"/>
              <p:cNvSpPr>
                <a:spLocks noEditPoints="1"/>
              </p:cNvSpPr>
              <p:nvPr/>
            </p:nvSpPr>
            <p:spPr bwMode="auto">
              <a:xfrm>
                <a:off x="9169431" y="5281110"/>
                <a:ext cx="68645" cy="341417"/>
              </a:xfrm>
              <a:custGeom>
                <a:avLst/>
                <a:gdLst>
                  <a:gd name="T0" fmla="*/ 0 w 38"/>
                  <a:gd name="T1" fmla="*/ 189 h 189"/>
                  <a:gd name="T2" fmla="*/ 38 w 38"/>
                  <a:gd name="T3" fmla="*/ 189 h 189"/>
                  <a:gd name="T4" fmla="*/ 38 w 38"/>
                  <a:gd name="T5" fmla="*/ 0 h 189"/>
                  <a:gd name="T6" fmla="*/ 0 w 38"/>
                  <a:gd name="T7" fmla="*/ 0 h 189"/>
                  <a:gd name="T8" fmla="*/ 0 w 38"/>
                  <a:gd name="T9" fmla="*/ 189 h 189"/>
                  <a:gd name="T10" fmla="*/ 10 w 38"/>
                  <a:gd name="T11" fmla="*/ 9 h 189"/>
                  <a:gd name="T12" fmla="*/ 29 w 38"/>
                  <a:gd name="T13" fmla="*/ 9 h 189"/>
                  <a:gd name="T14" fmla="*/ 29 w 38"/>
                  <a:gd name="T15" fmla="*/ 179 h 189"/>
                  <a:gd name="T16" fmla="*/ 10 w 38"/>
                  <a:gd name="T17" fmla="*/ 179 h 189"/>
                  <a:gd name="T18" fmla="*/ 10 w 38"/>
                  <a:gd name="T19" fmla="*/ 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89">
                    <a:moveTo>
                      <a:pt x="0" y="189"/>
                    </a:moveTo>
                    <a:lnTo>
                      <a:pt x="38" y="189"/>
                    </a:lnTo>
                    <a:lnTo>
                      <a:pt x="38" y="0"/>
                    </a:lnTo>
                    <a:lnTo>
                      <a:pt x="0" y="0"/>
                    </a:lnTo>
                    <a:lnTo>
                      <a:pt x="0" y="189"/>
                    </a:lnTo>
                    <a:close/>
                    <a:moveTo>
                      <a:pt x="10" y="9"/>
                    </a:moveTo>
                    <a:lnTo>
                      <a:pt x="29" y="9"/>
                    </a:lnTo>
                    <a:lnTo>
                      <a:pt x="29" y="179"/>
                    </a:lnTo>
                    <a:lnTo>
                      <a:pt x="10" y="179"/>
                    </a:lnTo>
                    <a:lnTo>
                      <a:pt x="10" y="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541" name="组合 540"/>
            <p:cNvGrpSpPr/>
            <p:nvPr/>
          </p:nvGrpSpPr>
          <p:grpSpPr>
            <a:xfrm>
              <a:off x="11826" y="5418"/>
              <a:ext cx="595" cy="595"/>
              <a:chOff x="7509318" y="2786419"/>
              <a:chExt cx="377546" cy="377546"/>
            </a:xfrm>
            <a:grpFill/>
          </p:grpSpPr>
          <p:sp>
            <p:nvSpPr>
              <p:cNvPr id="542" name="Freeform 201"/>
              <p:cNvSpPr>
                <a:spLocks noEditPoints="1"/>
              </p:cNvSpPr>
              <p:nvPr/>
            </p:nvSpPr>
            <p:spPr bwMode="auto">
              <a:xfrm>
                <a:off x="7509318" y="2786419"/>
                <a:ext cx="377546" cy="377546"/>
              </a:xfrm>
              <a:custGeom>
                <a:avLst/>
                <a:gdLst>
                  <a:gd name="T0" fmla="*/ 0 w 209"/>
                  <a:gd name="T1" fmla="*/ 0 h 209"/>
                  <a:gd name="T2" fmla="*/ 0 w 209"/>
                  <a:gd name="T3" fmla="*/ 209 h 209"/>
                  <a:gd name="T4" fmla="*/ 209 w 209"/>
                  <a:gd name="T5" fmla="*/ 209 h 209"/>
                  <a:gd name="T6" fmla="*/ 209 w 209"/>
                  <a:gd name="T7" fmla="*/ 0 h 209"/>
                  <a:gd name="T8" fmla="*/ 0 w 209"/>
                  <a:gd name="T9" fmla="*/ 0 h 209"/>
                  <a:gd name="T10" fmla="*/ 199 w 209"/>
                  <a:gd name="T11" fmla="*/ 10 h 209"/>
                  <a:gd name="T12" fmla="*/ 199 w 209"/>
                  <a:gd name="T13" fmla="*/ 57 h 209"/>
                  <a:gd name="T14" fmla="*/ 10 w 209"/>
                  <a:gd name="T15" fmla="*/ 57 h 209"/>
                  <a:gd name="T16" fmla="*/ 10 w 209"/>
                  <a:gd name="T17" fmla="*/ 10 h 209"/>
                  <a:gd name="T18" fmla="*/ 199 w 209"/>
                  <a:gd name="T19" fmla="*/ 10 h 209"/>
                  <a:gd name="T20" fmla="*/ 10 w 209"/>
                  <a:gd name="T21" fmla="*/ 199 h 209"/>
                  <a:gd name="T22" fmla="*/ 10 w 209"/>
                  <a:gd name="T23" fmla="*/ 67 h 209"/>
                  <a:gd name="T24" fmla="*/ 199 w 209"/>
                  <a:gd name="T25" fmla="*/ 67 h 209"/>
                  <a:gd name="T26" fmla="*/ 199 w 209"/>
                  <a:gd name="T27" fmla="*/ 199 h 209"/>
                  <a:gd name="T28" fmla="*/ 10 w 209"/>
                  <a:gd name="T29" fmla="*/ 19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9" h="209">
                    <a:moveTo>
                      <a:pt x="0" y="0"/>
                    </a:moveTo>
                    <a:lnTo>
                      <a:pt x="0" y="209"/>
                    </a:lnTo>
                    <a:lnTo>
                      <a:pt x="209" y="209"/>
                    </a:lnTo>
                    <a:lnTo>
                      <a:pt x="209" y="0"/>
                    </a:lnTo>
                    <a:lnTo>
                      <a:pt x="0" y="0"/>
                    </a:lnTo>
                    <a:close/>
                    <a:moveTo>
                      <a:pt x="199" y="10"/>
                    </a:moveTo>
                    <a:lnTo>
                      <a:pt x="199" y="57"/>
                    </a:lnTo>
                    <a:lnTo>
                      <a:pt x="10" y="57"/>
                    </a:lnTo>
                    <a:lnTo>
                      <a:pt x="10" y="10"/>
                    </a:lnTo>
                    <a:lnTo>
                      <a:pt x="199" y="10"/>
                    </a:lnTo>
                    <a:close/>
                    <a:moveTo>
                      <a:pt x="10" y="199"/>
                    </a:moveTo>
                    <a:lnTo>
                      <a:pt x="10" y="67"/>
                    </a:lnTo>
                    <a:lnTo>
                      <a:pt x="199" y="67"/>
                    </a:lnTo>
                    <a:lnTo>
                      <a:pt x="199" y="199"/>
                    </a:lnTo>
                    <a:lnTo>
                      <a:pt x="10" y="19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43" name="Rectangle 202"/>
              <p:cNvSpPr>
                <a:spLocks noChangeArrowheads="1"/>
              </p:cNvSpPr>
              <p:nvPr/>
            </p:nvSpPr>
            <p:spPr bwMode="auto">
              <a:xfrm>
                <a:off x="7596027" y="2941772"/>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44" name="Rectangle 203"/>
              <p:cNvSpPr>
                <a:spLocks noChangeArrowheads="1"/>
              </p:cNvSpPr>
              <p:nvPr/>
            </p:nvSpPr>
            <p:spPr bwMode="auto">
              <a:xfrm>
                <a:off x="7680929" y="2941772"/>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45" name="Rectangle 204"/>
              <p:cNvSpPr>
                <a:spLocks noChangeArrowheads="1"/>
              </p:cNvSpPr>
              <p:nvPr/>
            </p:nvSpPr>
            <p:spPr bwMode="auto">
              <a:xfrm>
                <a:off x="7765832" y="2941772"/>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46" name="Rectangle 206"/>
              <p:cNvSpPr>
                <a:spLocks noChangeArrowheads="1"/>
              </p:cNvSpPr>
              <p:nvPr/>
            </p:nvSpPr>
            <p:spPr bwMode="auto">
              <a:xfrm>
                <a:off x="7596027" y="3008610"/>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47" name="Rectangle 207"/>
              <p:cNvSpPr>
                <a:spLocks noChangeArrowheads="1"/>
              </p:cNvSpPr>
              <p:nvPr/>
            </p:nvSpPr>
            <p:spPr bwMode="auto">
              <a:xfrm>
                <a:off x="7680929" y="3008610"/>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48" name="Rectangle 208"/>
              <p:cNvSpPr>
                <a:spLocks noChangeArrowheads="1"/>
              </p:cNvSpPr>
              <p:nvPr/>
            </p:nvSpPr>
            <p:spPr bwMode="auto">
              <a:xfrm>
                <a:off x="7765832" y="3008610"/>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49" name="Rectangle 209"/>
              <p:cNvSpPr>
                <a:spLocks noChangeArrowheads="1"/>
              </p:cNvSpPr>
              <p:nvPr/>
            </p:nvSpPr>
            <p:spPr bwMode="auto">
              <a:xfrm>
                <a:off x="7596027" y="3077254"/>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50" name="Rectangle 210"/>
              <p:cNvSpPr>
                <a:spLocks noChangeArrowheads="1"/>
              </p:cNvSpPr>
              <p:nvPr/>
            </p:nvSpPr>
            <p:spPr bwMode="auto">
              <a:xfrm>
                <a:off x="7680929" y="3077254"/>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51" name="Rectangle 211"/>
              <p:cNvSpPr>
                <a:spLocks noChangeArrowheads="1"/>
              </p:cNvSpPr>
              <p:nvPr/>
            </p:nvSpPr>
            <p:spPr bwMode="auto">
              <a:xfrm>
                <a:off x="7765832" y="3077254"/>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552" name="组合 551"/>
            <p:cNvGrpSpPr/>
            <p:nvPr/>
          </p:nvGrpSpPr>
          <p:grpSpPr>
            <a:xfrm>
              <a:off x="13106" y="5407"/>
              <a:ext cx="620" cy="617"/>
              <a:chOff x="8322214" y="2779193"/>
              <a:chExt cx="393803" cy="391997"/>
            </a:xfrm>
            <a:grpFill/>
          </p:grpSpPr>
          <p:sp>
            <p:nvSpPr>
              <p:cNvPr id="553" name="Freeform 212"/>
              <p:cNvSpPr/>
              <p:nvPr/>
            </p:nvSpPr>
            <p:spPr bwMode="auto">
              <a:xfrm>
                <a:off x="8381826" y="2838805"/>
                <a:ext cx="86709" cy="84903"/>
              </a:xfrm>
              <a:custGeom>
                <a:avLst/>
                <a:gdLst>
                  <a:gd name="T0" fmla="*/ 48 w 48"/>
                  <a:gd name="T1" fmla="*/ 19 h 47"/>
                  <a:gd name="T2" fmla="*/ 29 w 48"/>
                  <a:gd name="T3" fmla="*/ 19 h 47"/>
                  <a:gd name="T4" fmla="*/ 29 w 48"/>
                  <a:gd name="T5" fmla="*/ 0 h 47"/>
                  <a:gd name="T6" fmla="*/ 19 w 48"/>
                  <a:gd name="T7" fmla="*/ 0 h 47"/>
                  <a:gd name="T8" fmla="*/ 19 w 48"/>
                  <a:gd name="T9" fmla="*/ 19 h 47"/>
                  <a:gd name="T10" fmla="*/ 0 w 48"/>
                  <a:gd name="T11" fmla="*/ 19 h 47"/>
                  <a:gd name="T12" fmla="*/ 0 w 48"/>
                  <a:gd name="T13" fmla="*/ 28 h 47"/>
                  <a:gd name="T14" fmla="*/ 19 w 48"/>
                  <a:gd name="T15" fmla="*/ 28 h 47"/>
                  <a:gd name="T16" fmla="*/ 19 w 48"/>
                  <a:gd name="T17" fmla="*/ 47 h 47"/>
                  <a:gd name="T18" fmla="*/ 29 w 48"/>
                  <a:gd name="T19" fmla="*/ 47 h 47"/>
                  <a:gd name="T20" fmla="*/ 29 w 48"/>
                  <a:gd name="T21" fmla="*/ 28 h 47"/>
                  <a:gd name="T22" fmla="*/ 48 w 48"/>
                  <a:gd name="T23" fmla="*/ 28 h 47"/>
                  <a:gd name="T24" fmla="*/ 48 w 48"/>
                  <a:gd name="T25" fmla="*/ 1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47">
                    <a:moveTo>
                      <a:pt x="48" y="19"/>
                    </a:moveTo>
                    <a:lnTo>
                      <a:pt x="29" y="19"/>
                    </a:lnTo>
                    <a:lnTo>
                      <a:pt x="29" y="0"/>
                    </a:lnTo>
                    <a:lnTo>
                      <a:pt x="19" y="0"/>
                    </a:lnTo>
                    <a:lnTo>
                      <a:pt x="19" y="19"/>
                    </a:lnTo>
                    <a:lnTo>
                      <a:pt x="0" y="19"/>
                    </a:lnTo>
                    <a:lnTo>
                      <a:pt x="0" y="28"/>
                    </a:lnTo>
                    <a:lnTo>
                      <a:pt x="19" y="28"/>
                    </a:lnTo>
                    <a:lnTo>
                      <a:pt x="19" y="47"/>
                    </a:lnTo>
                    <a:lnTo>
                      <a:pt x="29" y="47"/>
                    </a:lnTo>
                    <a:lnTo>
                      <a:pt x="29" y="28"/>
                    </a:lnTo>
                    <a:lnTo>
                      <a:pt x="48" y="28"/>
                    </a:lnTo>
                    <a:lnTo>
                      <a:pt x="48" y="1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54" name="Freeform 213"/>
              <p:cNvSpPr/>
              <p:nvPr/>
            </p:nvSpPr>
            <p:spPr bwMode="auto">
              <a:xfrm>
                <a:off x="8390859" y="3035707"/>
                <a:ext cx="68645" cy="68645"/>
              </a:xfrm>
              <a:custGeom>
                <a:avLst/>
                <a:gdLst>
                  <a:gd name="T0" fmla="*/ 33 w 38"/>
                  <a:gd name="T1" fmla="*/ 0 h 38"/>
                  <a:gd name="T2" fmla="*/ 19 w 38"/>
                  <a:gd name="T3" fmla="*/ 11 h 38"/>
                  <a:gd name="T4" fmla="*/ 5 w 38"/>
                  <a:gd name="T5" fmla="*/ 0 h 38"/>
                  <a:gd name="T6" fmla="*/ 0 w 38"/>
                  <a:gd name="T7" fmla="*/ 4 h 38"/>
                  <a:gd name="T8" fmla="*/ 12 w 38"/>
                  <a:gd name="T9" fmla="*/ 19 h 38"/>
                  <a:gd name="T10" fmla="*/ 0 w 38"/>
                  <a:gd name="T11" fmla="*/ 33 h 38"/>
                  <a:gd name="T12" fmla="*/ 5 w 38"/>
                  <a:gd name="T13" fmla="*/ 38 h 38"/>
                  <a:gd name="T14" fmla="*/ 19 w 38"/>
                  <a:gd name="T15" fmla="*/ 26 h 38"/>
                  <a:gd name="T16" fmla="*/ 33 w 38"/>
                  <a:gd name="T17" fmla="*/ 38 h 38"/>
                  <a:gd name="T18" fmla="*/ 38 w 38"/>
                  <a:gd name="T19" fmla="*/ 33 h 38"/>
                  <a:gd name="T20" fmla="*/ 26 w 38"/>
                  <a:gd name="T21" fmla="*/ 19 h 38"/>
                  <a:gd name="T22" fmla="*/ 38 w 38"/>
                  <a:gd name="T23" fmla="*/ 4 h 38"/>
                  <a:gd name="T24" fmla="*/ 33 w 38"/>
                  <a:gd name="T2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8">
                    <a:moveTo>
                      <a:pt x="33" y="0"/>
                    </a:moveTo>
                    <a:lnTo>
                      <a:pt x="19" y="11"/>
                    </a:lnTo>
                    <a:lnTo>
                      <a:pt x="5" y="0"/>
                    </a:lnTo>
                    <a:lnTo>
                      <a:pt x="0" y="4"/>
                    </a:lnTo>
                    <a:lnTo>
                      <a:pt x="12" y="19"/>
                    </a:lnTo>
                    <a:lnTo>
                      <a:pt x="0" y="33"/>
                    </a:lnTo>
                    <a:lnTo>
                      <a:pt x="5" y="38"/>
                    </a:lnTo>
                    <a:lnTo>
                      <a:pt x="19" y="26"/>
                    </a:lnTo>
                    <a:lnTo>
                      <a:pt x="33" y="38"/>
                    </a:lnTo>
                    <a:lnTo>
                      <a:pt x="38" y="33"/>
                    </a:lnTo>
                    <a:lnTo>
                      <a:pt x="26" y="19"/>
                    </a:lnTo>
                    <a:lnTo>
                      <a:pt x="38" y="4"/>
                    </a:lnTo>
                    <a:lnTo>
                      <a:pt x="33" y="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55" name="Rectangle 214"/>
              <p:cNvSpPr>
                <a:spLocks noChangeArrowheads="1"/>
              </p:cNvSpPr>
              <p:nvPr/>
            </p:nvSpPr>
            <p:spPr bwMode="auto">
              <a:xfrm>
                <a:off x="8571503" y="2873127"/>
                <a:ext cx="84903" cy="16258"/>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56" name="Rectangle 215"/>
              <p:cNvSpPr>
                <a:spLocks noChangeArrowheads="1"/>
              </p:cNvSpPr>
              <p:nvPr/>
            </p:nvSpPr>
            <p:spPr bwMode="auto">
              <a:xfrm>
                <a:off x="8571503" y="3042933"/>
                <a:ext cx="84903"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57" name="Rectangle 216"/>
              <p:cNvSpPr>
                <a:spLocks noChangeArrowheads="1"/>
              </p:cNvSpPr>
              <p:nvPr/>
            </p:nvSpPr>
            <p:spPr bwMode="auto">
              <a:xfrm>
                <a:off x="8571503" y="3077254"/>
                <a:ext cx="84903"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58" name="Freeform 217"/>
              <p:cNvSpPr>
                <a:spLocks noEditPoints="1"/>
              </p:cNvSpPr>
              <p:nvPr/>
            </p:nvSpPr>
            <p:spPr bwMode="auto">
              <a:xfrm>
                <a:off x="8322214" y="2779193"/>
                <a:ext cx="393803" cy="391997"/>
              </a:xfrm>
              <a:custGeom>
                <a:avLst/>
                <a:gdLst>
                  <a:gd name="T0" fmla="*/ 0 w 218"/>
                  <a:gd name="T1" fmla="*/ 0 h 217"/>
                  <a:gd name="T2" fmla="*/ 0 w 218"/>
                  <a:gd name="T3" fmla="*/ 217 h 217"/>
                  <a:gd name="T4" fmla="*/ 218 w 218"/>
                  <a:gd name="T5" fmla="*/ 217 h 217"/>
                  <a:gd name="T6" fmla="*/ 218 w 218"/>
                  <a:gd name="T7" fmla="*/ 0 h 217"/>
                  <a:gd name="T8" fmla="*/ 0 w 218"/>
                  <a:gd name="T9" fmla="*/ 0 h 217"/>
                  <a:gd name="T10" fmla="*/ 10 w 218"/>
                  <a:gd name="T11" fmla="*/ 9 h 217"/>
                  <a:gd name="T12" fmla="*/ 104 w 218"/>
                  <a:gd name="T13" fmla="*/ 9 h 217"/>
                  <a:gd name="T14" fmla="*/ 104 w 218"/>
                  <a:gd name="T15" fmla="*/ 104 h 217"/>
                  <a:gd name="T16" fmla="*/ 10 w 218"/>
                  <a:gd name="T17" fmla="*/ 104 h 217"/>
                  <a:gd name="T18" fmla="*/ 10 w 218"/>
                  <a:gd name="T19" fmla="*/ 9 h 217"/>
                  <a:gd name="T20" fmla="*/ 10 w 218"/>
                  <a:gd name="T21" fmla="*/ 208 h 217"/>
                  <a:gd name="T22" fmla="*/ 10 w 218"/>
                  <a:gd name="T23" fmla="*/ 113 h 217"/>
                  <a:gd name="T24" fmla="*/ 104 w 218"/>
                  <a:gd name="T25" fmla="*/ 113 h 217"/>
                  <a:gd name="T26" fmla="*/ 104 w 218"/>
                  <a:gd name="T27" fmla="*/ 208 h 217"/>
                  <a:gd name="T28" fmla="*/ 10 w 218"/>
                  <a:gd name="T29" fmla="*/ 208 h 217"/>
                  <a:gd name="T30" fmla="*/ 209 w 218"/>
                  <a:gd name="T31" fmla="*/ 208 h 217"/>
                  <a:gd name="T32" fmla="*/ 114 w 218"/>
                  <a:gd name="T33" fmla="*/ 208 h 217"/>
                  <a:gd name="T34" fmla="*/ 114 w 218"/>
                  <a:gd name="T35" fmla="*/ 113 h 217"/>
                  <a:gd name="T36" fmla="*/ 209 w 218"/>
                  <a:gd name="T37" fmla="*/ 113 h 217"/>
                  <a:gd name="T38" fmla="*/ 209 w 218"/>
                  <a:gd name="T39" fmla="*/ 208 h 217"/>
                  <a:gd name="T40" fmla="*/ 209 w 218"/>
                  <a:gd name="T41" fmla="*/ 104 h 217"/>
                  <a:gd name="T42" fmla="*/ 114 w 218"/>
                  <a:gd name="T43" fmla="*/ 104 h 217"/>
                  <a:gd name="T44" fmla="*/ 114 w 218"/>
                  <a:gd name="T45" fmla="*/ 9 h 217"/>
                  <a:gd name="T46" fmla="*/ 209 w 218"/>
                  <a:gd name="T47" fmla="*/ 9 h 217"/>
                  <a:gd name="T48" fmla="*/ 209 w 218"/>
                  <a:gd name="T49" fmla="*/ 10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8" h="217">
                    <a:moveTo>
                      <a:pt x="0" y="0"/>
                    </a:moveTo>
                    <a:lnTo>
                      <a:pt x="0" y="217"/>
                    </a:lnTo>
                    <a:lnTo>
                      <a:pt x="218" y="217"/>
                    </a:lnTo>
                    <a:lnTo>
                      <a:pt x="218" y="0"/>
                    </a:lnTo>
                    <a:lnTo>
                      <a:pt x="0" y="0"/>
                    </a:lnTo>
                    <a:close/>
                    <a:moveTo>
                      <a:pt x="10" y="9"/>
                    </a:moveTo>
                    <a:lnTo>
                      <a:pt x="104" y="9"/>
                    </a:lnTo>
                    <a:lnTo>
                      <a:pt x="104" y="104"/>
                    </a:lnTo>
                    <a:lnTo>
                      <a:pt x="10" y="104"/>
                    </a:lnTo>
                    <a:lnTo>
                      <a:pt x="10" y="9"/>
                    </a:lnTo>
                    <a:close/>
                    <a:moveTo>
                      <a:pt x="10" y="208"/>
                    </a:moveTo>
                    <a:lnTo>
                      <a:pt x="10" y="113"/>
                    </a:lnTo>
                    <a:lnTo>
                      <a:pt x="104" y="113"/>
                    </a:lnTo>
                    <a:lnTo>
                      <a:pt x="104" y="208"/>
                    </a:lnTo>
                    <a:lnTo>
                      <a:pt x="10" y="208"/>
                    </a:lnTo>
                    <a:close/>
                    <a:moveTo>
                      <a:pt x="209" y="208"/>
                    </a:moveTo>
                    <a:lnTo>
                      <a:pt x="114" y="208"/>
                    </a:lnTo>
                    <a:lnTo>
                      <a:pt x="114" y="113"/>
                    </a:lnTo>
                    <a:lnTo>
                      <a:pt x="209" y="113"/>
                    </a:lnTo>
                    <a:lnTo>
                      <a:pt x="209" y="208"/>
                    </a:lnTo>
                    <a:close/>
                    <a:moveTo>
                      <a:pt x="209" y="104"/>
                    </a:moveTo>
                    <a:lnTo>
                      <a:pt x="114" y="104"/>
                    </a:lnTo>
                    <a:lnTo>
                      <a:pt x="114" y="9"/>
                    </a:lnTo>
                    <a:lnTo>
                      <a:pt x="209" y="9"/>
                    </a:lnTo>
                    <a:lnTo>
                      <a:pt x="209" y="10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559" name="Freeform 218"/>
            <p:cNvSpPr>
              <a:spLocks noEditPoints="1"/>
            </p:cNvSpPr>
            <p:nvPr/>
          </p:nvSpPr>
          <p:spPr bwMode="auto">
            <a:xfrm>
              <a:off x="14440" y="5392"/>
              <a:ext cx="538" cy="620"/>
            </a:xfrm>
            <a:custGeom>
              <a:avLst/>
              <a:gdLst>
                <a:gd name="T0" fmla="*/ 76 w 80"/>
                <a:gd name="T1" fmla="*/ 28 h 92"/>
                <a:gd name="T2" fmla="*/ 58 w 80"/>
                <a:gd name="T3" fmla="*/ 28 h 92"/>
                <a:gd name="T4" fmla="*/ 58 w 80"/>
                <a:gd name="T5" fmla="*/ 18 h 92"/>
                <a:gd name="T6" fmla="*/ 53 w 80"/>
                <a:gd name="T7" fmla="*/ 5 h 92"/>
                <a:gd name="T8" fmla="*/ 40 w 80"/>
                <a:gd name="T9" fmla="*/ 0 h 92"/>
                <a:gd name="T10" fmla="*/ 27 w 80"/>
                <a:gd name="T11" fmla="*/ 5 h 92"/>
                <a:gd name="T12" fmla="*/ 22 w 80"/>
                <a:gd name="T13" fmla="*/ 18 h 92"/>
                <a:gd name="T14" fmla="*/ 22 w 80"/>
                <a:gd name="T15" fmla="*/ 28 h 92"/>
                <a:gd name="T16" fmla="*/ 4 w 80"/>
                <a:gd name="T17" fmla="*/ 28 h 92"/>
                <a:gd name="T18" fmla="*/ 0 w 80"/>
                <a:gd name="T19" fmla="*/ 92 h 92"/>
                <a:gd name="T20" fmla="*/ 80 w 80"/>
                <a:gd name="T21" fmla="*/ 92 h 92"/>
                <a:gd name="T22" fmla="*/ 76 w 80"/>
                <a:gd name="T23" fmla="*/ 28 h 92"/>
                <a:gd name="T24" fmla="*/ 26 w 80"/>
                <a:gd name="T25" fmla="*/ 18 h 92"/>
                <a:gd name="T26" fmla="*/ 30 w 80"/>
                <a:gd name="T27" fmla="*/ 8 h 92"/>
                <a:gd name="T28" fmla="*/ 50 w 80"/>
                <a:gd name="T29" fmla="*/ 8 h 92"/>
                <a:gd name="T30" fmla="*/ 54 w 80"/>
                <a:gd name="T31" fmla="*/ 18 h 92"/>
                <a:gd name="T32" fmla="*/ 54 w 80"/>
                <a:gd name="T33" fmla="*/ 28 h 92"/>
                <a:gd name="T34" fmla="*/ 26 w 80"/>
                <a:gd name="T35" fmla="*/ 28 h 92"/>
                <a:gd name="T36" fmla="*/ 26 w 80"/>
                <a:gd name="T37" fmla="*/ 18 h 92"/>
                <a:gd name="T38" fmla="*/ 4 w 80"/>
                <a:gd name="T39" fmla="*/ 88 h 92"/>
                <a:gd name="T40" fmla="*/ 8 w 80"/>
                <a:gd name="T41" fmla="*/ 32 h 92"/>
                <a:gd name="T42" fmla="*/ 22 w 80"/>
                <a:gd name="T43" fmla="*/ 32 h 92"/>
                <a:gd name="T44" fmla="*/ 22 w 80"/>
                <a:gd name="T45" fmla="*/ 40 h 92"/>
                <a:gd name="T46" fmla="*/ 16 w 80"/>
                <a:gd name="T47" fmla="*/ 48 h 92"/>
                <a:gd name="T48" fmla="*/ 24 w 80"/>
                <a:gd name="T49" fmla="*/ 56 h 92"/>
                <a:gd name="T50" fmla="*/ 32 w 80"/>
                <a:gd name="T51" fmla="*/ 48 h 92"/>
                <a:gd name="T52" fmla="*/ 26 w 80"/>
                <a:gd name="T53" fmla="*/ 40 h 92"/>
                <a:gd name="T54" fmla="*/ 26 w 80"/>
                <a:gd name="T55" fmla="*/ 32 h 92"/>
                <a:gd name="T56" fmla="*/ 54 w 80"/>
                <a:gd name="T57" fmla="*/ 32 h 92"/>
                <a:gd name="T58" fmla="*/ 54 w 80"/>
                <a:gd name="T59" fmla="*/ 40 h 92"/>
                <a:gd name="T60" fmla="*/ 48 w 80"/>
                <a:gd name="T61" fmla="*/ 48 h 92"/>
                <a:gd name="T62" fmla="*/ 56 w 80"/>
                <a:gd name="T63" fmla="*/ 56 h 92"/>
                <a:gd name="T64" fmla="*/ 64 w 80"/>
                <a:gd name="T65" fmla="*/ 48 h 92"/>
                <a:gd name="T66" fmla="*/ 58 w 80"/>
                <a:gd name="T67" fmla="*/ 40 h 92"/>
                <a:gd name="T68" fmla="*/ 58 w 80"/>
                <a:gd name="T69" fmla="*/ 32 h 92"/>
                <a:gd name="T70" fmla="*/ 72 w 80"/>
                <a:gd name="T71" fmla="*/ 32 h 92"/>
                <a:gd name="T72" fmla="*/ 76 w 80"/>
                <a:gd name="T73" fmla="*/ 88 h 92"/>
                <a:gd name="T74" fmla="*/ 4 w 80"/>
                <a:gd name="T75"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92">
                  <a:moveTo>
                    <a:pt x="76" y="28"/>
                  </a:moveTo>
                  <a:cubicBezTo>
                    <a:pt x="58" y="28"/>
                    <a:pt x="58" y="28"/>
                    <a:pt x="58" y="28"/>
                  </a:cubicBezTo>
                  <a:cubicBezTo>
                    <a:pt x="58" y="18"/>
                    <a:pt x="58" y="18"/>
                    <a:pt x="58" y="18"/>
                  </a:cubicBezTo>
                  <a:cubicBezTo>
                    <a:pt x="58" y="13"/>
                    <a:pt x="56" y="9"/>
                    <a:pt x="53" y="5"/>
                  </a:cubicBezTo>
                  <a:cubicBezTo>
                    <a:pt x="49" y="2"/>
                    <a:pt x="45" y="0"/>
                    <a:pt x="40" y="0"/>
                  </a:cubicBezTo>
                  <a:cubicBezTo>
                    <a:pt x="35" y="0"/>
                    <a:pt x="31" y="2"/>
                    <a:pt x="27" y="5"/>
                  </a:cubicBezTo>
                  <a:cubicBezTo>
                    <a:pt x="24" y="9"/>
                    <a:pt x="22" y="13"/>
                    <a:pt x="22" y="18"/>
                  </a:cubicBezTo>
                  <a:cubicBezTo>
                    <a:pt x="22" y="28"/>
                    <a:pt x="22" y="28"/>
                    <a:pt x="22" y="28"/>
                  </a:cubicBezTo>
                  <a:cubicBezTo>
                    <a:pt x="4" y="28"/>
                    <a:pt x="4" y="28"/>
                    <a:pt x="4" y="28"/>
                  </a:cubicBezTo>
                  <a:cubicBezTo>
                    <a:pt x="0" y="92"/>
                    <a:pt x="0" y="92"/>
                    <a:pt x="0" y="92"/>
                  </a:cubicBezTo>
                  <a:cubicBezTo>
                    <a:pt x="80" y="92"/>
                    <a:pt x="80" y="92"/>
                    <a:pt x="80" y="92"/>
                  </a:cubicBezTo>
                  <a:lnTo>
                    <a:pt x="76" y="28"/>
                  </a:lnTo>
                  <a:close/>
                  <a:moveTo>
                    <a:pt x="26" y="18"/>
                  </a:moveTo>
                  <a:cubicBezTo>
                    <a:pt x="26" y="14"/>
                    <a:pt x="27" y="11"/>
                    <a:pt x="30" y="8"/>
                  </a:cubicBezTo>
                  <a:cubicBezTo>
                    <a:pt x="35" y="3"/>
                    <a:pt x="45" y="3"/>
                    <a:pt x="50" y="8"/>
                  </a:cubicBezTo>
                  <a:cubicBezTo>
                    <a:pt x="53" y="11"/>
                    <a:pt x="54" y="14"/>
                    <a:pt x="54" y="18"/>
                  </a:cubicBezTo>
                  <a:cubicBezTo>
                    <a:pt x="54" y="28"/>
                    <a:pt x="54" y="28"/>
                    <a:pt x="54" y="28"/>
                  </a:cubicBezTo>
                  <a:cubicBezTo>
                    <a:pt x="26" y="28"/>
                    <a:pt x="26" y="28"/>
                    <a:pt x="26" y="28"/>
                  </a:cubicBezTo>
                  <a:lnTo>
                    <a:pt x="26" y="18"/>
                  </a:lnTo>
                  <a:close/>
                  <a:moveTo>
                    <a:pt x="4" y="88"/>
                  </a:moveTo>
                  <a:cubicBezTo>
                    <a:pt x="8" y="32"/>
                    <a:pt x="8" y="32"/>
                    <a:pt x="8" y="32"/>
                  </a:cubicBezTo>
                  <a:cubicBezTo>
                    <a:pt x="22" y="32"/>
                    <a:pt x="22" y="32"/>
                    <a:pt x="22" y="32"/>
                  </a:cubicBezTo>
                  <a:cubicBezTo>
                    <a:pt x="22" y="40"/>
                    <a:pt x="22" y="40"/>
                    <a:pt x="22" y="40"/>
                  </a:cubicBezTo>
                  <a:cubicBezTo>
                    <a:pt x="19" y="41"/>
                    <a:pt x="16" y="44"/>
                    <a:pt x="16" y="48"/>
                  </a:cubicBezTo>
                  <a:cubicBezTo>
                    <a:pt x="16" y="52"/>
                    <a:pt x="20" y="56"/>
                    <a:pt x="24" y="56"/>
                  </a:cubicBezTo>
                  <a:cubicBezTo>
                    <a:pt x="28" y="56"/>
                    <a:pt x="32" y="52"/>
                    <a:pt x="32" y="48"/>
                  </a:cubicBezTo>
                  <a:cubicBezTo>
                    <a:pt x="32" y="44"/>
                    <a:pt x="29" y="41"/>
                    <a:pt x="26" y="40"/>
                  </a:cubicBezTo>
                  <a:cubicBezTo>
                    <a:pt x="26" y="32"/>
                    <a:pt x="26" y="32"/>
                    <a:pt x="26" y="32"/>
                  </a:cubicBezTo>
                  <a:cubicBezTo>
                    <a:pt x="54" y="32"/>
                    <a:pt x="54" y="32"/>
                    <a:pt x="54" y="32"/>
                  </a:cubicBezTo>
                  <a:cubicBezTo>
                    <a:pt x="54" y="40"/>
                    <a:pt x="54" y="40"/>
                    <a:pt x="54" y="40"/>
                  </a:cubicBezTo>
                  <a:cubicBezTo>
                    <a:pt x="51" y="41"/>
                    <a:pt x="48" y="44"/>
                    <a:pt x="48" y="48"/>
                  </a:cubicBezTo>
                  <a:cubicBezTo>
                    <a:pt x="48" y="52"/>
                    <a:pt x="52" y="56"/>
                    <a:pt x="56" y="56"/>
                  </a:cubicBezTo>
                  <a:cubicBezTo>
                    <a:pt x="60" y="56"/>
                    <a:pt x="64" y="52"/>
                    <a:pt x="64" y="48"/>
                  </a:cubicBezTo>
                  <a:cubicBezTo>
                    <a:pt x="64" y="44"/>
                    <a:pt x="61" y="41"/>
                    <a:pt x="58" y="40"/>
                  </a:cubicBezTo>
                  <a:cubicBezTo>
                    <a:pt x="58" y="32"/>
                    <a:pt x="58" y="32"/>
                    <a:pt x="58" y="32"/>
                  </a:cubicBezTo>
                  <a:cubicBezTo>
                    <a:pt x="72" y="32"/>
                    <a:pt x="72" y="32"/>
                    <a:pt x="72" y="32"/>
                  </a:cubicBezTo>
                  <a:cubicBezTo>
                    <a:pt x="76" y="88"/>
                    <a:pt x="76" y="88"/>
                    <a:pt x="76" y="88"/>
                  </a:cubicBezTo>
                  <a:lnTo>
                    <a:pt x="4" y="8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60" name="Freeform 219"/>
            <p:cNvSpPr>
              <a:spLocks noEditPoints="1"/>
            </p:cNvSpPr>
            <p:nvPr/>
          </p:nvSpPr>
          <p:spPr bwMode="auto">
            <a:xfrm>
              <a:off x="15706" y="5418"/>
              <a:ext cx="592" cy="595"/>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78 w 88"/>
                <a:gd name="T11" fmla="*/ 23 h 88"/>
                <a:gd name="T12" fmla="*/ 57 w 88"/>
                <a:gd name="T13" fmla="*/ 35 h 88"/>
                <a:gd name="T14" fmla="*/ 53 w 88"/>
                <a:gd name="T15" fmla="*/ 31 h 88"/>
                <a:gd name="T16" fmla="*/ 65 w 88"/>
                <a:gd name="T17" fmla="*/ 10 h 88"/>
                <a:gd name="T18" fmla="*/ 78 w 88"/>
                <a:gd name="T19" fmla="*/ 23 h 88"/>
                <a:gd name="T20" fmla="*/ 32 w 88"/>
                <a:gd name="T21" fmla="*/ 44 h 88"/>
                <a:gd name="T22" fmla="*/ 44 w 88"/>
                <a:gd name="T23" fmla="*/ 32 h 88"/>
                <a:gd name="T24" fmla="*/ 56 w 88"/>
                <a:gd name="T25" fmla="*/ 44 h 88"/>
                <a:gd name="T26" fmla="*/ 44 w 88"/>
                <a:gd name="T27" fmla="*/ 56 h 88"/>
                <a:gd name="T28" fmla="*/ 32 w 88"/>
                <a:gd name="T29" fmla="*/ 44 h 88"/>
                <a:gd name="T30" fmla="*/ 44 w 88"/>
                <a:gd name="T31" fmla="*/ 4 h 88"/>
                <a:gd name="T32" fmla="*/ 61 w 88"/>
                <a:gd name="T33" fmla="*/ 8 h 88"/>
                <a:gd name="T34" fmla="*/ 50 w 88"/>
                <a:gd name="T35" fmla="*/ 29 h 88"/>
                <a:gd name="T36" fmla="*/ 44 w 88"/>
                <a:gd name="T37" fmla="*/ 28 h 88"/>
                <a:gd name="T38" fmla="*/ 28 w 88"/>
                <a:gd name="T39" fmla="*/ 44 h 88"/>
                <a:gd name="T40" fmla="*/ 29 w 88"/>
                <a:gd name="T41" fmla="*/ 50 h 88"/>
                <a:gd name="T42" fmla="*/ 8 w 88"/>
                <a:gd name="T43" fmla="*/ 61 h 88"/>
                <a:gd name="T44" fmla="*/ 4 w 88"/>
                <a:gd name="T45" fmla="*/ 44 h 88"/>
                <a:gd name="T46" fmla="*/ 44 w 88"/>
                <a:gd name="T47" fmla="*/ 4 h 88"/>
                <a:gd name="T48" fmla="*/ 10 w 88"/>
                <a:gd name="T49" fmla="*/ 65 h 88"/>
                <a:gd name="T50" fmla="*/ 31 w 88"/>
                <a:gd name="T51" fmla="*/ 53 h 88"/>
                <a:gd name="T52" fmla="*/ 35 w 88"/>
                <a:gd name="T53" fmla="*/ 57 h 88"/>
                <a:gd name="T54" fmla="*/ 23 w 88"/>
                <a:gd name="T55" fmla="*/ 78 h 88"/>
                <a:gd name="T56" fmla="*/ 10 w 88"/>
                <a:gd name="T57" fmla="*/ 65 h 88"/>
                <a:gd name="T58" fmla="*/ 44 w 88"/>
                <a:gd name="T59" fmla="*/ 84 h 88"/>
                <a:gd name="T60" fmla="*/ 27 w 88"/>
                <a:gd name="T61" fmla="*/ 80 h 88"/>
                <a:gd name="T62" fmla="*/ 38 w 88"/>
                <a:gd name="T63" fmla="*/ 59 h 88"/>
                <a:gd name="T64" fmla="*/ 44 w 88"/>
                <a:gd name="T65" fmla="*/ 60 h 88"/>
                <a:gd name="T66" fmla="*/ 60 w 88"/>
                <a:gd name="T67" fmla="*/ 44 h 88"/>
                <a:gd name="T68" fmla="*/ 59 w 88"/>
                <a:gd name="T69" fmla="*/ 38 h 88"/>
                <a:gd name="T70" fmla="*/ 80 w 88"/>
                <a:gd name="T71" fmla="*/ 27 h 88"/>
                <a:gd name="T72" fmla="*/ 84 w 88"/>
                <a:gd name="T73" fmla="*/ 44 h 88"/>
                <a:gd name="T74" fmla="*/ 44 w 88"/>
                <a:gd name="T75"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78" y="23"/>
                  </a:moveTo>
                  <a:cubicBezTo>
                    <a:pt x="57" y="35"/>
                    <a:pt x="57" y="35"/>
                    <a:pt x="57" y="35"/>
                  </a:cubicBezTo>
                  <a:cubicBezTo>
                    <a:pt x="56" y="33"/>
                    <a:pt x="55" y="32"/>
                    <a:pt x="53" y="31"/>
                  </a:cubicBezTo>
                  <a:cubicBezTo>
                    <a:pt x="65" y="10"/>
                    <a:pt x="65" y="10"/>
                    <a:pt x="65" y="10"/>
                  </a:cubicBezTo>
                  <a:cubicBezTo>
                    <a:pt x="70" y="13"/>
                    <a:pt x="75" y="18"/>
                    <a:pt x="78" y="23"/>
                  </a:cubicBezTo>
                  <a:close/>
                  <a:moveTo>
                    <a:pt x="32" y="44"/>
                  </a:moveTo>
                  <a:cubicBezTo>
                    <a:pt x="32" y="37"/>
                    <a:pt x="37" y="32"/>
                    <a:pt x="44" y="32"/>
                  </a:cubicBezTo>
                  <a:cubicBezTo>
                    <a:pt x="51" y="32"/>
                    <a:pt x="56" y="37"/>
                    <a:pt x="56" y="44"/>
                  </a:cubicBezTo>
                  <a:cubicBezTo>
                    <a:pt x="56" y="51"/>
                    <a:pt x="51" y="56"/>
                    <a:pt x="44" y="56"/>
                  </a:cubicBezTo>
                  <a:cubicBezTo>
                    <a:pt x="37" y="56"/>
                    <a:pt x="32" y="51"/>
                    <a:pt x="32" y="44"/>
                  </a:cubicBezTo>
                  <a:close/>
                  <a:moveTo>
                    <a:pt x="44" y="4"/>
                  </a:moveTo>
                  <a:cubicBezTo>
                    <a:pt x="50" y="4"/>
                    <a:pt x="56" y="5"/>
                    <a:pt x="61" y="8"/>
                  </a:cubicBezTo>
                  <a:cubicBezTo>
                    <a:pt x="50" y="29"/>
                    <a:pt x="50" y="29"/>
                    <a:pt x="50" y="29"/>
                  </a:cubicBezTo>
                  <a:cubicBezTo>
                    <a:pt x="48" y="28"/>
                    <a:pt x="46" y="28"/>
                    <a:pt x="44" y="28"/>
                  </a:cubicBezTo>
                  <a:cubicBezTo>
                    <a:pt x="35" y="28"/>
                    <a:pt x="28" y="35"/>
                    <a:pt x="28" y="44"/>
                  </a:cubicBezTo>
                  <a:cubicBezTo>
                    <a:pt x="28" y="46"/>
                    <a:pt x="28" y="48"/>
                    <a:pt x="29" y="50"/>
                  </a:cubicBezTo>
                  <a:cubicBezTo>
                    <a:pt x="8" y="61"/>
                    <a:pt x="8" y="61"/>
                    <a:pt x="8" y="61"/>
                  </a:cubicBezTo>
                  <a:cubicBezTo>
                    <a:pt x="5" y="56"/>
                    <a:pt x="4" y="50"/>
                    <a:pt x="4" y="44"/>
                  </a:cubicBezTo>
                  <a:cubicBezTo>
                    <a:pt x="4" y="22"/>
                    <a:pt x="22" y="4"/>
                    <a:pt x="44" y="4"/>
                  </a:cubicBezTo>
                  <a:close/>
                  <a:moveTo>
                    <a:pt x="10" y="65"/>
                  </a:moveTo>
                  <a:cubicBezTo>
                    <a:pt x="31" y="53"/>
                    <a:pt x="31" y="53"/>
                    <a:pt x="31" y="53"/>
                  </a:cubicBezTo>
                  <a:cubicBezTo>
                    <a:pt x="32" y="55"/>
                    <a:pt x="33" y="56"/>
                    <a:pt x="35" y="57"/>
                  </a:cubicBezTo>
                  <a:cubicBezTo>
                    <a:pt x="23" y="78"/>
                    <a:pt x="23" y="78"/>
                    <a:pt x="23" y="78"/>
                  </a:cubicBezTo>
                  <a:cubicBezTo>
                    <a:pt x="18" y="75"/>
                    <a:pt x="13" y="70"/>
                    <a:pt x="10" y="65"/>
                  </a:cubicBezTo>
                  <a:close/>
                  <a:moveTo>
                    <a:pt x="44" y="84"/>
                  </a:moveTo>
                  <a:cubicBezTo>
                    <a:pt x="38" y="84"/>
                    <a:pt x="32" y="83"/>
                    <a:pt x="27" y="80"/>
                  </a:cubicBezTo>
                  <a:cubicBezTo>
                    <a:pt x="38" y="59"/>
                    <a:pt x="38" y="59"/>
                    <a:pt x="38" y="59"/>
                  </a:cubicBezTo>
                  <a:cubicBezTo>
                    <a:pt x="40" y="60"/>
                    <a:pt x="42" y="60"/>
                    <a:pt x="44" y="60"/>
                  </a:cubicBezTo>
                  <a:cubicBezTo>
                    <a:pt x="53" y="60"/>
                    <a:pt x="60" y="53"/>
                    <a:pt x="60" y="44"/>
                  </a:cubicBezTo>
                  <a:cubicBezTo>
                    <a:pt x="60" y="42"/>
                    <a:pt x="60" y="40"/>
                    <a:pt x="59" y="38"/>
                  </a:cubicBezTo>
                  <a:cubicBezTo>
                    <a:pt x="80" y="27"/>
                    <a:pt x="80" y="27"/>
                    <a:pt x="80" y="27"/>
                  </a:cubicBezTo>
                  <a:cubicBezTo>
                    <a:pt x="83" y="32"/>
                    <a:pt x="84" y="38"/>
                    <a:pt x="84" y="44"/>
                  </a:cubicBezTo>
                  <a:cubicBezTo>
                    <a:pt x="84" y="66"/>
                    <a:pt x="66" y="84"/>
                    <a:pt x="44" y="84"/>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561" name="组合 560"/>
            <p:cNvGrpSpPr/>
            <p:nvPr/>
          </p:nvGrpSpPr>
          <p:grpSpPr>
            <a:xfrm>
              <a:off x="16972" y="5418"/>
              <a:ext cx="646" cy="595"/>
              <a:chOff x="10777161" y="2786419"/>
              <a:chExt cx="410062" cy="377546"/>
            </a:xfrm>
            <a:grpFill/>
          </p:grpSpPr>
          <p:sp>
            <p:nvSpPr>
              <p:cNvPr id="562" name="Freeform 220"/>
              <p:cNvSpPr>
                <a:spLocks noEditPoints="1"/>
              </p:cNvSpPr>
              <p:nvPr/>
            </p:nvSpPr>
            <p:spPr bwMode="auto">
              <a:xfrm>
                <a:off x="10777161" y="2786419"/>
                <a:ext cx="410062" cy="377546"/>
              </a:xfrm>
              <a:custGeom>
                <a:avLst/>
                <a:gdLst>
                  <a:gd name="T0" fmla="*/ 227 w 227"/>
                  <a:gd name="T1" fmla="*/ 38 h 209"/>
                  <a:gd name="T2" fmla="*/ 170 w 227"/>
                  <a:gd name="T3" fmla="*/ 38 h 209"/>
                  <a:gd name="T4" fmla="*/ 170 w 227"/>
                  <a:gd name="T5" fmla="*/ 0 h 209"/>
                  <a:gd name="T6" fmla="*/ 57 w 227"/>
                  <a:gd name="T7" fmla="*/ 0 h 209"/>
                  <a:gd name="T8" fmla="*/ 57 w 227"/>
                  <a:gd name="T9" fmla="*/ 38 h 209"/>
                  <a:gd name="T10" fmla="*/ 0 w 227"/>
                  <a:gd name="T11" fmla="*/ 38 h 209"/>
                  <a:gd name="T12" fmla="*/ 0 w 227"/>
                  <a:gd name="T13" fmla="*/ 171 h 209"/>
                  <a:gd name="T14" fmla="*/ 57 w 227"/>
                  <a:gd name="T15" fmla="*/ 171 h 209"/>
                  <a:gd name="T16" fmla="*/ 57 w 227"/>
                  <a:gd name="T17" fmla="*/ 209 h 209"/>
                  <a:gd name="T18" fmla="*/ 170 w 227"/>
                  <a:gd name="T19" fmla="*/ 209 h 209"/>
                  <a:gd name="T20" fmla="*/ 170 w 227"/>
                  <a:gd name="T21" fmla="*/ 171 h 209"/>
                  <a:gd name="T22" fmla="*/ 227 w 227"/>
                  <a:gd name="T23" fmla="*/ 171 h 209"/>
                  <a:gd name="T24" fmla="*/ 227 w 227"/>
                  <a:gd name="T25" fmla="*/ 38 h 209"/>
                  <a:gd name="T26" fmla="*/ 66 w 227"/>
                  <a:gd name="T27" fmla="*/ 10 h 209"/>
                  <a:gd name="T28" fmla="*/ 161 w 227"/>
                  <a:gd name="T29" fmla="*/ 10 h 209"/>
                  <a:gd name="T30" fmla="*/ 161 w 227"/>
                  <a:gd name="T31" fmla="*/ 38 h 209"/>
                  <a:gd name="T32" fmla="*/ 66 w 227"/>
                  <a:gd name="T33" fmla="*/ 38 h 209"/>
                  <a:gd name="T34" fmla="*/ 66 w 227"/>
                  <a:gd name="T35" fmla="*/ 10 h 209"/>
                  <a:gd name="T36" fmla="*/ 161 w 227"/>
                  <a:gd name="T37" fmla="*/ 199 h 209"/>
                  <a:gd name="T38" fmla="*/ 66 w 227"/>
                  <a:gd name="T39" fmla="*/ 199 h 209"/>
                  <a:gd name="T40" fmla="*/ 66 w 227"/>
                  <a:gd name="T41" fmla="*/ 142 h 209"/>
                  <a:gd name="T42" fmla="*/ 161 w 227"/>
                  <a:gd name="T43" fmla="*/ 142 h 209"/>
                  <a:gd name="T44" fmla="*/ 161 w 227"/>
                  <a:gd name="T45" fmla="*/ 199 h 209"/>
                  <a:gd name="T46" fmla="*/ 218 w 227"/>
                  <a:gd name="T47" fmla="*/ 161 h 209"/>
                  <a:gd name="T48" fmla="*/ 170 w 227"/>
                  <a:gd name="T49" fmla="*/ 161 h 209"/>
                  <a:gd name="T50" fmla="*/ 170 w 227"/>
                  <a:gd name="T51" fmla="*/ 133 h 209"/>
                  <a:gd name="T52" fmla="*/ 57 w 227"/>
                  <a:gd name="T53" fmla="*/ 133 h 209"/>
                  <a:gd name="T54" fmla="*/ 57 w 227"/>
                  <a:gd name="T55" fmla="*/ 161 h 209"/>
                  <a:gd name="T56" fmla="*/ 9 w 227"/>
                  <a:gd name="T57" fmla="*/ 161 h 209"/>
                  <a:gd name="T58" fmla="*/ 9 w 227"/>
                  <a:gd name="T59" fmla="*/ 48 h 209"/>
                  <a:gd name="T60" fmla="*/ 57 w 227"/>
                  <a:gd name="T61" fmla="*/ 48 h 209"/>
                  <a:gd name="T62" fmla="*/ 170 w 227"/>
                  <a:gd name="T63" fmla="*/ 48 h 209"/>
                  <a:gd name="T64" fmla="*/ 218 w 227"/>
                  <a:gd name="T65" fmla="*/ 48 h 209"/>
                  <a:gd name="T66" fmla="*/ 218 w 227"/>
                  <a:gd name="T67" fmla="*/ 16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7" h="209">
                    <a:moveTo>
                      <a:pt x="227" y="38"/>
                    </a:moveTo>
                    <a:lnTo>
                      <a:pt x="170" y="38"/>
                    </a:lnTo>
                    <a:lnTo>
                      <a:pt x="170" y="0"/>
                    </a:lnTo>
                    <a:lnTo>
                      <a:pt x="57" y="0"/>
                    </a:lnTo>
                    <a:lnTo>
                      <a:pt x="57" y="38"/>
                    </a:lnTo>
                    <a:lnTo>
                      <a:pt x="0" y="38"/>
                    </a:lnTo>
                    <a:lnTo>
                      <a:pt x="0" y="171"/>
                    </a:lnTo>
                    <a:lnTo>
                      <a:pt x="57" y="171"/>
                    </a:lnTo>
                    <a:lnTo>
                      <a:pt x="57" y="209"/>
                    </a:lnTo>
                    <a:lnTo>
                      <a:pt x="170" y="209"/>
                    </a:lnTo>
                    <a:lnTo>
                      <a:pt x="170" y="171"/>
                    </a:lnTo>
                    <a:lnTo>
                      <a:pt x="227" y="171"/>
                    </a:lnTo>
                    <a:lnTo>
                      <a:pt x="227" y="38"/>
                    </a:lnTo>
                    <a:close/>
                    <a:moveTo>
                      <a:pt x="66" y="10"/>
                    </a:moveTo>
                    <a:lnTo>
                      <a:pt x="161" y="10"/>
                    </a:lnTo>
                    <a:lnTo>
                      <a:pt x="161" y="38"/>
                    </a:lnTo>
                    <a:lnTo>
                      <a:pt x="66" y="38"/>
                    </a:lnTo>
                    <a:lnTo>
                      <a:pt x="66" y="10"/>
                    </a:lnTo>
                    <a:close/>
                    <a:moveTo>
                      <a:pt x="161" y="199"/>
                    </a:moveTo>
                    <a:lnTo>
                      <a:pt x="66" y="199"/>
                    </a:lnTo>
                    <a:lnTo>
                      <a:pt x="66" y="142"/>
                    </a:lnTo>
                    <a:lnTo>
                      <a:pt x="161" y="142"/>
                    </a:lnTo>
                    <a:lnTo>
                      <a:pt x="161" y="199"/>
                    </a:lnTo>
                    <a:close/>
                    <a:moveTo>
                      <a:pt x="218" y="161"/>
                    </a:moveTo>
                    <a:lnTo>
                      <a:pt x="170" y="161"/>
                    </a:lnTo>
                    <a:lnTo>
                      <a:pt x="170" y="133"/>
                    </a:lnTo>
                    <a:lnTo>
                      <a:pt x="57" y="133"/>
                    </a:lnTo>
                    <a:lnTo>
                      <a:pt x="57" y="161"/>
                    </a:lnTo>
                    <a:lnTo>
                      <a:pt x="9" y="161"/>
                    </a:lnTo>
                    <a:lnTo>
                      <a:pt x="9" y="48"/>
                    </a:lnTo>
                    <a:lnTo>
                      <a:pt x="57" y="48"/>
                    </a:lnTo>
                    <a:lnTo>
                      <a:pt x="170" y="48"/>
                    </a:lnTo>
                    <a:lnTo>
                      <a:pt x="218" y="48"/>
                    </a:lnTo>
                    <a:lnTo>
                      <a:pt x="218" y="16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63" name="Rectangle 221"/>
              <p:cNvSpPr>
                <a:spLocks noChangeArrowheads="1"/>
              </p:cNvSpPr>
              <p:nvPr/>
            </p:nvSpPr>
            <p:spPr bwMode="auto">
              <a:xfrm>
                <a:off x="10827741" y="2907449"/>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64" name="Rectangle 222"/>
              <p:cNvSpPr>
                <a:spLocks noChangeArrowheads="1"/>
              </p:cNvSpPr>
              <p:nvPr/>
            </p:nvSpPr>
            <p:spPr bwMode="auto">
              <a:xfrm>
                <a:off x="10896386" y="2907449"/>
                <a:ext cx="34323"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565" name="组合 564"/>
            <p:cNvGrpSpPr/>
            <p:nvPr/>
          </p:nvGrpSpPr>
          <p:grpSpPr>
            <a:xfrm>
              <a:off x="15685" y="6753"/>
              <a:ext cx="649" cy="538"/>
              <a:chOff x="9135110" y="6101233"/>
              <a:chExt cx="411868" cy="341417"/>
            </a:xfrm>
            <a:grpFill/>
          </p:grpSpPr>
          <p:sp>
            <p:nvSpPr>
              <p:cNvPr id="566" name="Freeform 229"/>
              <p:cNvSpPr>
                <a:spLocks noEditPoints="1"/>
              </p:cNvSpPr>
              <p:nvPr/>
            </p:nvSpPr>
            <p:spPr bwMode="auto">
              <a:xfrm>
                <a:off x="9135110" y="6101233"/>
                <a:ext cx="411868" cy="341417"/>
              </a:xfrm>
              <a:custGeom>
                <a:avLst/>
                <a:gdLst>
                  <a:gd name="T0" fmla="*/ 171 w 228"/>
                  <a:gd name="T1" fmla="*/ 0 h 189"/>
                  <a:gd name="T2" fmla="*/ 57 w 228"/>
                  <a:gd name="T3" fmla="*/ 0 h 189"/>
                  <a:gd name="T4" fmla="*/ 0 w 228"/>
                  <a:gd name="T5" fmla="*/ 95 h 189"/>
                  <a:gd name="T6" fmla="*/ 0 w 228"/>
                  <a:gd name="T7" fmla="*/ 189 h 189"/>
                  <a:gd name="T8" fmla="*/ 228 w 228"/>
                  <a:gd name="T9" fmla="*/ 189 h 189"/>
                  <a:gd name="T10" fmla="*/ 228 w 228"/>
                  <a:gd name="T11" fmla="*/ 95 h 189"/>
                  <a:gd name="T12" fmla="*/ 171 w 228"/>
                  <a:gd name="T13" fmla="*/ 0 h 189"/>
                  <a:gd name="T14" fmla="*/ 62 w 228"/>
                  <a:gd name="T15" fmla="*/ 9 h 189"/>
                  <a:gd name="T16" fmla="*/ 166 w 228"/>
                  <a:gd name="T17" fmla="*/ 9 h 189"/>
                  <a:gd name="T18" fmla="*/ 213 w 228"/>
                  <a:gd name="T19" fmla="*/ 90 h 189"/>
                  <a:gd name="T20" fmla="*/ 15 w 228"/>
                  <a:gd name="T21" fmla="*/ 90 h 189"/>
                  <a:gd name="T22" fmla="*/ 62 w 228"/>
                  <a:gd name="T23" fmla="*/ 9 h 189"/>
                  <a:gd name="T24" fmla="*/ 10 w 228"/>
                  <a:gd name="T25" fmla="*/ 180 h 189"/>
                  <a:gd name="T26" fmla="*/ 10 w 228"/>
                  <a:gd name="T27" fmla="*/ 99 h 189"/>
                  <a:gd name="T28" fmla="*/ 218 w 228"/>
                  <a:gd name="T29" fmla="*/ 99 h 189"/>
                  <a:gd name="T30" fmla="*/ 218 w 228"/>
                  <a:gd name="T31" fmla="*/ 180 h 189"/>
                  <a:gd name="T32" fmla="*/ 10 w 228"/>
                  <a:gd name="T33" fmla="*/ 18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8" h="189">
                    <a:moveTo>
                      <a:pt x="171" y="0"/>
                    </a:moveTo>
                    <a:lnTo>
                      <a:pt x="57" y="0"/>
                    </a:lnTo>
                    <a:lnTo>
                      <a:pt x="0" y="95"/>
                    </a:lnTo>
                    <a:lnTo>
                      <a:pt x="0" y="189"/>
                    </a:lnTo>
                    <a:lnTo>
                      <a:pt x="228" y="189"/>
                    </a:lnTo>
                    <a:lnTo>
                      <a:pt x="228" y="95"/>
                    </a:lnTo>
                    <a:lnTo>
                      <a:pt x="171" y="0"/>
                    </a:lnTo>
                    <a:close/>
                    <a:moveTo>
                      <a:pt x="62" y="9"/>
                    </a:moveTo>
                    <a:lnTo>
                      <a:pt x="166" y="9"/>
                    </a:lnTo>
                    <a:lnTo>
                      <a:pt x="213" y="90"/>
                    </a:lnTo>
                    <a:lnTo>
                      <a:pt x="15" y="90"/>
                    </a:lnTo>
                    <a:lnTo>
                      <a:pt x="62" y="9"/>
                    </a:lnTo>
                    <a:close/>
                    <a:moveTo>
                      <a:pt x="10" y="180"/>
                    </a:moveTo>
                    <a:lnTo>
                      <a:pt x="10" y="99"/>
                    </a:lnTo>
                    <a:lnTo>
                      <a:pt x="218" y="99"/>
                    </a:lnTo>
                    <a:lnTo>
                      <a:pt x="218" y="180"/>
                    </a:lnTo>
                    <a:lnTo>
                      <a:pt x="10" y="180"/>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67" name="Rectangle 230"/>
              <p:cNvSpPr>
                <a:spLocks noChangeArrowheads="1"/>
              </p:cNvSpPr>
              <p:nvPr/>
            </p:nvSpPr>
            <p:spPr bwMode="auto">
              <a:xfrm>
                <a:off x="9238076" y="6204199"/>
                <a:ext cx="205934" cy="16258"/>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68" name="Rectangle 231"/>
              <p:cNvSpPr>
                <a:spLocks noChangeArrowheads="1"/>
              </p:cNvSpPr>
              <p:nvPr/>
            </p:nvSpPr>
            <p:spPr bwMode="auto">
              <a:xfrm>
                <a:off x="9263366" y="6151813"/>
                <a:ext cx="155354" cy="18064"/>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sp>
            <p:nvSpPr>
              <p:cNvPr id="569" name="Rectangle 232"/>
              <p:cNvSpPr>
                <a:spLocks noChangeArrowheads="1"/>
              </p:cNvSpPr>
              <p:nvPr/>
            </p:nvSpPr>
            <p:spPr bwMode="auto">
              <a:xfrm>
                <a:off x="9297689" y="6339682"/>
                <a:ext cx="86709" cy="34323"/>
              </a:xfrm>
              <a:prstGeom prst="rect">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570" name="组合 569"/>
            <p:cNvGrpSpPr/>
            <p:nvPr/>
          </p:nvGrpSpPr>
          <p:grpSpPr>
            <a:xfrm>
              <a:off x="11840" y="6693"/>
              <a:ext cx="600" cy="597"/>
              <a:chOff x="7518350" y="3595702"/>
              <a:chExt cx="381159" cy="379352"/>
            </a:xfrm>
            <a:grpFill/>
          </p:grpSpPr>
          <p:sp>
            <p:nvSpPr>
              <p:cNvPr id="571" name="Freeform 233"/>
              <p:cNvSpPr>
                <a:spLocks noEditPoints="1"/>
              </p:cNvSpPr>
              <p:nvPr/>
            </p:nvSpPr>
            <p:spPr bwMode="auto">
              <a:xfrm>
                <a:off x="7518350" y="3595702"/>
                <a:ext cx="381159" cy="379352"/>
              </a:xfrm>
              <a:custGeom>
                <a:avLst/>
                <a:gdLst>
                  <a:gd name="T0" fmla="*/ 109 w 211"/>
                  <a:gd name="T1" fmla="*/ 0 h 210"/>
                  <a:gd name="T2" fmla="*/ 0 w 211"/>
                  <a:gd name="T3" fmla="*/ 108 h 210"/>
                  <a:gd name="T4" fmla="*/ 0 w 211"/>
                  <a:gd name="T5" fmla="*/ 210 h 210"/>
                  <a:gd name="T6" fmla="*/ 102 w 211"/>
                  <a:gd name="T7" fmla="*/ 210 h 210"/>
                  <a:gd name="T8" fmla="*/ 211 w 211"/>
                  <a:gd name="T9" fmla="*/ 101 h 210"/>
                  <a:gd name="T10" fmla="*/ 109 w 211"/>
                  <a:gd name="T11" fmla="*/ 0 h 210"/>
                  <a:gd name="T12" fmla="*/ 97 w 211"/>
                  <a:gd name="T13" fmla="*/ 201 h 210"/>
                  <a:gd name="T14" fmla="*/ 10 w 211"/>
                  <a:gd name="T15" fmla="*/ 201 h 210"/>
                  <a:gd name="T16" fmla="*/ 10 w 211"/>
                  <a:gd name="T17" fmla="*/ 113 h 210"/>
                  <a:gd name="T18" fmla="*/ 109 w 211"/>
                  <a:gd name="T19" fmla="*/ 14 h 210"/>
                  <a:gd name="T20" fmla="*/ 197 w 211"/>
                  <a:gd name="T21" fmla="*/ 101 h 210"/>
                  <a:gd name="T22" fmla="*/ 97 w 211"/>
                  <a:gd name="T23" fmla="*/ 201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1" h="210">
                    <a:moveTo>
                      <a:pt x="109" y="0"/>
                    </a:moveTo>
                    <a:lnTo>
                      <a:pt x="0" y="108"/>
                    </a:lnTo>
                    <a:lnTo>
                      <a:pt x="0" y="210"/>
                    </a:lnTo>
                    <a:lnTo>
                      <a:pt x="102" y="210"/>
                    </a:lnTo>
                    <a:lnTo>
                      <a:pt x="211" y="101"/>
                    </a:lnTo>
                    <a:lnTo>
                      <a:pt x="109" y="0"/>
                    </a:lnTo>
                    <a:close/>
                    <a:moveTo>
                      <a:pt x="97" y="201"/>
                    </a:moveTo>
                    <a:lnTo>
                      <a:pt x="10" y="201"/>
                    </a:lnTo>
                    <a:lnTo>
                      <a:pt x="10" y="113"/>
                    </a:lnTo>
                    <a:lnTo>
                      <a:pt x="109" y="14"/>
                    </a:lnTo>
                    <a:lnTo>
                      <a:pt x="197" y="101"/>
                    </a:lnTo>
                    <a:lnTo>
                      <a:pt x="97" y="201"/>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72" name="Freeform 234"/>
              <p:cNvSpPr/>
              <p:nvPr/>
            </p:nvSpPr>
            <p:spPr bwMode="auto">
              <a:xfrm>
                <a:off x="7596027" y="3778152"/>
                <a:ext cx="115612" cy="115612"/>
              </a:xfrm>
              <a:custGeom>
                <a:avLst/>
                <a:gdLst>
                  <a:gd name="T0" fmla="*/ 0 w 64"/>
                  <a:gd name="T1" fmla="*/ 7 h 64"/>
                  <a:gd name="T2" fmla="*/ 57 w 64"/>
                  <a:gd name="T3" fmla="*/ 64 h 64"/>
                  <a:gd name="T4" fmla="*/ 64 w 64"/>
                  <a:gd name="T5" fmla="*/ 59 h 64"/>
                  <a:gd name="T6" fmla="*/ 7 w 64"/>
                  <a:gd name="T7" fmla="*/ 0 h 64"/>
                  <a:gd name="T8" fmla="*/ 0 w 64"/>
                  <a:gd name="T9" fmla="*/ 7 h 64"/>
                </a:gdLst>
                <a:ahLst/>
                <a:cxnLst>
                  <a:cxn ang="0">
                    <a:pos x="T0" y="T1"/>
                  </a:cxn>
                  <a:cxn ang="0">
                    <a:pos x="T2" y="T3"/>
                  </a:cxn>
                  <a:cxn ang="0">
                    <a:pos x="T4" y="T5"/>
                  </a:cxn>
                  <a:cxn ang="0">
                    <a:pos x="T6" y="T7"/>
                  </a:cxn>
                  <a:cxn ang="0">
                    <a:pos x="T8" y="T9"/>
                  </a:cxn>
                </a:cxnLst>
                <a:rect l="0" t="0" r="r" b="b"/>
                <a:pathLst>
                  <a:path w="64" h="64">
                    <a:moveTo>
                      <a:pt x="0" y="7"/>
                    </a:moveTo>
                    <a:lnTo>
                      <a:pt x="57" y="64"/>
                    </a:lnTo>
                    <a:lnTo>
                      <a:pt x="64" y="59"/>
                    </a:lnTo>
                    <a:lnTo>
                      <a:pt x="7" y="0"/>
                    </a:lnTo>
                    <a:lnTo>
                      <a:pt x="0" y="7"/>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73" name="Oval 235"/>
              <p:cNvSpPr>
                <a:spLocks noChangeArrowheads="1"/>
              </p:cNvSpPr>
              <p:nvPr/>
            </p:nvSpPr>
            <p:spPr bwMode="auto">
              <a:xfrm>
                <a:off x="7570737" y="3855829"/>
                <a:ext cx="66839" cy="68645"/>
              </a:xfrm>
              <a:prstGeom prst="ellipse">
                <a:avLst/>
              </a:prstGeom>
              <a:grpFill/>
              <a:ln>
                <a:solidFill>
                  <a:schemeClr val="tx1"/>
                </a:solidFill>
              </a:ln>
              <a:extLst/>
            </p:spPr>
            <p:txBody>
              <a:bodyPr vert="horz" wrap="square" lIns="91440" tIns="45720" rIns="91440" bIns="45720" numCol="1" anchor="t" anchorCtr="0" compatLnSpc="1"/>
              <a:lstStyle/>
              <a:p>
                <a:endParaRPr lang="zh-CN" altLang="en-US"/>
              </a:p>
            </p:txBody>
          </p:sp>
        </p:grpSp>
        <p:grpSp>
          <p:nvGrpSpPr>
            <p:cNvPr id="574" name="组合 573"/>
            <p:cNvGrpSpPr/>
            <p:nvPr/>
          </p:nvGrpSpPr>
          <p:grpSpPr>
            <a:xfrm>
              <a:off x="13120" y="6712"/>
              <a:ext cx="592" cy="592"/>
              <a:chOff x="8331246" y="3608347"/>
              <a:chExt cx="375739" cy="375739"/>
            </a:xfrm>
            <a:grpFill/>
          </p:grpSpPr>
          <p:sp>
            <p:nvSpPr>
              <p:cNvPr id="575" name="Freeform 236"/>
              <p:cNvSpPr>
                <a:spLocks noEditPoints="1"/>
              </p:cNvSpPr>
              <p:nvPr/>
            </p:nvSpPr>
            <p:spPr bwMode="auto">
              <a:xfrm>
                <a:off x="8331246" y="3608347"/>
                <a:ext cx="375739" cy="375739"/>
              </a:xfrm>
              <a:custGeom>
                <a:avLst/>
                <a:gdLst>
                  <a:gd name="T0" fmla="*/ 0 w 208"/>
                  <a:gd name="T1" fmla="*/ 0 h 208"/>
                  <a:gd name="T2" fmla="*/ 0 w 208"/>
                  <a:gd name="T3" fmla="*/ 208 h 208"/>
                  <a:gd name="T4" fmla="*/ 208 w 208"/>
                  <a:gd name="T5" fmla="*/ 208 h 208"/>
                  <a:gd name="T6" fmla="*/ 208 w 208"/>
                  <a:gd name="T7" fmla="*/ 0 h 208"/>
                  <a:gd name="T8" fmla="*/ 0 w 208"/>
                  <a:gd name="T9" fmla="*/ 0 h 208"/>
                  <a:gd name="T10" fmla="*/ 199 w 208"/>
                  <a:gd name="T11" fmla="*/ 198 h 208"/>
                  <a:gd name="T12" fmla="*/ 9 w 208"/>
                  <a:gd name="T13" fmla="*/ 198 h 208"/>
                  <a:gd name="T14" fmla="*/ 9 w 208"/>
                  <a:gd name="T15" fmla="*/ 9 h 208"/>
                  <a:gd name="T16" fmla="*/ 199 w 208"/>
                  <a:gd name="T17" fmla="*/ 9 h 208"/>
                  <a:gd name="T18" fmla="*/ 199 w 208"/>
                  <a:gd name="T19" fmla="*/ 19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08">
                    <a:moveTo>
                      <a:pt x="0" y="0"/>
                    </a:moveTo>
                    <a:lnTo>
                      <a:pt x="0" y="208"/>
                    </a:lnTo>
                    <a:lnTo>
                      <a:pt x="208" y="208"/>
                    </a:lnTo>
                    <a:lnTo>
                      <a:pt x="208" y="0"/>
                    </a:lnTo>
                    <a:lnTo>
                      <a:pt x="0" y="0"/>
                    </a:lnTo>
                    <a:close/>
                    <a:moveTo>
                      <a:pt x="199" y="198"/>
                    </a:moveTo>
                    <a:lnTo>
                      <a:pt x="9" y="198"/>
                    </a:lnTo>
                    <a:lnTo>
                      <a:pt x="9" y="9"/>
                    </a:lnTo>
                    <a:lnTo>
                      <a:pt x="199" y="9"/>
                    </a:lnTo>
                    <a:lnTo>
                      <a:pt x="199" y="198"/>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76" name="Freeform 237"/>
              <p:cNvSpPr/>
              <p:nvPr/>
            </p:nvSpPr>
            <p:spPr bwMode="auto">
              <a:xfrm>
                <a:off x="8381826" y="3702281"/>
                <a:ext cx="274578" cy="182451"/>
              </a:xfrm>
              <a:custGeom>
                <a:avLst/>
                <a:gdLst>
                  <a:gd name="T0" fmla="*/ 48 w 152"/>
                  <a:gd name="T1" fmla="*/ 49 h 101"/>
                  <a:gd name="T2" fmla="*/ 76 w 152"/>
                  <a:gd name="T3" fmla="*/ 101 h 101"/>
                  <a:gd name="T4" fmla="*/ 105 w 152"/>
                  <a:gd name="T5" fmla="*/ 28 h 101"/>
                  <a:gd name="T6" fmla="*/ 121 w 152"/>
                  <a:gd name="T7" fmla="*/ 66 h 101"/>
                  <a:gd name="T8" fmla="*/ 152 w 152"/>
                  <a:gd name="T9" fmla="*/ 66 h 101"/>
                  <a:gd name="T10" fmla="*/ 152 w 152"/>
                  <a:gd name="T11" fmla="*/ 56 h 101"/>
                  <a:gd name="T12" fmla="*/ 126 w 152"/>
                  <a:gd name="T13" fmla="*/ 56 h 101"/>
                  <a:gd name="T14" fmla="*/ 105 w 152"/>
                  <a:gd name="T15" fmla="*/ 0 h 101"/>
                  <a:gd name="T16" fmla="*/ 76 w 152"/>
                  <a:gd name="T17" fmla="*/ 78 h 101"/>
                  <a:gd name="T18" fmla="*/ 48 w 152"/>
                  <a:gd name="T19" fmla="*/ 35 h 101"/>
                  <a:gd name="T20" fmla="*/ 26 w 152"/>
                  <a:gd name="T21" fmla="*/ 56 h 101"/>
                  <a:gd name="T22" fmla="*/ 0 w 152"/>
                  <a:gd name="T23" fmla="*/ 56 h 101"/>
                  <a:gd name="T24" fmla="*/ 0 w 152"/>
                  <a:gd name="T25" fmla="*/ 66 h 101"/>
                  <a:gd name="T26" fmla="*/ 31 w 152"/>
                  <a:gd name="T27" fmla="*/ 66 h 101"/>
                  <a:gd name="T28" fmla="*/ 48 w 152"/>
                  <a:gd name="T29" fmla="*/ 4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101">
                    <a:moveTo>
                      <a:pt x="48" y="49"/>
                    </a:moveTo>
                    <a:lnTo>
                      <a:pt x="76" y="101"/>
                    </a:lnTo>
                    <a:lnTo>
                      <a:pt x="105" y="28"/>
                    </a:lnTo>
                    <a:lnTo>
                      <a:pt x="121" y="66"/>
                    </a:lnTo>
                    <a:lnTo>
                      <a:pt x="152" y="66"/>
                    </a:lnTo>
                    <a:lnTo>
                      <a:pt x="152" y="56"/>
                    </a:lnTo>
                    <a:lnTo>
                      <a:pt x="126" y="56"/>
                    </a:lnTo>
                    <a:lnTo>
                      <a:pt x="105" y="0"/>
                    </a:lnTo>
                    <a:lnTo>
                      <a:pt x="76" y="78"/>
                    </a:lnTo>
                    <a:lnTo>
                      <a:pt x="48" y="35"/>
                    </a:lnTo>
                    <a:lnTo>
                      <a:pt x="26" y="56"/>
                    </a:lnTo>
                    <a:lnTo>
                      <a:pt x="0" y="56"/>
                    </a:lnTo>
                    <a:lnTo>
                      <a:pt x="0" y="66"/>
                    </a:lnTo>
                    <a:lnTo>
                      <a:pt x="31" y="66"/>
                    </a:lnTo>
                    <a:lnTo>
                      <a:pt x="48" y="49"/>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577" name="Freeform 238"/>
            <p:cNvSpPr>
              <a:spLocks noEditPoints="1"/>
            </p:cNvSpPr>
            <p:nvPr/>
          </p:nvSpPr>
          <p:spPr bwMode="auto">
            <a:xfrm>
              <a:off x="1491" y="9241"/>
              <a:ext cx="595" cy="592"/>
            </a:xfrm>
            <a:custGeom>
              <a:avLst/>
              <a:gdLst>
                <a:gd name="T0" fmla="*/ 44 w 88"/>
                <a:gd name="T1" fmla="*/ 0 h 88"/>
                <a:gd name="T2" fmla="*/ 0 w 88"/>
                <a:gd name="T3" fmla="*/ 24 h 88"/>
                <a:gd name="T4" fmla="*/ 0 w 88"/>
                <a:gd name="T5" fmla="*/ 64 h 88"/>
                <a:gd name="T6" fmla="*/ 44 w 88"/>
                <a:gd name="T7" fmla="*/ 88 h 88"/>
                <a:gd name="T8" fmla="*/ 88 w 88"/>
                <a:gd name="T9" fmla="*/ 64 h 88"/>
                <a:gd name="T10" fmla="*/ 88 w 88"/>
                <a:gd name="T11" fmla="*/ 24 h 88"/>
                <a:gd name="T12" fmla="*/ 44 w 88"/>
                <a:gd name="T13" fmla="*/ 0 h 88"/>
                <a:gd name="T14" fmla="*/ 44 w 88"/>
                <a:gd name="T15" fmla="*/ 4 h 88"/>
                <a:gd name="T16" fmla="*/ 84 w 88"/>
                <a:gd name="T17" fmla="*/ 24 h 88"/>
                <a:gd name="T18" fmla="*/ 44 w 88"/>
                <a:gd name="T19" fmla="*/ 44 h 88"/>
                <a:gd name="T20" fmla="*/ 4 w 88"/>
                <a:gd name="T21" fmla="*/ 24 h 88"/>
                <a:gd name="T22" fmla="*/ 44 w 88"/>
                <a:gd name="T23" fmla="*/ 4 h 88"/>
                <a:gd name="T24" fmla="*/ 84 w 88"/>
                <a:gd name="T25" fmla="*/ 64 h 88"/>
                <a:gd name="T26" fmla="*/ 44 w 88"/>
                <a:gd name="T27" fmla="*/ 84 h 88"/>
                <a:gd name="T28" fmla="*/ 4 w 88"/>
                <a:gd name="T29" fmla="*/ 64 h 88"/>
                <a:gd name="T30" fmla="*/ 4 w 88"/>
                <a:gd name="T31" fmla="*/ 54 h 88"/>
                <a:gd name="T32" fmla="*/ 44 w 88"/>
                <a:gd name="T33" fmla="*/ 68 h 88"/>
                <a:gd name="T34" fmla="*/ 84 w 88"/>
                <a:gd name="T35" fmla="*/ 54 h 88"/>
                <a:gd name="T36" fmla="*/ 84 w 88"/>
                <a:gd name="T37" fmla="*/ 64 h 88"/>
                <a:gd name="T38" fmla="*/ 84 w 88"/>
                <a:gd name="T39" fmla="*/ 44 h 88"/>
                <a:gd name="T40" fmla="*/ 44 w 88"/>
                <a:gd name="T41" fmla="*/ 64 h 88"/>
                <a:gd name="T42" fmla="*/ 4 w 88"/>
                <a:gd name="T43" fmla="*/ 44 h 88"/>
                <a:gd name="T44" fmla="*/ 4 w 88"/>
                <a:gd name="T45" fmla="*/ 34 h 88"/>
                <a:gd name="T46" fmla="*/ 44 w 88"/>
                <a:gd name="T47" fmla="*/ 48 h 88"/>
                <a:gd name="T48" fmla="*/ 84 w 88"/>
                <a:gd name="T49" fmla="*/ 34 h 88"/>
                <a:gd name="T50" fmla="*/ 84 w 88"/>
                <a:gd name="T51"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8" h="88">
                  <a:moveTo>
                    <a:pt x="44" y="0"/>
                  </a:moveTo>
                  <a:cubicBezTo>
                    <a:pt x="19" y="0"/>
                    <a:pt x="0" y="11"/>
                    <a:pt x="0" y="24"/>
                  </a:cubicBezTo>
                  <a:cubicBezTo>
                    <a:pt x="0" y="64"/>
                    <a:pt x="0" y="64"/>
                    <a:pt x="0" y="64"/>
                  </a:cubicBezTo>
                  <a:cubicBezTo>
                    <a:pt x="0" y="77"/>
                    <a:pt x="19" y="88"/>
                    <a:pt x="44" y="88"/>
                  </a:cubicBezTo>
                  <a:cubicBezTo>
                    <a:pt x="69" y="88"/>
                    <a:pt x="88" y="77"/>
                    <a:pt x="88" y="64"/>
                  </a:cubicBezTo>
                  <a:cubicBezTo>
                    <a:pt x="88" y="24"/>
                    <a:pt x="88" y="24"/>
                    <a:pt x="88" y="24"/>
                  </a:cubicBezTo>
                  <a:cubicBezTo>
                    <a:pt x="88" y="11"/>
                    <a:pt x="69" y="0"/>
                    <a:pt x="44" y="0"/>
                  </a:cubicBezTo>
                  <a:close/>
                  <a:moveTo>
                    <a:pt x="44" y="4"/>
                  </a:moveTo>
                  <a:cubicBezTo>
                    <a:pt x="66" y="4"/>
                    <a:pt x="84" y="13"/>
                    <a:pt x="84" y="24"/>
                  </a:cubicBezTo>
                  <a:cubicBezTo>
                    <a:pt x="84" y="35"/>
                    <a:pt x="66" y="44"/>
                    <a:pt x="44" y="44"/>
                  </a:cubicBezTo>
                  <a:cubicBezTo>
                    <a:pt x="22" y="44"/>
                    <a:pt x="4" y="35"/>
                    <a:pt x="4" y="24"/>
                  </a:cubicBezTo>
                  <a:cubicBezTo>
                    <a:pt x="4" y="13"/>
                    <a:pt x="22" y="4"/>
                    <a:pt x="44" y="4"/>
                  </a:cubicBezTo>
                  <a:close/>
                  <a:moveTo>
                    <a:pt x="84" y="64"/>
                  </a:moveTo>
                  <a:cubicBezTo>
                    <a:pt x="84" y="75"/>
                    <a:pt x="66" y="84"/>
                    <a:pt x="44" y="84"/>
                  </a:cubicBezTo>
                  <a:cubicBezTo>
                    <a:pt x="22" y="84"/>
                    <a:pt x="4" y="75"/>
                    <a:pt x="4" y="64"/>
                  </a:cubicBezTo>
                  <a:cubicBezTo>
                    <a:pt x="4" y="54"/>
                    <a:pt x="4" y="54"/>
                    <a:pt x="4" y="54"/>
                  </a:cubicBezTo>
                  <a:cubicBezTo>
                    <a:pt x="11" y="62"/>
                    <a:pt x="26" y="68"/>
                    <a:pt x="44" y="68"/>
                  </a:cubicBezTo>
                  <a:cubicBezTo>
                    <a:pt x="62" y="68"/>
                    <a:pt x="77" y="62"/>
                    <a:pt x="84" y="54"/>
                  </a:cubicBezTo>
                  <a:lnTo>
                    <a:pt x="84" y="64"/>
                  </a:lnTo>
                  <a:close/>
                  <a:moveTo>
                    <a:pt x="84" y="44"/>
                  </a:moveTo>
                  <a:cubicBezTo>
                    <a:pt x="84" y="55"/>
                    <a:pt x="66" y="64"/>
                    <a:pt x="44" y="64"/>
                  </a:cubicBezTo>
                  <a:cubicBezTo>
                    <a:pt x="22" y="64"/>
                    <a:pt x="4" y="55"/>
                    <a:pt x="4" y="44"/>
                  </a:cubicBezTo>
                  <a:cubicBezTo>
                    <a:pt x="4" y="34"/>
                    <a:pt x="4" y="34"/>
                    <a:pt x="4" y="34"/>
                  </a:cubicBezTo>
                  <a:cubicBezTo>
                    <a:pt x="11" y="42"/>
                    <a:pt x="26" y="48"/>
                    <a:pt x="44" y="48"/>
                  </a:cubicBezTo>
                  <a:cubicBezTo>
                    <a:pt x="62" y="48"/>
                    <a:pt x="77" y="42"/>
                    <a:pt x="84" y="34"/>
                  </a:cubicBezTo>
                  <a:lnTo>
                    <a:pt x="84" y="4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78" name="Freeform 239"/>
            <p:cNvSpPr>
              <a:spLocks noEditPoints="1"/>
            </p:cNvSpPr>
            <p:nvPr/>
          </p:nvSpPr>
          <p:spPr bwMode="auto">
            <a:xfrm>
              <a:off x="2785" y="9213"/>
              <a:ext cx="592" cy="646"/>
            </a:xfrm>
            <a:custGeom>
              <a:avLst/>
              <a:gdLst>
                <a:gd name="T0" fmla="*/ 80 w 88"/>
                <a:gd name="T1" fmla="*/ 64 h 96"/>
                <a:gd name="T2" fmla="*/ 80 w 88"/>
                <a:gd name="T3" fmla="*/ 44 h 96"/>
                <a:gd name="T4" fmla="*/ 69 w 88"/>
                <a:gd name="T5" fmla="*/ 19 h 96"/>
                <a:gd name="T6" fmla="*/ 52 w 88"/>
                <a:gd name="T7" fmla="*/ 9 h 96"/>
                <a:gd name="T8" fmla="*/ 52 w 88"/>
                <a:gd name="T9" fmla="*/ 0 h 96"/>
                <a:gd name="T10" fmla="*/ 36 w 88"/>
                <a:gd name="T11" fmla="*/ 0 h 96"/>
                <a:gd name="T12" fmla="*/ 36 w 88"/>
                <a:gd name="T13" fmla="*/ 9 h 96"/>
                <a:gd name="T14" fmla="*/ 19 w 88"/>
                <a:gd name="T15" fmla="*/ 19 h 96"/>
                <a:gd name="T16" fmla="*/ 8 w 88"/>
                <a:gd name="T17" fmla="*/ 44 h 96"/>
                <a:gd name="T18" fmla="*/ 8 w 88"/>
                <a:gd name="T19" fmla="*/ 64 h 96"/>
                <a:gd name="T20" fmla="*/ 0 w 88"/>
                <a:gd name="T21" fmla="*/ 80 h 96"/>
                <a:gd name="T22" fmla="*/ 28 w 88"/>
                <a:gd name="T23" fmla="*/ 80 h 96"/>
                <a:gd name="T24" fmla="*/ 33 w 88"/>
                <a:gd name="T25" fmla="*/ 91 h 96"/>
                <a:gd name="T26" fmla="*/ 44 w 88"/>
                <a:gd name="T27" fmla="*/ 96 h 96"/>
                <a:gd name="T28" fmla="*/ 55 w 88"/>
                <a:gd name="T29" fmla="*/ 91 h 96"/>
                <a:gd name="T30" fmla="*/ 60 w 88"/>
                <a:gd name="T31" fmla="*/ 80 h 96"/>
                <a:gd name="T32" fmla="*/ 88 w 88"/>
                <a:gd name="T33" fmla="*/ 80 h 96"/>
                <a:gd name="T34" fmla="*/ 80 w 88"/>
                <a:gd name="T35" fmla="*/ 64 h 96"/>
                <a:gd name="T36" fmla="*/ 52 w 88"/>
                <a:gd name="T37" fmla="*/ 88 h 96"/>
                <a:gd name="T38" fmla="*/ 36 w 88"/>
                <a:gd name="T39" fmla="*/ 88 h 96"/>
                <a:gd name="T40" fmla="*/ 32 w 88"/>
                <a:gd name="T41" fmla="*/ 80 h 96"/>
                <a:gd name="T42" fmla="*/ 56 w 88"/>
                <a:gd name="T43" fmla="*/ 80 h 96"/>
                <a:gd name="T44" fmla="*/ 52 w 88"/>
                <a:gd name="T45" fmla="*/ 88 h 96"/>
                <a:gd name="T46" fmla="*/ 28 w 88"/>
                <a:gd name="T47" fmla="*/ 76 h 96"/>
                <a:gd name="T48" fmla="*/ 6 w 88"/>
                <a:gd name="T49" fmla="*/ 76 h 96"/>
                <a:gd name="T50" fmla="*/ 12 w 88"/>
                <a:gd name="T51" fmla="*/ 66 h 96"/>
                <a:gd name="T52" fmla="*/ 12 w 88"/>
                <a:gd name="T53" fmla="*/ 65 h 96"/>
                <a:gd name="T54" fmla="*/ 12 w 88"/>
                <a:gd name="T55" fmla="*/ 64 h 96"/>
                <a:gd name="T56" fmla="*/ 12 w 88"/>
                <a:gd name="T57" fmla="*/ 44 h 96"/>
                <a:gd name="T58" fmla="*/ 21 w 88"/>
                <a:gd name="T59" fmla="*/ 21 h 96"/>
                <a:gd name="T60" fmla="*/ 44 w 88"/>
                <a:gd name="T61" fmla="*/ 12 h 96"/>
                <a:gd name="T62" fmla="*/ 67 w 88"/>
                <a:gd name="T63" fmla="*/ 21 h 96"/>
                <a:gd name="T64" fmla="*/ 76 w 88"/>
                <a:gd name="T65" fmla="*/ 44 h 96"/>
                <a:gd name="T66" fmla="*/ 76 w 88"/>
                <a:gd name="T67" fmla="*/ 64 h 96"/>
                <a:gd name="T68" fmla="*/ 76 w 88"/>
                <a:gd name="T69" fmla="*/ 65 h 96"/>
                <a:gd name="T70" fmla="*/ 76 w 88"/>
                <a:gd name="T71" fmla="*/ 66 h 96"/>
                <a:gd name="T72" fmla="*/ 82 w 88"/>
                <a:gd name="T73" fmla="*/ 76 h 96"/>
                <a:gd name="T74" fmla="*/ 60 w 88"/>
                <a:gd name="T75" fmla="*/ 76 h 96"/>
                <a:gd name="T76" fmla="*/ 28 w 88"/>
                <a:gd name="T7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8" h="96">
                  <a:moveTo>
                    <a:pt x="80" y="64"/>
                  </a:moveTo>
                  <a:cubicBezTo>
                    <a:pt x="80" y="44"/>
                    <a:pt x="80" y="44"/>
                    <a:pt x="80" y="44"/>
                  </a:cubicBezTo>
                  <a:cubicBezTo>
                    <a:pt x="80" y="35"/>
                    <a:pt x="76" y="26"/>
                    <a:pt x="69" y="19"/>
                  </a:cubicBezTo>
                  <a:cubicBezTo>
                    <a:pt x="64" y="14"/>
                    <a:pt x="58" y="10"/>
                    <a:pt x="52" y="9"/>
                  </a:cubicBezTo>
                  <a:cubicBezTo>
                    <a:pt x="52" y="0"/>
                    <a:pt x="52" y="0"/>
                    <a:pt x="52" y="0"/>
                  </a:cubicBezTo>
                  <a:cubicBezTo>
                    <a:pt x="36" y="0"/>
                    <a:pt x="36" y="0"/>
                    <a:pt x="36" y="0"/>
                  </a:cubicBezTo>
                  <a:cubicBezTo>
                    <a:pt x="36" y="9"/>
                    <a:pt x="36" y="9"/>
                    <a:pt x="36" y="9"/>
                  </a:cubicBezTo>
                  <a:cubicBezTo>
                    <a:pt x="30" y="10"/>
                    <a:pt x="24" y="14"/>
                    <a:pt x="19" y="19"/>
                  </a:cubicBezTo>
                  <a:cubicBezTo>
                    <a:pt x="12" y="26"/>
                    <a:pt x="8" y="35"/>
                    <a:pt x="8" y="44"/>
                  </a:cubicBezTo>
                  <a:cubicBezTo>
                    <a:pt x="8" y="64"/>
                    <a:pt x="8" y="64"/>
                    <a:pt x="8" y="64"/>
                  </a:cubicBezTo>
                  <a:cubicBezTo>
                    <a:pt x="0" y="80"/>
                    <a:pt x="0" y="80"/>
                    <a:pt x="0" y="80"/>
                  </a:cubicBezTo>
                  <a:cubicBezTo>
                    <a:pt x="28" y="80"/>
                    <a:pt x="28" y="80"/>
                    <a:pt x="28" y="80"/>
                  </a:cubicBezTo>
                  <a:cubicBezTo>
                    <a:pt x="28" y="84"/>
                    <a:pt x="30" y="88"/>
                    <a:pt x="33" y="91"/>
                  </a:cubicBezTo>
                  <a:cubicBezTo>
                    <a:pt x="36" y="94"/>
                    <a:pt x="40" y="96"/>
                    <a:pt x="44" y="96"/>
                  </a:cubicBezTo>
                  <a:cubicBezTo>
                    <a:pt x="48" y="96"/>
                    <a:pt x="52" y="94"/>
                    <a:pt x="55" y="91"/>
                  </a:cubicBezTo>
                  <a:cubicBezTo>
                    <a:pt x="58" y="88"/>
                    <a:pt x="60" y="84"/>
                    <a:pt x="60" y="80"/>
                  </a:cubicBezTo>
                  <a:cubicBezTo>
                    <a:pt x="88" y="80"/>
                    <a:pt x="88" y="80"/>
                    <a:pt x="88" y="80"/>
                  </a:cubicBezTo>
                  <a:lnTo>
                    <a:pt x="80" y="64"/>
                  </a:lnTo>
                  <a:close/>
                  <a:moveTo>
                    <a:pt x="52" y="88"/>
                  </a:moveTo>
                  <a:cubicBezTo>
                    <a:pt x="48" y="93"/>
                    <a:pt x="40" y="93"/>
                    <a:pt x="36" y="88"/>
                  </a:cubicBezTo>
                  <a:cubicBezTo>
                    <a:pt x="33" y="86"/>
                    <a:pt x="32" y="83"/>
                    <a:pt x="32" y="80"/>
                  </a:cubicBezTo>
                  <a:cubicBezTo>
                    <a:pt x="56" y="80"/>
                    <a:pt x="56" y="80"/>
                    <a:pt x="56" y="80"/>
                  </a:cubicBezTo>
                  <a:cubicBezTo>
                    <a:pt x="56" y="83"/>
                    <a:pt x="55" y="86"/>
                    <a:pt x="52" y="88"/>
                  </a:cubicBezTo>
                  <a:close/>
                  <a:moveTo>
                    <a:pt x="28" y="76"/>
                  </a:moveTo>
                  <a:cubicBezTo>
                    <a:pt x="6" y="76"/>
                    <a:pt x="6" y="76"/>
                    <a:pt x="6" y="76"/>
                  </a:cubicBezTo>
                  <a:cubicBezTo>
                    <a:pt x="12" y="66"/>
                    <a:pt x="12" y="66"/>
                    <a:pt x="12" y="66"/>
                  </a:cubicBezTo>
                  <a:cubicBezTo>
                    <a:pt x="12" y="65"/>
                    <a:pt x="12" y="65"/>
                    <a:pt x="12" y="65"/>
                  </a:cubicBezTo>
                  <a:cubicBezTo>
                    <a:pt x="12" y="64"/>
                    <a:pt x="12" y="64"/>
                    <a:pt x="12" y="64"/>
                  </a:cubicBezTo>
                  <a:cubicBezTo>
                    <a:pt x="12" y="44"/>
                    <a:pt x="12" y="44"/>
                    <a:pt x="12" y="44"/>
                  </a:cubicBezTo>
                  <a:cubicBezTo>
                    <a:pt x="12" y="35"/>
                    <a:pt x="15" y="27"/>
                    <a:pt x="21" y="21"/>
                  </a:cubicBezTo>
                  <a:cubicBezTo>
                    <a:pt x="27" y="15"/>
                    <a:pt x="35" y="12"/>
                    <a:pt x="44" y="12"/>
                  </a:cubicBezTo>
                  <a:cubicBezTo>
                    <a:pt x="53" y="12"/>
                    <a:pt x="61" y="15"/>
                    <a:pt x="67" y="21"/>
                  </a:cubicBezTo>
                  <a:cubicBezTo>
                    <a:pt x="73" y="27"/>
                    <a:pt x="76" y="35"/>
                    <a:pt x="76" y="44"/>
                  </a:cubicBezTo>
                  <a:cubicBezTo>
                    <a:pt x="76" y="64"/>
                    <a:pt x="76" y="64"/>
                    <a:pt x="76" y="64"/>
                  </a:cubicBezTo>
                  <a:cubicBezTo>
                    <a:pt x="76" y="65"/>
                    <a:pt x="76" y="65"/>
                    <a:pt x="76" y="65"/>
                  </a:cubicBezTo>
                  <a:cubicBezTo>
                    <a:pt x="76" y="66"/>
                    <a:pt x="76" y="66"/>
                    <a:pt x="76" y="66"/>
                  </a:cubicBezTo>
                  <a:cubicBezTo>
                    <a:pt x="82" y="76"/>
                    <a:pt x="82" y="76"/>
                    <a:pt x="82" y="76"/>
                  </a:cubicBezTo>
                  <a:cubicBezTo>
                    <a:pt x="60" y="76"/>
                    <a:pt x="60" y="76"/>
                    <a:pt x="60" y="76"/>
                  </a:cubicBezTo>
                  <a:lnTo>
                    <a:pt x="28" y="76"/>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579" name="组合 578"/>
            <p:cNvGrpSpPr/>
            <p:nvPr/>
          </p:nvGrpSpPr>
          <p:grpSpPr>
            <a:xfrm>
              <a:off x="4077" y="9213"/>
              <a:ext cx="620" cy="620"/>
              <a:chOff x="2588584" y="5196206"/>
              <a:chExt cx="393803" cy="393803"/>
            </a:xfrm>
            <a:grpFill/>
          </p:grpSpPr>
          <p:sp>
            <p:nvSpPr>
              <p:cNvPr id="580" name="Freeform 240"/>
              <p:cNvSpPr>
                <a:spLocks noEditPoints="1"/>
              </p:cNvSpPr>
              <p:nvPr/>
            </p:nvSpPr>
            <p:spPr bwMode="auto">
              <a:xfrm>
                <a:off x="2588584" y="5214270"/>
                <a:ext cx="377546" cy="375739"/>
              </a:xfrm>
              <a:custGeom>
                <a:avLst/>
                <a:gdLst>
                  <a:gd name="T0" fmla="*/ 56 w 88"/>
                  <a:gd name="T1" fmla="*/ 44 h 88"/>
                  <a:gd name="T2" fmla="*/ 44 w 88"/>
                  <a:gd name="T3" fmla="*/ 56 h 88"/>
                  <a:gd name="T4" fmla="*/ 32 w 88"/>
                  <a:gd name="T5" fmla="*/ 44 h 88"/>
                  <a:gd name="T6" fmla="*/ 44 w 88"/>
                  <a:gd name="T7" fmla="*/ 32 h 88"/>
                  <a:gd name="T8" fmla="*/ 46 w 88"/>
                  <a:gd name="T9" fmla="*/ 32 h 88"/>
                  <a:gd name="T10" fmla="*/ 46 w 88"/>
                  <a:gd name="T11" fmla="*/ 0 h 88"/>
                  <a:gd name="T12" fmla="*/ 44 w 88"/>
                  <a:gd name="T13" fmla="*/ 0 h 88"/>
                  <a:gd name="T14" fmla="*/ 0 w 88"/>
                  <a:gd name="T15" fmla="*/ 44 h 88"/>
                  <a:gd name="T16" fmla="*/ 44 w 88"/>
                  <a:gd name="T17" fmla="*/ 88 h 88"/>
                  <a:gd name="T18" fmla="*/ 88 w 88"/>
                  <a:gd name="T19" fmla="*/ 44 h 88"/>
                  <a:gd name="T20" fmla="*/ 88 w 88"/>
                  <a:gd name="T21" fmla="*/ 42 h 88"/>
                  <a:gd name="T22" fmla="*/ 56 w 88"/>
                  <a:gd name="T23" fmla="*/ 42 h 88"/>
                  <a:gd name="T24" fmla="*/ 56 w 88"/>
                  <a:gd name="T25" fmla="*/ 44 h 88"/>
                  <a:gd name="T26" fmla="*/ 84 w 88"/>
                  <a:gd name="T27" fmla="*/ 46 h 88"/>
                  <a:gd name="T28" fmla="*/ 44 w 88"/>
                  <a:gd name="T29" fmla="*/ 84 h 88"/>
                  <a:gd name="T30" fmla="*/ 4 w 88"/>
                  <a:gd name="T31" fmla="*/ 44 h 88"/>
                  <a:gd name="T32" fmla="*/ 42 w 88"/>
                  <a:gd name="T33" fmla="*/ 4 h 88"/>
                  <a:gd name="T34" fmla="*/ 42 w 88"/>
                  <a:gd name="T35" fmla="*/ 28 h 88"/>
                  <a:gd name="T36" fmla="*/ 28 w 88"/>
                  <a:gd name="T37" fmla="*/ 44 h 88"/>
                  <a:gd name="T38" fmla="*/ 44 w 88"/>
                  <a:gd name="T39" fmla="*/ 60 h 88"/>
                  <a:gd name="T40" fmla="*/ 60 w 88"/>
                  <a:gd name="T41" fmla="*/ 46 h 88"/>
                  <a:gd name="T42" fmla="*/ 84 w 88"/>
                  <a:gd name="T43" fmla="*/ 4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8" h="88">
                    <a:moveTo>
                      <a:pt x="56" y="44"/>
                    </a:moveTo>
                    <a:cubicBezTo>
                      <a:pt x="56" y="51"/>
                      <a:pt x="51" y="56"/>
                      <a:pt x="44" y="56"/>
                    </a:cubicBezTo>
                    <a:cubicBezTo>
                      <a:pt x="37" y="56"/>
                      <a:pt x="32" y="51"/>
                      <a:pt x="32" y="44"/>
                    </a:cubicBezTo>
                    <a:cubicBezTo>
                      <a:pt x="32" y="37"/>
                      <a:pt x="37" y="32"/>
                      <a:pt x="44" y="32"/>
                    </a:cubicBezTo>
                    <a:cubicBezTo>
                      <a:pt x="46" y="32"/>
                      <a:pt x="46" y="32"/>
                      <a:pt x="46" y="32"/>
                    </a:cubicBezTo>
                    <a:cubicBezTo>
                      <a:pt x="46" y="0"/>
                      <a:pt x="46" y="0"/>
                      <a:pt x="46" y="0"/>
                    </a:cubicBezTo>
                    <a:cubicBezTo>
                      <a:pt x="44" y="0"/>
                      <a:pt x="44" y="0"/>
                      <a:pt x="44" y="0"/>
                    </a:cubicBezTo>
                    <a:cubicBezTo>
                      <a:pt x="20" y="0"/>
                      <a:pt x="0" y="20"/>
                      <a:pt x="0" y="44"/>
                    </a:cubicBezTo>
                    <a:cubicBezTo>
                      <a:pt x="0" y="68"/>
                      <a:pt x="20" y="88"/>
                      <a:pt x="44" y="88"/>
                    </a:cubicBezTo>
                    <a:cubicBezTo>
                      <a:pt x="68" y="88"/>
                      <a:pt x="88" y="68"/>
                      <a:pt x="88" y="44"/>
                    </a:cubicBezTo>
                    <a:cubicBezTo>
                      <a:pt x="88" y="42"/>
                      <a:pt x="88" y="42"/>
                      <a:pt x="88" y="42"/>
                    </a:cubicBezTo>
                    <a:cubicBezTo>
                      <a:pt x="56" y="42"/>
                      <a:pt x="56" y="42"/>
                      <a:pt x="56" y="42"/>
                    </a:cubicBezTo>
                    <a:lnTo>
                      <a:pt x="56" y="44"/>
                    </a:lnTo>
                    <a:close/>
                    <a:moveTo>
                      <a:pt x="84" y="46"/>
                    </a:moveTo>
                    <a:cubicBezTo>
                      <a:pt x="83" y="67"/>
                      <a:pt x="65" y="84"/>
                      <a:pt x="44" y="84"/>
                    </a:cubicBezTo>
                    <a:cubicBezTo>
                      <a:pt x="22" y="84"/>
                      <a:pt x="4" y="66"/>
                      <a:pt x="4" y="44"/>
                    </a:cubicBezTo>
                    <a:cubicBezTo>
                      <a:pt x="4" y="23"/>
                      <a:pt x="21" y="5"/>
                      <a:pt x="42" y="4"/>
                    </a:cubicBezTo>
                    <a:cubicBezTo>
                      <a:pt x="42" y="28"/>
                      <a:pt x="42" y="28"/>
                      <a:pt x="42" y="28"/>
                    </a:cubicBezTo>
                    <a:cubicBezTo>
                      <a:pt x="34" y="29"/>
                      <a:pt x="28" y="36"/>
                      <a:pt x="28" y="44"/>
                    </a:cubicBezTo>
                    <a:cubicBezTo>
                      <a:pt x="28" y="53"/>
                      <a:pt x="35" y="60"/>
                      <a:pt x="44" y="60"/>
                    </a:cubicBezTo>
                    <a:cubicBezTo>
                      <a:pt x="52" y="60"/>
                      <a:pt x="59" y="54"/>
                      <a:pt x="60" y="46"/>
                    </a:cubicBezTo>
                    <a:lnTo>
                      <a:pt x="84" y="46"/>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81" name="Freeform 241"/>
              <p:cNvSpPr>
                <a:spLocks noEditPoints="1"/>
              </p:cNvSpPr>
              <p:nvPr/>
            </p:nvSpPr>
            <p:spPr bwMode="auto">
              <a:xfrm>
                <a:off x="2819808" y="5196206"/>
                <a:ext cx="162579" cy="162579"/>
              </a:xfrm>
              <a:custGeom>
                <a:avLst/>
                <a:gdLst>
                  <a:gd name="T0" fmla="*/ 2 w 38"/>
                  <a:gd name="T1" fmla="*/ 0 h 38"/>
                  <a:gd name="T2" fmla="*/ 0 w 38"/>
                  <a:gd name="T3" fmla="*/ 0 h 38"/>
                  <a:gd name="T4" fmla="*/ 0 w 38"/>
                  <a:gd name="T5" fmla="*/ 38 h 38"/>
                  <a:gd name="T6" fmla="*/ 38 w 38"/>
                  <a:gd name="T7" fmla="*/ 38 h 38"/>
                  <a:gd name="T8" fmla="*/ 38 w 38"/>
                  <a:gd name="T9" fmla="*/ 36 h 38"/>
                  <a:gd name="T10" fmla="*/ 2 w 38"/>
                  <a:gd name="T11" fmla="*/ 0 h 38"/>
                  <a:gd name="T12" fmla="*/ 4 w 38"/>
                  <a:gd name="T13" fmla="*/ 34 h 38"/>
                  <a:gd name="T14" fmla="*/ 4 w 38"/>
                  <a:gd name="T15" fmla="*/ 4 h 38"/>
                  <a:gd name="T16" fmla="*/ 34 w 38"/>
                  <a:gd name="T17" fmla="*/ 34 h 38"/>
                  <a:gd name="T18" fmla="*/ 4 w 38"/>
                  <a:gd name="T19"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38">
                    <a:moveTo>
                      <a:pt x="2" y="0"/>
                    </a:moveTo>
                    <a:cubicBezTo>
                      <a:pt x="0" y="0"/>
                      <a:pt x="0" y="0"/>
                      <a:pt x="0" y="0"/>
                    </a:cubicBezTo>
                    <a:cubicBezTo>
                      <a:pt x="0" y="38"/>
                      <a:pt x="0" y="38"/>
                      <a:pt x="0" y="38"/>
                    </a:cubicBezTo>
                    <a:cubicBezTo>
                      <a:pt x="38" y="38"/>
                      <a:pt x="38" y="38"/>
                      <a:pt x="38" y="38"/>
                    </a:cubicBezTo>
                    <a:cubicBezTo>
                      <a:pt x="38" y="36"/>
                      <a:pt x="38" y="36"/>
                      <a:pt x="38" y="36"/>
                    </a:cubicBezTo>
                    <a:cubicBezTo>
                      <a:pt x="38" y="16"/>
                      <a:pt x="22" y="0"/>
                      <a:pt x="2" y="0"/>
                    </a:cubicBezTo>
                    <a:close/>
                    <a:moveTo>
                      <a:pt x="4" y="34"/>
                    </a:moveTo>
                    <a:cubicBezTo>
                      <a:pt x="4" y="4"/>
                      <a:pt x="4" y="4"/>
                      <a:pt x="4" y="4"/>
                    </a:cubicBezTo>
                    <a:cubicBezTo>
                      <a:pt x="20" y="5"/>
                      <a:pt x="33" y="18"/>
                      <a:pt x="34" y="34"/>
                    </a:cubicBezTo>
                    <a:lnTo>
                      <a:pt x="4" y="34"/>
                    </a:ln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sp>
          <p:nvSpPr>
            <p:cNvPr id="582" name="Freeform 242"/>
            <p:cNvSpPr>
              <a:spLocks noEditPoints="1"/>
            </p:cNvSpPr>
            <p:nvPr/>
          </p:nvSpPr>
          <p:spPr bwMode="auto">
            <a:xfrm>
              <a:off x="5371" y="9241"/>
              <a:ext cx="592" cy="592"/>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84 w 88"/>
                <a:gd name="T11" fmla="*/ 42 h 88"/>
                <a:gd name="T12" fmla="*/ 64 w 88"/>
                <a:gd name="T13" fmla="*/ 42 h 88"/>
                <a:gd name="T14" fmla="*/ 53 w 88"/>
                <a:gd name="T15" fmla="*/ 5 h 88"/>
                <a:gd name="T16" fmla="*/ 84 w 88"/>
                <a:gd name="T17" fmla="*/ 42 h 88"/>
                <a:gd name="T18" fmla="*/ 44 w 88"/>
                <a:gd name="T19" fmla="*/ 84 h 88"/>
                <a:gd name="T20" fmla="*/ 28 w 88"/>
                <a:gd name="T21" fmla="*/ 46 h 88"/>
                <a:gd name="T22" fmla="*/ 60 w 88"/>
                <a:gd name="T23" fmla="*/ 46 h 88"/>
                <a:gd name="T24" fmla="*/ 44 w 88"/>
                <a:gd name="T25" fmla="*/ 84 h 88"/>
                <a:gd name="T26" fmla="*/ 28 w 88"/>
                <a:gd name="T27" fmla="*/ 42 h 88"/>
                <a:gd name="T28" fmla="*/ 44 w 88"/>
                <a:gd name="T29" fmla="*/ 4 h 88"/>
                <a:gd name="T30" fmla="*/ 60 w 88"/>
                <a:gd name="T31" fmla="*/ 42 h 88"/>
                <a:gd name="T32" fmla="*/ 28 w 88"/>
                <a:gd name="T33" fmla="*/ 42 h 88"/>
                <a:gd name="T34" fmla="*/ 35 w 88"/>
                <a:gd name="T35" fmla="*/ 5 h 88"/>
                <a:gd name="T36" fmla="*/ 24 w 88"/>
                <a:gd name="T37" fmla="*/ 42 h 88"/>
                <a:gd name="T38" fmla="*/ 4 w 88"/>
                <a:gd name="T39" fmla="*/ 42 h 88"/>
                <a:gd name="T40" fmla="*/ 35 w 88"/>
                <a:gd name="T41" fmla="*/ 5 h 88"/>
                <a:gd name="T42" fmla="*/ 4 w 88"/>
                <a:gd name="T43" fmla="*/ 46 h 88"/>
                <a:gd name="T44" fmla="*/ 24 w 88"/>
                <a:gd name="T45" fmla="*/ 46 h 88"/>
                <a:gd name="T46" fmla="*/ 35 w 88"/>
                <a:gd name="T47" fmla="*/ 83 h 88"/>
                <a:gd name="T48" fmla="*/ 4 w 88"/>
                <a:gd name="T49" fmla="*/ 46 h 88"/>
                <a:gd name="T50" fmla="*/ 53 w 88"/>
                <a:gd name="T51" fmla="*/ 83 h 88"/>
                <a:gd name="T52" fmla="*/ 64 w 88"/>
                <a:gd name="T53" fmla="*/ 46 h 88"/>
                <a:gd name="T54" fmla="*/ 84 w 88"/>
                <a:gd name="T55" fmla="*/ 46 h 88"/>
                <a:gd name="T56" fmla="*/ 53 w 88"/>
                <a:gd name="T57" fmla="*/ 8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84" y="42"/>
                  </a:moveTo>
                  <a:cubicBezTo>
                    <a:pt x="64" y="42"/>
                    <a:pt x="64" y="42"/>
                    <a:pt x="64" y="42"/>
                  </a:cubicBezTo>
                  <a:cubicBezTo>
                    <a:pt x="64" y="26"/>
                    <a:pt x="59" y="12"/>
                    <a:pt x="53" y="5"/>
                  </a:cubicBezTo>
                  <a:cubicBezTo>
                    <a:pt x="70" y="9"/>
                    <a:pt x="83" y="24"/>
                    <a:pt x="84" y="42"/>
                  </a:cubicBezTo>
                  <a:close/>
                  <a:moveTo>
                    <a:pt x="44" y="84"/>
                  </a:moveTo>
                  <a:cubicBezTo>
                    <a:pt x="37" y="84"/>
                    <a:pt x="29" y="68"/>
                    <a:pt x="28" y="46"/>
                  </a:cubicBezTo>
                  <a:cubicBezTo>
                    <a:pt x="60" y="46"/>
                    <a:pt x="60" y="46"/>
                    <a:pt x="60" y="46"/>
                  </a:cubicBezTo>
                  <a:cubicBezTo>
                    <a:pt x="59" y="68"/>
                    <a:pt x="51" y="84"/>
                    <a:pt x="44" y="84"/>
                  </a:cubicBezTo>
                  <a:close/>
                  <a:moveTo>
                    <a:pt x="28" y="42"/>
                  </a:moveTo>
                  <a:cubicBezTo>
                    <a:pt x="29" y="20"/>
                    <a:pt x="37" y="4"/>
                    <a:pt x="44" y="4"/>
                  </a:cubicBezTo>
                  <a:cubicBezTo>
                    <a:pt x="51" y="4"/>
                    <a:pt x="59" y="20"/>
                    <a:pt x="60" y="42"/>
                  </a:cubicBezTo>
                  <a:lnTo>
                    <a:pt x="28" y="42"/>
                  </a:lnTo>
                  <a:close/>
                  <a:moveTo>
                    <a:pt x="35" y="5"/>
                  </a:moveTo>
                  <a:cubicBezTo>
                    <a:pt x="29" y="12"/>
                    <a:pt x="24" y="26"/>
                    <a:pt x="24" y="42"/>
                  </a:cubicBezTo>
                  <a:cubicBezTo>
                    <a:pt x="4" y="42"/>
                    <a:pt x="4" y="42"/>
                    <a:pt x="4" y="42"/>
                  </a:cubicBezTo>
                  <a:cubicBezTo>
                    <a:pt x="5" y="24"/>
                    <a:pt x="18" y="9"/>
                    <a:pt x="35" y="5"/>
                  </a:cubicBezTo>
                  <a:close/>
                  <a:moveTo>
                    <a:pt x="4" y="46"/>
                  </a:moveTo>
                  <a:cubicBezTo>
                    <a:pt x="24" y="46"/>
                    <a:pt x="24" y="46"/>
                    <a:pt x="24" y="46"/>
                  </a:cubicBezTo>
                  <a:cubicBezTo>
                    <a:pt x="24" y="62"/>
                    <a:pt x="29" y="76"/>
                    <a:pt x="35" y="83"/>
                  </a:cubicBezTo>
                  <a:cubicBezTo>
                    <a:pt x="18" y="79"/>
                    <a:pt x="5" y="64"/>
                    <a:pt x="4" y="46"/>
                  </a:cubicBezTo>
                  <a:close/>
                  <a:moveTo>
                    <a:pt x="53" y="83"/>
                  </a:moveTo>
                  <a:cubicBezTo>
                    <a:pt x="59" y="76"/>
                    <a:pt x="64" y="62"/>
                    <a:pt x="64" y="46"/>
                  </a:cubicBezTo>
                  <a:cubicBezTo>
                    <a:pt x="84" y="46"/>
                    <a:pt x="84" y="46"/>
                    <a:pt x="84" y="46"/>
                  </a:cubicBezTo>
                  <a:cubicBezTo>
                    <a:pt x="83" y="64"/>
                    <a:pt x="70" y="79"/>
                    <a:pt x="53" y="83"/>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583" name="组合 582"/>
            <p:cNvGrpSpPr/>
            <p:nvPr/>
          </p:nvGrpSpPr>
          <p:grpSpPr>
            <a:xfrm>
              <a:off x="2771" y="8030"/>
              <a:ext cx="620" cy="512"/>
              <a:chOff x="1759430" y="4444728"/>
              <a:chExt cx="393803" cy="325159"/>
            </a:xfrm>
            <a:grpFill/>
          </p:grpSpPr>
          <p:sp>
            <p:nvSpPr>
              <p:cNvPr id="584" name="Freeform 249"/>
              <p:cNvSpPr/>
              <p:nvPr/>
            </p:nvSpPr>
            <p:spPr bwMode="auto">
              <a:xfrm>
                <a:off x="1759430" y="4444728"/>
                <a:ext cx="393803" cy="81290"/>
              </a:xfrm>
              <a:custGeom>
                <a:avLst/>
                <a:gdLst>
                  <a:gd name="T0" fmla="*/ 46 w 92"/>
                  <a:gd name="T1" fmla="*/ 0 h 19"/>
                  <a:gd name="T2" fmla="*/ 0 w 92"/>
                  <a:gd name="T3" fmla="*/ 16 h 19"/>
                  <a:gd name="T4" fmla="*/ 2 w 92"/>
                  <a:gd name="T5" fmla="*/ 19 h 19"/>
                  <a:gd name="T6" fmla="*/ 46 w 92"/>
                  <a:gd name="T7" fmla="*/ 4 h 19"/>
                  <a:gd name="T8" fmla="*/ 90 w 92"/>
                  <a:gd name="T9" fmla="*/ 19 h 19"/>
                  <a:gd name="T10" fmla="*/ 92 w 92"/>
                  <a:gd name="T11" fmla="*/ 16 h 19"/>
                  <a:gd name="T12" fmla="*/ 46 w 92"/>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92" h="19">
                    <a:moveTo>
                      <a:pt x="46" y="0"/>
                    </a:moveTo>
                    <a:cubicBezTo>
                      <a:pt x="29" y="0"/>
                      <a:pt x="13" y="6"/>
                      <a:pt x="0" y="16"/>
                    </a:cubicBezTo>
                    <a:cubicBezTo>
                      <a:pt x="2" y="19"/>
                      <a:pt x="2" y="19"/>
                      <a:pt x="2" y="19"/>
                    </a:cubicBezTo>
                    <a:cubicBezTo>
                      <a:pt x="14" y="10"/>
                      <a:pt x="29" y="4"/>
                      <a:pt x="46" y="4"/>
                    </a:cubicBezTo>
                    <a:cubicBezTo>
                      <a:pt x="63" y="4"/>
                      <a:pt x="78" y="10"/>
                      <a:pt x="90" y="19"/>
                    </a:cubicBezTo>
                    <a:cubicBezTo>
                      <a:pt x="92" y="16"/>
                      <a:pt x="92" y="16"/>
                      <a:pt x="92" y="16"/>
                    </a:cubicBezTo>
                    <a:cubicBezTo>
                      <a:pt x="79" y="6"/>
                      <a:pt x="63" y="0"/>
                      <a:pt x="46" y="0"/>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nvGrpSpPr>
              <p:cNvPr id="585" name="组合 584"/>
              <p:cNvGrpSpPr/>
              <p:nvPr/>
            </p:nvGrpSpPr>
            <p:grpSpPr>
              <a:xfrm>
                <a:off x="1811816" y="4529630"/>
                <a:ext cx="290837" cy="240257"/>
                <a:chOff x="1811816" y="4529630"/>
                <a:chExt cx="290837" cy="240257"/>
              </a:xfrm>
              <a:grpFill/>
            </p:grpSpPr>
            <p:sp>
              <p:nvSpPr>
                <p:cNvPr id="586" name="Freeform 248"/>
                <p:cNvSpPr/>
                <p:nvPr/>
              </p:nvSpPr>
              <p:spPr bwMode="auto">
                <a:xfrm>
                  <a:off x="1862396" y="4614534"/>
                  <a:ext cx="187869" cy="46967"/>
                </a:xfrm>
                <a:custGeom>
                  <a:avLst/>
                  <a:gdLst>
                    <a:gd name="T0" fmla="*/ 0 w 44"/>
                    <a:gd name="T1" fmla="*/ 8 h 11"/>
                    <a:gd name="T2" fmla="*/ 3 w 44"/>
                    <a:gd name="T3" fmla="*/ 11 h 11"/>
                    <a:gd name="T4" fmla="*/ 22 w 44"/>
                    <a:gd name="T5" fmla="*/ 4 h 11"/>
                    <a:gd name="T6" fmla="*/ 41 w 44"/>
                    <a:gd name="T7" fmla="*/ 11 h 11"/>
                    <a:gd name="T8" fmla="*/ 44 w 44"/>
                    <a:gd name="T9" fmla="*/ 8 h 11"/>
                    <a:gd name="T10" fmla="*/ 22 w 44"/>
                    <a:gd name="T11" fmla="*/ 0 h 11"/>
                    <a:gd name="T12" fmla="*/ 0 w 44"/>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44" h="11">
                      <a:moveTo>
                        <a:pt x="0" y="8"/>
                      </a:moveTo>
                      <a:cubicBezTo>
                        <a:pt x="3" y="11"/>
                        <a:pt x="3" y="11"/>
                        <a:pt x="3" y="11"/>
                      </a:cubicBezTo>
                      <a:cubicBezTo>
                        <a:pt x="8" y="7"/>
                        <a:pt x="15" y="4"/>
                        <a:pt x="22" y="4"/>
                      </a:cubicBezTo>
                      <a:cubicBezTo>
                        <a:pt x="29" y="4"/>
                        <a:pt x="36" y="7"/>
                        <a:pt x="41" y="11"/>
                      </a:cubicBezTo>
                      <a:cubicBezTo>
                        <a:pt x="44" y="8"/>
                        <a:pt x="44" y="8"/>
                        <a:pt x="44" y="8"/>
                      </a:cubicBezTo>
                      <a:cubicBezTo>
                        <a:pt x="38" y="3"/>
                        <a:pt x="30" y="0"/>
                        <a:pt x="22" y="0"/>
                      </a:cubicBezTo>
                      <a:cubicBezTo>
                        <a:pt x="14" y="0"/>
                        <a:pt x="6" y="3"/>
                        <a:pt x="0" y="8"/>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87" name="Freeform 250"/>
                <p:cNvSpPr/>
                <p:nvPr/>
              </p:nvSpPr>
              <p:spPr bwMode="auto">
                <a:xfrm>
                  <a:off x="1811816" y="4529630"/>
                  <a:ext cx="290837" cy="65032"/>
                </a:xfrm>
                <a:custGeom>
                  <a:avLst/>
                  <a:gdLst>
                    <a:gd name="T0" fmla="*/ 0 w 68"/>
                    <a:gd name="T1" fmla="*/ 12 h 15"/>
                    <a:gd name="T2" fmla="*/ 2 w 68"/>
                    <a:gd name="T3" fmla="*/ 15 h 15"/>
                    <a:gd name="T4" fmla="*/ 34 w 68"/>
                    <a:gd name="T5" fmla="*/ 4 h 15"/>
                    <a:gd name="T6" fmla="*/ 66 w 68"/>
                    <a:gd name="T7" fmla="*/ 15 h 15"/>
                    <a:gd name="T8" fmla="*/ 68 w 68"/>
                    <a:gd name="T9" fmla="*/ 12 h 15"/>
                    <a:gd name="T10" fmla="*/ 34 w 68"/>
                    <a:gd name="T11" fmla="*/ 0 h 15"/>
                    <a:gd name="T12" fmla="*/ 0 w 68"/>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68" h="15">
                      <a:moveTo>
                        <a:pt x="0" y="12"/>
                      </a:moveTo>
                      <a:cubicBezTo>
                        <a:pt x="2" y="15"/>
                        <a:pt x="2" y="15"/>
                        <a:pt x="2" y="15"/>
                      </a:cubicBezTo>
                      <a:cubicBezTo>
                        <a:pt x="11" y="8"/>
                        <a:pt x="22" y="4"/>
                        <a:pt x="34" y="4"/>
                      </a:cubicBezTo>
                      <a:cubicBezTo>
                        <a:pt x="46" y="4"/>
                        <a:pt x="57" y="8"/>
                        <a:pt x="66" y="15"/>
                      </a:cubicBezTo>
                      <a:cubicBezTo>
                        <a:pt x="68" y="12"/>
                        <a:pt x="68" y="12"/>
                        <a:pt x="68" y="12"/>
                      </a:cubicBezTo>
                      <a:cubicBezTo>
                        <a:pt x="59" y="4"/>
                        <a:pt x="47" y="0"/>
                        <a:pt x="34" y="0"/>
                      </a:cubicBezTo>
                      <a:cubicBezTo>
                        <a:pt x="21" y="0"/>
                        <a:pt x="9" y="4"/>
                        <a:pt x="0" y="12"/>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sp>
              <p:nvSpPr>
                <p:cNvPr id="588" name="Freeform 251"/>
                <p:cNvSpPr/>
                <p:nvPr/>
              </p:nvSpPr>
              <p:spPr bwMode="auto">
                <a:xfrm>
                  <a:off x="1912976" y="4701242"/>
                  <a:ext cx="86709" cy="68645"/>
                </a:xfrm>
                <a:custGeom>
                  <a:avLst/>
                  <a:gdLst>
                    <a:gd name="T0" fmla="*/ 0 w 20"/>
                    <a:gd name="T1" fmla="*/ 3 h 16"/>
                    <a:gd name="T2" fmla="*/ 10 w 20"/>
                    <a:gd name="T3" fmla="*/ 16 h 16"/>
                    <a:gd name="T4" fmla="*/ 20 w 20"/>
                    <a:gd name="T5" fmla="*/ 3 h 16"/>
                    <a:gd name="T6" fmla="*/ 10 w 20"/>
                    <a:gd name="T7" fmla="*/ 0 h 16"/>
                    <a:gd name="T8" fmla="*/ 0 w 20"/>
                    <a:gd name="T9" fmla="*/ 3 h 16"/>
                  </a:gdLst>
                  <a:ahLst/>
                  <a:cxnLst>
                    <a:cxn ang="0">
                      <a:pos x="T0" y="T1"/>
                    </a:cxn>
                    <a:cxn ang="0">
                      <a:pos x="T2" y="T3"/>
                    </a:cxn>
                    <a:cxn ang="0">
                      <a:pos x="T4" y="T5"/>
                    </a:cxn>
                    <a:cxn ang="0">
                      <a:pos x="T6" y="T7"/>
                    </a:cxn>
                    <a:cxn ang="0">
                      <a:pos x="T8" y="T9"/>
                    </a:cxn>
                  </a:cxnLst>
                  <a:rect l="0" t="0" r="r" b="b"/>
                  <a:pathLst>
                    <a:path w="20" h="16">
                      <a:moveTo>
                        <a:pt x="0" y="3"/>
                      </a:moveTo>
                      <a:cubicBezTo>
                        <a:pt x="10" y="16"/>
                        <a:pt x="10" y="16"/>
                        <a:pt x="10" y="16"/>
                      </a:cubicBezTo>
                      <a:cubicBezTo>
                        <a:pt x="20" y="3"/>
                        <a:pt x="20" y="3"/>
                        <a:pt x="20" y="3"/>
                      </a:cubicBezTo>
                      <a:cubicBezTo>
                        <a:pt x="17" y="1"/>
                        <a:pt x="14" y="0"/>
                        <a:pt x="10" y="0"/>
                      </a:cubicBezTo>
                      <a:cubicBezTo>
                        <a:pt x="6" y="0"/>
                        <a:pt x="3" y="1"/>
                        <a:pt x="0" y="3"/>
                      </a:cubicBezTo>
                      <a:close/>
                    </a:path>
                  </a:pathLst>
                </a:custGeom>
                <a:grpFill/>
                <a:ln>
                  <a:solidFill>
                    <a:schemeClr val="tx1"/>
                  </a:solidFill>
                </a:ln>
                <a:extLst/>
              </p:spPr>
              <p:txBody>
                <a:bodyPr vert="horz" wrap="square" lIns="91440" tIns="45720" rIns="91440" bIns="45720" numCol="1" anchor="t" anchorCtr="0" compatLnSpc="1"/>
                <a:lstStyle/>
                <a:p>
                  <a:endParaRPr lang="zh-CN" altLang="en-US"/>
                </a:p>
              </p:txBody>
            </p:sp>
          </p:grpSp>
        </p:grpSp>
      </p:grpSp>
    </p:spTree>
    <p:extLst>
      <p:ext uri="{BB962C8B-B14F-4D97-AF65-F5344CB8AC3E}">
        <p14:creationId xmlns:p14="http://schemas.microsoft.com/office/powerpoint/2010/main" val="3637293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bd24218a68ba4b70c817e5e6e508ee7e"/>
          <p:cNvPicPr>
            <a:picLocks noChangeAspect="1"/>
          </p:cNvPicPr>
          <p:nvPr/>
        </p:nvPicPr>
        <p:blipFill>
          <a:blip r:embed="rId3">
            <a:lum bright="-100000" contrast="-72000"/>
          </a:blip>
          <a:stretch>
            <a:fillRect/>
          </a:stretch>
        </p:blipFill>
        <p:spPr>
          <a:xfrm rot="2760000" flipH="1">
            <a:off x="-2122805" y="-1431925"/>
            <a:ext cx="5967730" cy="7909560"/>
          </a:xfrm>
          <a:prstGeom prst="rect">
            <a:avLst/>
          </a:prstGeom>
        </p:spPr>
      </p:pic>
      <p:pic>
        <p:nvPicPr>
          <p:cNvPr id="8" name="图片 7" descr="bd24218a68ba4b70c817e5e6e508ee7e"/>
          <p:cNvPicPr>
            <a:picLocks noChangeAspect="1"/>
          </p:cNvPicPr>
          <p:nvPr/>
        </p:nvPicPr>
        <p:blipFill>
          <a:blip r:embed="rId3">
            <a:lum bright="-100000" contrast="-96000"/>
          </a:blip>
          <a:stretch>
            <a:fillRect/>
          </a:stretch>
        </p:blipFill>
        <p:spPr>
          <a:xfrm rot="2700000" flipH="1">
            <a:off x="10370185" y="-4372610"/>
            <a:ext cx="5615305" cy="7442200"/>
          </a:xfrm>
          <a:prstGeom prst="rect">
            <a:avLst/>
          </a:prstGeom>
        </p:spPr>
      </p:pic>
      <p:sp>
        <p:nvSpPr>
          <p:cNvPr id="11" name="文本框 10"/>
          <p:cNvSpPr txBox="1"/>
          <p:nvPr/>
        </p:nvSpPr>
        <p:spPr>
          <a:xfrm>
            <a:off x="4039235" y="2410460"/>
            <a:ext cx="6597650" cy="1554480"/>
          </a:xfrm>
          <a:prstGeom prst="rect">
            <a:avLst/>
          </a:prstGeom>
          <a:noFill/>
        </p:spPr>
        <p:txBody>
          <a:bodyPr wrap="square" rtlCol="0">
            <a:spAutoFit/>
          </a:bodyPr>
          <a:lstStyle/>
          <a:p>
            <a:pPr algn="ctr"/>
            <a:r>
              <a:rPr lang="en-US" altLang="zh-CN" sz="4800">
                <a:latin typeface="方正细圆简体" panose="02010601030101010101" charset="-122"/>
                <a:ea typeface="方正细圆简体" panose="02010601030101010101" charset="-122"/>
              </a:rPr>
              <a:t>THANK YOU  FOR WATCHING !</a:t>
            </a:r>
          </a:p>
        </p:txBody>
      </p:sp>
      <p:sp>
        <p:nvSpPr>
          <p:cNvPr id="15" name="矩形 259"/>
          <p:cNvSpPr>
            <a:spLocks noChangeArrowheads="1"/>
          </p:cNvSpPr>
          <p:nvPr/>
        </p:nvSpPr>
        <p:spPr bwMode="auto">
          <a:xfrm>
            <a:off x="4420235" y="4275455"/>
            <a:ext cx="6079490" cy="609600"/>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just">
              <a:buNone/>
            </a:pPr>
            <a:r>
              <a:rPr lang="en-US" altLang="zh-CN" sz="1000">
                <a:solidFill>
                  <a:schemeClr val="bg1">
                    <a:lumMod val="50000"/>
                  </a:schemeClr>
                </a:solidFill>
                <a:latin typeface="Arial" panose="020B0604020202020204" pitchFamily="34" charset="0"/>
                <a:cs typeface="Arial" panose="020B0604020202020204" pitchFamily="34" charset="0"/>
              </a:rPr>
              <a:t>Please replace the text, modify the text, you can also copy your content directly to this. Please replace the text, modify the text, you can also copy your content directly to this. Please replace the text, modify the text, you can also copy your content directly to this. Please replace the text, modify the text, you can also copy your content directly to this.</a:t>
            </a:r>
            <a:endParaRPr lang="zh-CN" altLang="en-US" sz="1000">
              <a:solidFill>
                <a:schemeClr val="bg1">
                  <a:lumMod val="50000"/>
                </a:schemeClr>
              </a:solidFill>
              <a:latin typeface="Arial" panose="020B0604020202020204" pitchFamily="34" charset="0"/>
              <a:cs typeface="Arial" panose="020B0604020202020204" pitchFamily="34" charset="0"/>
            </a:endParaRPr>
          </a:p>
        </p:txBody>
      </p:sp>
      <p:sp>
        <p:nvSpPr>
          <p:cNvPr id="13" name="矩形 12"/>
          <p:cNvSpPr/>
          <p:nvPr/>
        </p:nvSpPr>
        <p:spPr>
          <a:xfrm>
            <a:off x="4892675" y="5205730"/>
            <a:ext cx="2406015" cy="384810"/>
          </a:xfrm>
          <a:prstGeom prst="rect">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方正细圆简体" panose="02010601030101010101" charset="-122"/>
                <a:ea typeface="方正细圆简体" panose="02010601030101010101" charset="-122"/>
              </a:rPr>
              <a:t>汇报人：</a:t>
            </a:r>
            <a:r>
              <a:rPr lang="en-US" altLang="zh-CN" sz="1600" dirty="0" err="1">
                <a:solidFill>
                  <a:schemeClr val="tx1"/>
                </a:solidFill>
                <a:latin typeface="方正细圆简体" panose="02010601030101010101" charset="-122"/>
                <a:ea typeface="方正细圆简体" panose="02010601030101010101" charset="-122"/>
              </a:rPr>
              <a:t>xxxx</a:t>
            </a:r>
            <a:r>
              <a:rPr lang="zh-CN" altLang="en-US" sz="1600" dirty="0">
                <a:solidFill>
                  <a:schemeClr val="tx1"/>
                </a:solidFill>
                <a:latin typeface="方正细圆简体" panose="02010601030101010101" charset="-122"/>
                <a:ea typeface="方正细圆简体" panose="02010601030101010101" charset="-122"/>
              </a:rPr>
              <a:t>设计</a:t>
            </a:r>
          </a:p>
        </p:txBody>
      </p:sp>
      <p:sp>
        <p:nvSpPr>
          <p:cNvPr id="14" name="矩形 13"/>
          <p:cNvSpPr/>
          <p:nvPr/>
        </p:nvSpPr>
        <p:spPr>
          <a:xfrm>
            <a:off x="7791450" y="5205730"/>
            <a:ext cx="2406015" cy="384810"/>
          </a:xfrm>
          <a:prstGeom prst="rect">
            <a:avLst/>
          </a:prstGeom>
          <a:noFill/>
          <a:ln w="31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方正细圆简体" panose="02010601030101010101" charset="-122"/>
                <a:ea typeface="方正细圆简体" panose="02010601030101010101" charset="-122"/>
              </a:rPr>
              <a:t>汇报时间：</a:t>
            </a:r>
            <a:r>
              <a:rPr lang="en-US" altLang="zh-CN" sz="1600">
                <a:solidFill>
                  <a:schemeClr val="tx1"/>
                </a:solidFill>
                <a:latin typeface="方正细圆简体" panose="02010601030101010101" charset="-122"/>
                <a:ea typeface="方正细圆简体" panose="02010601030101010101" charset="-122"/>
              </a:rPr>
              <a:t>X</a:t>
            </a:r>
            <a:r>
              <a:rPr lang="zh-CN" altLang="en-US" sz="1600">
                <a:solidFill>
                  <a:schemeClr val="tx1"/>
                </a:solidFill>
                <a:latin typeface="方正细圆简体" panose="02010601030101010101" charset="-122"/>
                <a:ea typeface="方正细圆简体" panose="02010601030101010101" charset="-122"/>
              </a:rPr>
              <a:t>年</a:t>
            </a:r>
            <a:r>
              <a:rPr lang="en-US" altLang="zh-CN" sz="1600">
                <a:solidFill>
                  <a:schemeClr val="tx1"/>
                </a:solidFill>
                <a:latin typeface="方正细圆简体" panose="02010601030101010101" charset="-122"/>
                <a:ea typeface="方正细圆简体" panose="02010601030101010101" charset="-122"/>
              </a:rPr>
              <a:t>X</a:t>
            </a:r>
            <a:r>
              <a:rPr lang="zh-CN" altLang="en-US" sz="1600">
                <a:solidFill>
                  <a:schemeClr val="tx1"/>
                </a:solidFill>
                <a:latin typeface="方正细圆简体" panose="02010601030101010101" charset="-122"/>
                <a:ea typeface="方正细圆简体" panose="02010601030101010101" charset="-122"/>
              </a:rPr>
              <a:t>月</a:t>
            </a:r>
          </a:p>
        </p:txBody>
      </p:sp>
    </p:spTree>
    <p:extLst>
      <p:ext uri="{BB962C8B-B14F-4D97-AF65-F5344CB8AC3E}">
        <p14:creationId xmlns:p14="http://schemas.microsoft.com/office/powerpoint/2010/main" val="133795202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3483</Words>
  <Application>Microsoft Office PowerPoint</Application>
  <PresentationFormat>宽屏</PresentationFormat>
  <Paragraphs>262</Paragraphs>
  <Slides>27</Slides>
  <Notes>27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Gill Sans</vt:lpstr>
      <vt:lpstr>Hiragino Sans GB W3</vt:lpstr>
      <vt:lpstr>News Gothic MT</vt:lpstr>
      <vt:lpstr>等线</vt:lpstr>
      <vt:lpstr>等线 Light</vt:lpstr>
      <vt:lpstr>方正细圆简体</vt:lpstr>
      <vt:lpstr>宋体</vt:lpstr>
      <vt:lpstr>微软雅黑</vt:lpstr>
      <vt:lpstr>造字工房悦黑体验版纤细体</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4</cp:revision>
  <dcterms:created xsi:type="dcterms:W3CDTF">2017-07-11T11:26:19Z</dcterms:created>
  <dcterms:modified xsi:type="dcterms:W3CDTF">2017-07-12T03:46:29Z</dcterms:modified>
</cp:coreProperties>
</file>